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3.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4.xml" ContentType="application/vnd.openxmlformats-officedocument.theme+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5.xml" ContentType="application/vnd.openxmlformats-officedocument.theme+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heme/theme6.xml" ContentType="application/vnd.openxmlformats-officedocument.theme+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theme/theme7.xml" ContentType="application/vnd.openxmlformats-officedocument.theme+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notesSlides/notesSlide2.xml" ContentType="application/vnd.openxmlformats-officedocument.presentationml.notesSlide+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notesSlides/notesSlide3.xml" ContentType="application/vnd.openxmlformats-officedocument.presentationml.notesSlide+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notesSlides/notesSlide4.xml" ContentType="application/vnd.openxmlformats-officedocument.presentationml.notesSlide+xml"/>
  <Override PartName="/ppt/tags/tag48.xml" ContentType="application/vnd.openxmlformats-officedocument.presentationml.tags+xml"/>
  <Override PartName="/ppt/tags/tag49.xml" ContentType="application/vnd.openxmlformats-officedocument.presentationml.tags+xml"/>
  <Override PartName="/ppt/notesSlides/notesSlide5.xml" ContentType="application/vnd.openxmlformats-officedocument.presentationml.notesSlide+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notesSlides/notesSlide6.xml" ContentType="application/vnd.openxmlformats-officedocument.presentationml.notesSlide+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notesSlides/notesSlide7.xml" ContentType="application/vnd.openxmlformats-officedocument.presentationml.notesSlide+xml"/>
  <Override PartName="/ppt/tags/tag60.xml" ContentType="application/vnd.openxmlformats-officedocument.presentationml.tags+xml"/>
  <Override PartName="/ppt/tags/tag61.xml" ContentType="application/vnd.openxmlformats-officedocument.presentationml.tags+xml"/>
  <Override PartName="/ppt/notesSlides/notesSlide8.xml" ContentType="application/vnd.openxmlformats-officedocument.presentationml.notesSlide+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notesSlides/notesSlide9.xml" ContentType="application/vnd.openxmlformats-officedocument.presentationml.notesSlide+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72.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73.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tags/tag7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10">
  <p:sldMasterIdLst>
    <p:sldMasterId id="2147483648" r:id="rId1"/>
    <p:sldMasterId id="2147483682" r:id="rId2"/>
    <p:sldMasterId id="2147483742" r:id="rId3"/>
    <p:sldMasterId id="2147483754" r:id="rId4"/>
    <p:sldMasterId id="2147483766" r:id="rId5"/>
    <p:sldMasterId id="2147483778" r:id="rId6"/>
    <p:sldMasterId id="2147483790" r:id="rId7"/>
    <p:sldMasterId id="2147483802" r:id="rId8"/>
  </p:sldMasterIdLst>
  <p:notesMasterIdLst>
    <p:notesMasterId r:id="rId56"/>
  </p:notesMasterIdLst>
  <p:sldIdLst>
    <p:sldId id="299" r:id="rId9"/>
    <p:sldId id="301" r:id="rId10"/>
    <p:sldId id="342" r:id="rId11"/>
    <p:sldId id="343" r:id="rId12"/>
    <p:sldId id="345" r:id="rId13"/>
    <p:sldId id="347" r:id="rId14"/>
    <p:sldId id="360" r:id="rId15"/>
    <p:sldId id="348" r:id="rId16"/>
    <p:sldId id="359" r:id="rId17"/>
    <p:sldId id="361" r:id="rId18"/>
    <p:sldId id="364" r:id="rId19"/>
    <p:sldId id="365" r:id="rId20"/>
    <p:sldId id="353" r:id="rId21"/>
    <p:sldId id="354" r:id="rId22"/>
    <p:sldId id="355" r:id="rId23"/>
    <p:sldId id="356" r:id="rId24"/>
    <p:sldId id="357" r:id="rId25"/>
    <p:sldId id="358" r:id="rId26"/>
    <p:sldId id="366" r:id="rId27"/>
    <p:sldId id="362" r:id="rId28"/>
    <p:sldId id="368" r:id="rId29"/>
    <p:sldId id="363" r:id="rId30"/>
    <p:sldId id="369" r:id="rId31"/>
    <p:sldId id="370" r:id="rId32"/>
    <p:sldId id="371" r:id="rId33"/>
    <p:sldId id="372" r:id="rId34"/>
    <p:sldId id="373" r:id="rId35"/>
    <p:sldId id="374" r:id="rId36"/>
    <p:sldId id="375" r:id="rId37"/>
    <p:sldId id="376" r:id="rId38"/>
    <p:sldId id="377" r:id="rId39"/>
    <p:sldId id="378" r:id="rId40"/>
    <p:sldId id="379" r:id="rId41"/>
    <p:sldId id="380" r:id="rId42"/>
    <p:sldId id="387" r:id="rId43"/>
    <p:sldId id="388" r:id="rId44"/>
    <p:sldId id="389" r:id="rId45"/>
    <p:sldId id="382" r:id="rId46"/>
    <p:sldId id="384" r:id="rId47"/>
    <p:sldId id="385" r:id="rId48"/>
    <p:sldId id="386" r:id="rId49"/>
    <p:sldId id="390" r:id="rId50"/>
    <p:sldId id="391" r:id="rId51"/>
    <p:sldId id="395" r:id="rId52"/>
    <p:sldId id="396" r:id="rId53"/>
    <p:sldId id="393" r:id="rId54"/>
    <p:sldId id="269" r:id="rId55"/>
  </p:sldIdLst>
  <p:sldSz cx="12192000" cy="6858000"/>
  <p:notesSz cx="6858000" cy="9144000"/>
  <p:custDataLst>
    <p:tags r:id="rId5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幸全" initials="幸全" lastIdx="1"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B27C6"/>
    <a:srgbClr val="DEDEDE"/>
    <a:srgbClr val="54A5B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40" autoAdjust="0"/>
    <p:restoredTop sz="93817" autoAdjust="0"/>
  </p:normalViewPr>
  <p:slideViewPr>
    <p:cSldViewPr snapToGrid="0">
      <p:cViewPr varScale="1">
        <p:scale>
          <a:sx n="67" d="100"/>
          <a:sy n="67" d="100"/>
        </p:scale>
        <p:origin x="68" y="32"/>
      </p:cViewPr>
      <p:guideLst>
        <p:guide orient="horz" pos="2160"/>
        <p:guide pos="3840"/>
      </p:guideLst>
    </p:cSldViewPr>
  </p:slideViewPr>
  <p:outlineViewPr>
    <p:cViewPr>
      <p:scale>
        <a:sx n="33" d="100"/>
        <a:sy n="33" d="100"/>
      </p:scale>
      <p:origin x="0" y="2148"/>
    </p:cViewPr>
  </p:outlineViewPr>
  <p:notesTextViewPr>
    <p:cViewPr>
      <p:scale>
        <a:sx n="1" d="1"/>
        <a:sy n="1" d="1"/>
      </p:scale>
      <p:origin x="0" y="0"/>
    </p:cViewPr>
  </p:notesTextViewPr>
  <p:sorterViewPr>
    <p:cViewPr>
      <p:scale>
        <a:sx n="100" d="100"/>
        <a:sy n="100" d="100"/>
      </p:scale>
      <p:origin x="0" y="4332"/>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slide" Target="slides/slide31.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slide" Target="slides/slide34.xml"/><Relationship Id="rId47" Type="http://schemas.openxmlformats.org/officeDocument/2006/relationships/slide" Target="slides/slide39.xml"/><Relationship Id="rId50" Type="http://schemas.openxmlformats.org/officeDocument/2006/relationships/slide" Target="slides/slide42.xml"/><Relationship Id="rId55" Type="http://schemas.openxmlformats.org/officeDocument/2006/relationships/slide" Target="slides/slide47.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slide" Target="slides/slide37.xml"/><Relationship Id="rId53" Type="http://schemas.openxmlformats.org/officeDocument/2006/relationships/slide" Target="slides/slide45.xml"/><Relationship Id="rId58" Type="http://schemas.openxmlformats.org/officeDocument/2006/relationships/commentAuthors" Target="commentAuthors.xml"/><Relationship Id="rId5" Type="http://schemas.openxmlformats.org/officeDocument/2006/relationships/slideMaster" Target="slideMasters/slideMaster5.xml"/><Relationship Id="rId61" Type="http://schemas.openxmlformats.org/officeDocument/2006/relationships/theme" Target="theme/theme1.xml"/><Relationship Id="rId19" Type="http://schemas.openxmlformats.org/officeDocument/2006/relationships/slide" Target="slides/slide1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56" Type="http://schemas.openxmlformats.org/officeDocument/2006/relationships/notesMaster" Target="notesMasters/notesMaster1.xml"/><Relationship Id="rId8" Type="http://schemas.openxmlformats.org/officeDocument/2006/relationships/slideMaster" Target="slideMasters/slideMaster8.xml"/><Relationship Id="rId51" Type="http://schemas.openxmlformats.org/officeDocument/2006/relationships/slide" Target="slides/slide43.xml"/><Relationship Id="rId3" Type="http://schemas.openxmlformats.org/officeDocument/2006/relationships/slideMaster" Target="slideMasters/slideMaster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59" Type="http://schemas.openxmlformats.org/officeDocument/2006/relationships/presProps" Target="presProps.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slide" Target="slides/slide46.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tags" Target="tags/tag1.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slide" Target="slides/slide44.xml"/><Relationship Id="rId60"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2538048-F63A-4A4D-9D00-3E4A08633E52}" type="datetimeFigureOut">
              <a:rPr lang="en-US" smtClean="0"/>
              <a:t>9/3/2025</a:t>
            </a:fld>
            <a:endParaRPr 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D2E95F0-DD99-4637-B6CC-2CB7A5EF22EA}" type="slidenum">
              <a:rPr lang="en-US" smtClean="0"/>
              <a:t>‹#›</a:t>
            </a:fld>
            <a:endParaRPr lang="en-US"/>
          </a:p>
        </p:txBody>
      </p:sp>
    </p:spTree>
    <p:extLst>
      <p:ext uri="{BB962C8B-B14F-4D97-AF65-F5344CB8AC3E}">
        <p14:creationId xmlns:p14="http://schemas.microsoft.com/office/powerpoint/2010/main" val="24889832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D98C8E83-7467-4844-86B0-1E72CB4E1334}" type="slidenum">
              <a:rPr lang="zh-CN" altLang="en-US" smtClean="0">
                <a:solidFill>
                  <a:prstClr val="black"/>
                </a:solidFill>
              </a:rPr>
              <a:pPr/>
              <a:t>1</a:t>
            </a:fld>
            <a:endParaRPr lang="zh-CN" altLang="en-US">
              <a:solidFill>
                <a:prstClr val="black"/>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CBEF8259-D265-4323-ACAE-6A64BFED0489}" type="slidenum">
              <a:rPr lang="en-US" altLang="zh-CN" smtClean="0"/>
              <a:pPr eaLnBrk="1" hangingPunct="1">
                <a:spcBef>
                  <a:spcPct val="0"/>
                </a:spcBef>
              </a:pPr>
              <a:t>3</a:t>
            </a:fld>
            <a:endParaRPr lang="en-US" altLang="zh-CN"/>
          </a:p>
        </p:txBody>
      </p:sp>
      <p:sp>
        <p:nvSpPr>
          <p:cNvPr id="84995" name="Rectangle 2"/>
          <p:cNvSpPr>
            <a:spLocks noGrp="1" noRot="1" noChangeAspect="1" noChangeArrowheads="1" noTextEdit="1"/>
          </p:cNvSpPr>
          <p:nvPr>
            <p:ph type="sldImg"/>
          </p:nvPr>
        </p:nvSpPr>
        <p:spPr>
          <a:xfrm>
            <a:off x="381000" y="685800"/>
            <a:ext cx="6096000" cy="3429000"/>
          </a:xfrm>
          <a:ln/>
        </p:spPr>
      </p:sp>
      <p:sp>
        <p:nvSpPr>
          <p:cNvPr id="84996" name="Rectangle 3"/>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幻灯片图像占位符 1"/>
          <p:cNvSpPr>
            <a:spLocks noGrp="1" noRot="1" noChangeAspect="1" noTextEdit="1"/>
          </p:cNvSpPr>
          <p:nvPr>
            <p:ph type="sldImg"/>
          </p:nvPr>
        </p:nvSpPr>
        <p:spPr>
          <a:xfrm>
            <a:off x="381000" y="685800"/>
            <a:ext cx="6096000" cy="3429000"/>
          </a:xfrm>
          <a:ln/>
        </p:spPr>
      </p:sp>
      <p:sp>
        <p:nvSpPr>
          <p:cNvPr id="86019" name="备注占位符 2"/>
          <p:cNvSpPr>
            <a:spLocks noGrp="1"/>
          </p:cNvSpPr>
          <p:nvPr>
            <p:ph type="body" idx="1"/>
          </p:nvPr>
        </p:nvSpPr>
        <p:spPr>
          <a:noFill/>
        </p:spPr>
        <p:txBody>
          <a:bodyPr/>
          <a:lstStyle/>
          <a:p>
            <a:endParaRPr lang="en-US" altLang="en-US" dirty="0"/>
          </a:p>
        </p:txBody>
      </p:sp>
      <p:sp>
        <p:nvSpPr>
          <p:cNvPr id="86020" name="灯片编号占位符 3"/>
          <p:cNvSpPr>
            <a:spLocks noGrp="1"/>
          </p:cNvSpPr>
          <p:nvPr>
            <p:ph type="sldNum" sz="quarter" idx="5"/>
          </p:nvPr>
        </p:nvSpPr>
        <p:spPr>
          <a:noFill/>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806381D4-29F8-4D10-955C-72136D28D975}" type="slidenum">
              <a:rPr lang="en-US" altLang="zh-CN" smtClean="0"/>
              <a:pPr eaLnBrk="1" hangingPunct="1">
                <a:spcBef>
                  <a:spcPct val="0"/>
                </a:spcBef>
              </a:pPr>
              <a:t>4</a:t>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5D5D20DA-74C9-4975-8EB4-96E449319E4E}" type="slidenum">
              <a:rPr lang="en-US" altLang="zh-CN" smtClean="0"/>
              <a:pPr eaLnBrk="1" hangingPunct="1">
                <a:spcBef>
                  <a:spcPct val="0"/>
                </a:spcBef>
              </a:pPr>
              <a:t>5</a:t>
            </a:fld>
            <a:endParaRPr lang="en-US" altLang="zh-CN"/>
          </a:p>
        </p:txBody>
      </p:sp>
      <p:sp>
        <p:nvSpPr>
          <p:cNvPr id="91139" name="Rectangle 2"/>
          <p:cNvSpPr>
            <a:spLocks noGrp="1" noRot="1" noChangeAspect="1" noChangeArrowheads="1" noTextEdit="1"/>
          </p:cNvSpPr>
          <p:nvPr>
            <p:ph type="sldImg"/>
          </p:nvPr>
        </p:nvSpPr>
        <p:spPr>
          <a:xfrm>
            <a:off x="381000" y="685800"/>
            <a:ext cx="6096000" cy="3429000"/>
          </a:xfrm>
          <a:ln/>
        </p:spPr>
      </p:sp>
      <p:sp>
        <p:nvSpPr>
          <p:cNvPr id="91140" name="Rectangle 3"/>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73495C29-BEF1-42B8-BE76-388A7EB13DA1}" type="slidenum">
              <a:rPr kumimoji="1" lang="en-US" altLang="zh-CN" sz="1200" b="0" i="0" u="none" strike="noStrike" kern="1200" cap="none" spc="0" normalizeH="0" baseline="0" noProof="0" smtClean="0">
                <a:ln>
                  <a:noFill/>
                </a:ln>
                <a:solidFill>
                  <a:prstClr val="black"/>
                </a:solidFill>
                <a:effectLst/>
                <a:uLnTx/>
                <a:uFillTx/>
                <a:latin typeface="Times New Roman" pitchFamily="18" charset="0"/>
                <a:ea typeface="宋体" pitchFamily="2" charset="-122"/>
                <a:cs typeface="+mn-cs"/>
              </a:rPr>
              <a:pPr marL="0" marR="0" lvl="0" indent="0" algn="r" defTabSz="914400" rtl="0" eaLnBrk="1" fontAlgn="auto" latinLnBrk="0" hangingPunct="1">
                <a:lnSpc>
                  <a:spcPct val="100000"/>
                </a:lnSpc>
                <a:spcBef>
                  <a:spcPct val="0"/>
                </a:spcBef>
                <a:spcAft>
                  <a:spcPts val="0"/>
                </a:spcAft>
                <a:buClrTx/>
                <a:buSzTx/>
                <a:buFontTx/>
                <a:buNone/>
                <a:tabLst/>
                <a:defRPr/>
              </a:pPr>
              <a:t>7</a:t>
            </a:fld>
            <a:endParaRPr kumimoji="1" lang="en-US" altLang="zh-CN" sz="1200" b="0"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102403" name="Rectangle 2"/>
          <p:cNvSpPr>
            <a:spLocks noGrp="1" noRot="1" noChangeAspect="1" noChangeArrowheads="1" noTextEdit="1"/>
          </p:cNvSpPr>
          <p:nvPr>
            <p:ph type="sldImg"/>
          </p:nvPr>
        </p:nvSpPr>
        <p:spPr>
          <a:xfrm>
            <a:off x="381000" y="685800"/>
            <a:ext cx="6096000" cy="3429000"/>
          </a:xfrm>
          <a:ln/>
        </p:spPr>
      </p:sp>
      <p:sp>
        <p:nvSpPr>
          <p:cNvPr id="102404" name="Rectangle 3"/>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B85421E1-19E8-448E-B08E-97DB5BB23E0A}" type="slidenum">
              <a:rPr kumimoji="1" lang="en-US" altLang="zh-CN" sz="1200" b="0" i="0" u="none" strike="noStrike" kern="1200" cap="none" spc="0" normalizeH="0" baseline="0" noProof="0" smtClean="0">
                <a:ln>
                  <a:noFill/>
                </a:ln>
                <a:solidFill>
                  <a:prstClr val="black"/>
                </a:solidFill>
                <a:effectLst/>
                <a:uLnTx/>
                <a:uFillTx/>
                <a:latin typeface="Times New Roman" pitchFamily="18" charset="0"/>
                <a:ea typeface="宋体" pitchFamily="2" charset="-122"/>
                <a:cs typeface="+mn-cs"/>
              </a:rPr>
              <a:pPr marL="0" marR="0" lvl="0" indent="0" algn="r" defTabSz="914400" rtl="0" eaLnBrk="1" fontAlgn="auto" latinLnBrk="0" hangingPunct="1">
                <a:lnSpc>
                  <a:spcPct val="100000"/>
                </a:lnSpc>
                <a:spcBef>
                  <a:spcPct val="0"/>
                </a:spcBef>
                <a:spcAft>
                  <a:spcPts val="0"/>
                </a:spcAft>
                <a:buClrTx/>
                <a:buSzTx/>
                <a:buFontTx/>
                <a:buNone/>
                <a:tabLst/>
                <a:defRPr/>
              </a:pPr>
              <a:t>8</a:t>
            </a:fld>
            <a:endParaRPr kumimoji="1" lang="en-US" altLang="zh-CN" sz="1200" b="0"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95235" name="Rectangle 2"/>
          <p:cNvSpPr>
            <a:spLocks noGrp="1" noRot="1" noChangeAspect="1" noChangeArrowheads="1" noTextEdit="1"/>
          </p:cNvSpPr>
          <p:nvPr>
            <p:ph type="sldImg"/>
          </p:nvPr>
        </p:nvSpPr>
        <p:spPr>
          <a:xfrm>
            <a:off x="381000" y="685800"/>
            <a:ext cx="6096000" cy="3429000"/>
          </a:xfrm>
          <a:ln/>
        </p:spPr>
      </p:sp>
      <p:sp>
        <p:nvSpPr>
          <p:cNvPr id="95236" name="Rectangle 3"/>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F773C44E-CBA0-42D4-800D-7DA97C2F959D}" type="slidenum">
              <a:rPr kumimoji="1" lang="en-US" altLang="zh-CN" sz="1200" b="0" i="0" u="none" strike="noStrike" kern="1200" cap="none" spc="0" normalizeH="0" baseline="0" noProof="0" smtClean="0">
                <a:ln>
                  <a:noFill/>
                </a:ln>
                <a:solidFill>
                  <a:prstClr val="black"/>
                </a:solidFill>
                <a:effectLst/>
                <a:uLnTx/>
                <a:uFillTx/>
                <a:latin typeface="Times New Roman" pitchFamily="18" charset="0"/>
                <a:ea typeface="宋体" pitchFamily="2" charset="-122"/>
                <a:cs typeface="+mn-cs"/>
              </a:rPr>
              <a:pPr marL="0" marR="0" lvl="0" indent="0" algn="r" defTabSz="914400" rtl="0" eaLnBrk="1" fontAlgn="auto" latinLnBrk="0" hangingPunct="1">
                <a:lnSpc>
                  <a:spcPct val="100000"/>
                </a:lnSpc>
                <a:spcBef>
                  <a:spcPct val="0"/>
                </a:spcBef>
                <a:spcAft>
                  <a:spcPts val="0"/>
                </a:spcAft>
                <a:buClrTx/>
                <a:buSzTx/>
                <a:buFontTx/>
                <a:buNone/>
                <a:tabLst/>
                <a:defRPr/>
              </a:pPr>
              <a:t>10</a:t>
            </a:fld>
            <a:endParaRPr kumimoji="1" lang="en-US" altLang="zh-CN" sz="1200" b="0"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107523" name="Rectangle 2"/>
          <p:cNvSpPr>
            <a:spLocks noGrp="1" noRot="1" noChangeAspect="1" noChangeArrowheads="1" noTextEdit="1"/>
          </p:cNvSpPr>
          <p:nvPr>
            <p:ph type="sldImg"/>
          </p:nvPr>
        </p:nvSpPr>
        <p:spPr>
          <a:xfrm>
            <a:off x="381000" y="685800"/>
            <a:ext cx="6096000" cy="3429000"/>
          </a:xfrm>
          <a:ln/>
        </p:spPr>
      </p:sp>
      <p:sp>
        <p:nvSpPr>
          <p:cNvPr id="107524" name="Rectangle 3"/>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noFill/>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C862556A-05AD-4763-9EB8-CACC6363DA50}" type="slidenum">
              <a:rPr kumimoji="1" lang="en-US" altLang="zh-CN" sz="1200" b="0" i="0" u="none" strike="noStrike" kern="1200" cap="none" spc="0" normalizeH="0" baseline="0" noProof="0" smtClean="0">
                <a:ln>
                  <a:noFill/>
                </a:ln>
                <a:solidFill>
                  <a:prstClr val="black"/>
                </a:solidFill>
                <a:effectLst/>
                <a:uLnTx/>
                <a:uFillTx/>
                <a:latin typeface="Times New Roman" pitchFamily="18" charset="0"/>
                <a:ea typeface="宋体" pitchFamily="2" charset="-122"/>
                <a:cs typeface="+mn-cs"/>
              </a:rPr>
              <a:pPr marL="0" marR="0" lvl="0" indent="0" algn="r" defTabSz="914400" rtl="0" eaLnBrk="1" fontAlgn="auto" latinLnBrk="0" hangingPunct="1">
                <a:lnSpc>
                  <a:spcPct val="100000"/>
                </a:lnSpc>
                <a:spcBef>
                  <a:spcPct val="0"/>
                </a:spcBef>
                <a:spcAft>
                  <a:spcPts val="0"/>
                </a:spcAft>
                <a:buClrTx/>
                <a:buSzTx/>
                <a:buFontTx/>
                <a:buNone/>
                <a:tabLst/>
                <a:defRPr/>
              </a:pPr>
              <a:t>13</a:t>
            </a:fld>
            <a:endParaRPr kumimoji="1" lang="en-US" altLang="zh-CN" sz="1200" b="0"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121859" name="Rectangle 2"/>
          <p:cNvSpPr>
            <a:spLocks noGrp="1" noRot="1" noChangeAspect="1" noChangeArrowheads="1" noTextEdit="1"/>
          </p:cNvSpPr>
          <p:nvPr>
            <p:ph type="sldImg"/>
          </p:nvPr>
        </p:nvSpPr>
        <p:spPr>
          <a:xfrm>
            <a:off x="381000" y="685800"/>
            <a:ext cx="6096000" cy="3429000"/>
          </a:xfrm>
          <a:ln/>
        </p:spPr>
      </p:sp>
      <p:sp>
        <p:nvSpPr>
          <p:cNvPr id="121860" name="Rectangle 3"/>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9C66DDE7-1FF0-40BD-8207-0513B1F65C7F}" type="slidenum">
              <a:rPr kumimoji="1" lang="en-US" altLang="zh-CN" sz="1200" b="0" i="0" u="none" strike="noStrike" kern="1200" cap="none" spc="0" normalizeH="0" baseline="0" noProof="0" smtClean="0">
                <a:ln>
                  <a:noFill/>
                </a:ln>
                <a:solidFill>
                  <a:prstClr val="black"/>
                </a:solidFill>
                <a:effectLst/>
                <a:uLnTx/>
                <a:uFillTx/>
                <a:latin typeface="Times New Roman" pitchFamily="18" charset="0"/>
                <a:ea typeface="宋体" pitchFamily="2" charset="-122"/>
                <a:cs typeface="+mn-cs"/>
              </a:rPr>
              <a:pPr marL="0" marR="0" lvl="0" indent="0" algn="r" defTabSz="914400" rtl="0" eaLnBrk="1" fontAlgn="auto" latinLnBrk="0" hangingPunct="1">
                <a:lnSpc>
                  <a:spcPct val="100000"/>
                </a:lnSpc>
                <a:spcBef>
                  <a:spcPct val="0"/>
                </a:spcBef>
                <a:spcAft>
                  <a:spcPts val="0"/>
                </a:spcAft>
                <a:buClrTx/>
                <a:buSzTx/>
                <a:buFontTx/>
                <a:buNone/>
                <a:tabLst/>
                <a:defRPr/>
              </a:pPr>
              <a:t>14</a:t>
            </a:fld>
            <a:endParaRPr kumimoji="1" lang="en-US" altLang="zh-CN" sz="1200" b="0"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122883" name="Rectangle 2"/>
          <p:cNvSpPr>
            <a:spLocks noGrp="1" noRot="1" noChangeAspect="1" noChangeArrowheads="1" noTextEdit="1"/>
          </p:cNvSpPr>
          <p:nvPr>
            <p:ph type="sldImg"/>
          </p:nvPr>
        </p:nvSpPr>
        <p:spPr>
          <a:xfrm>
            <a:off x="381000" y="685800"/>
            <a:ext cx="6096000" cy="3429000"/>
          </a:xfrm>
          <a:ln/>
        </p:spPr>
      </p:sp>
      <p:sp>
        <p:nvSpPr>
          <p:cNvPr id="122884" name="Rectangle 3"/>
          <p:cNvSpPr>
            <a:spLocks noGrp="1" noChangeArrowheads="1"/>
          </p:cNvSpPr>
          <p:nvPr>
            <p:ph type="body" idx="1"/>
          </p:nvPr>
        </p:nvSpPr>
        <p:spPr>
          <a:noFill/>
        </p:spPr>
        <p:txBody>
          <a:bodyPr/>
          <a:lstStyle/>
          <a:p>
            <a:pPr eaLnBrk="1" hangingPunct="1"/>
            <a:endParaRPr lang="en-US"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1892F47D-E451-4310-8739-0BEC99A61744}" type="slidenum">
              <a:rPr kumimoji="1" lang="en-US" altLang="zh-CN" sz="1200" b="0" i="0" u="none" strike="noStrike" kern="1200" cap="none" spc="0" normalizeH="0" baseline="0" noProof="0" smtClean="0">
                <a:ln>
                  <a:noFill/>
                </a:ln>
                <a:solidFill>
                  <a:prstClr val="black"/>
                </a:solidFill>
                <a:effectLst/>
                <a:uLnTx/>
                <a:uFillTx/>
                <a:latin typeface="Times New Roman" pitchFamily="18" charset="0"/>
                <a:ea typeface="宋体" pitchFamily="2" charset="-122"/>
                <a:cs typeface="+mn-cs"/>
              </a:rPr>
              <a:pPr marL="0" marR="0" lvl="0" indent="0" algn="r" defTabSz="914400" rtl="0" eaLnBrk="1" fontAlgn="auto" latinLnBrk="0" hangingPunct="1">
                <a:lnSpc>
                  <a:spcPct val="100000"/>
                </a:lnSpc>
                <a:spcBef>
                  <a:spcPct val="0"/>
                </a:spcBef>
                <a:spcAft>
                  <a:spcPts val="0"/>
                </a:spcAft>
                <a:buClrTx/>
                <a:buSzTx/>
                <a:buFontTx/>
                <a:buNone/>
                <a:tabLst/>
                <a:defRPr/>
              </a:pPr>
              <a:t>15</a:t>
            </a:fld>
            <a:endParaRPr kumimoji="1" lang="en-US" altLang="zh-CN" sz="1200" b="0"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123907" name="Rectangle 2"/>
          <p:cNvSpPr>
            <a:spLocks noGrp="1" noRot="1" noChangeAspect="1" noChangeArrowheads="1" noTextEdit="1"/>
          </p:cNvSpPr>
          <p:nvPr>
            <p:ph type="sldImg"/>
          </p:nvPr>
        </p:nvSpPr>
        <p:spPr>
          <a:xfrm>
            <a:off x="381000" y="685800"/>
            <a:ext cx="6096000" cy="3429000"/>
          </a:xfrm>
          <a:ln/>
        </p:spPr>
      </p:sp>
      <p:sp>
        <p:nvSpPr>
          <p:cNvPr id="123908" name="Rectangle 3"/>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p:spPr>
        <p:txBody>
          <a:bodyPr/>
          <a:lstStyle>
            <a:lvl1pPr algn="l" eaLnBrk="0" hangingPunct="0">
              <a:spcBef>
                <a:spcPct val="30000"/>
              </a:spcBef>
              <a:defRPr kumimoji="1" sz="1200">
                <a:solidFill>
                  <a:schemeClr val="tx1"/>
                </a:solidFill>
                <a:latin typeface="Times New Roman" pitchFamily="18" charset="0"/>
                <a:ea typeface="宋体" pitchFamily="2" charset="-122"/>
              </a:defRPr>
            </a:lvl1pPr>
            <a:lvl2pPr marL="742950" indent="-285750" algn="l" eaLnBrk="0" hangingPunct="0">
              <a:spcBef>
                <a:spcPct val="30000"/>
              </a:spcBef>
              <a:defRPr kumimoji="1" sz="1200">
                <a:solidFill>
                  <a:schemeClr val="tx1"/>
                </a:solidFill>
                <a:latin typeface="Times New Roman" pitchFamily="18" charset="0"/>
                <a:ea typeface="宋体" pitchFamily="2" charset="-122"/>
              </a:defRPr>
            </a:lvl2pPr>
            <a:lvl3pPr marL="1143000" indent="-228600" algn="l" eaLnBrk="0" hangingPunct="0">
              <a:spcBef>
                <a:spcPct val="30000"/>
              </a:spcBef>
              <a:defRPr kumimoji="1" sz="1200">
                <a:solidFill>
                  <a:schemeClr val="tx1"/>
                </a:solidFill>
                <a:latin typeface="Times New Roman" pitchFamily="18" charset="0"/>
                <a:ea typeface="宋体" pitchFamily="2" charset="-122"/>
              </a:defRPr>
            </a:lvl3pPr>
            <a:lvl4pPr marL="1600200" indent="-228600" algn="l" eaLnBrk="0" hangingPunct="0">
              <a:spcBef>
                <a:spcPct val="30000"/>
              </a:spcBef>
              <a:defRPr kumimoji="1" sz="1200">
                <a:solidFill>
                  <a:schemeClr val="tx1"/>
                </a:solidFill>
                <a:latin typeface="Times New Roman" pitchFamily="18" charset="0"/>
                <a:ea typeface="宋体" pitchFamily="2" charset="-122"/>
              </a:defRPr>
            </a:lvl4pPr>
            <a:lvl5pPr marL="2057400" indent="-228600" algn="l"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9FABFC52-EAA2-4850-91C0-A5B2D6CD6612}" type="slidenum">
              <a:rPr kumimoji="1" lang="en-US" altLang="zh-CN" sz="1200" b="0" i="0" u="none" strike="noStrike" kern="1200" cap="none" spc="0" normalizeH="0" baseline="0" noProof="0" smtClean="0">
                <a:ln>
                  <a:noFill/>
                </a:ln>
                <a:solidFill>
                  <a:prstClr val="black"/>
                </a:solidFill>
                <a:effectLst/>
                <a:uLnTx/>
                <a:uFillTx/>
                <a:latin typeface="Times New Roman" pitchFamily="18" charset="0"/>
                <a:ea typeface="宋体" pitchFamily="2" charset="-122"/>
                <a:cs typeface="+mn-cs"/>
              </a:rPr>
              <a:pPr marL="0" marR="0" lvl="0" indent="0" algn="r" defTabSz="914400" rtl="0" eaLnBrk="1" fontAlgn="auto" latinLnBrk="0" hangingPunct="1">
                <a:lnSpc>
                  <a:spcPct val="100000"/>
                </a:lnSpc>
                <a:spcBef>
                  <a:spcPct val="0"/>
                </a:spcBef>
                <a:spcAft>
                  <a:spcPts val="0"/>
                </a:spcAft>
                <a:buClrTx/>
                <a:buSzTx/>
                <a:buFontTx/>
                <a:buNone/>
                <a:tabLst/>
                <a:defRPr/>
              </a:pPr>
              <a:t>16</a:t>
            </a:fld>
            <a:endParaRPr kumimoji="1" lang="en-US" altLang="zh-CN" sz="1200" b="0"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28675" name="Rectangle 2"/>
          <p:cNvSpPr>
            <a:spLocks noGrp="1" noRot="1" noChangeAspect="1" noChangeArrowheads="1" noTextEdit="1"/>
          </p:cNvSpPr>
          <p:nvPr>
            <p:ph type="sldImg"/>
          </p:nvPr>
        </p:nvSpPr>
        <p:spPr>
          <a:xfrm>
            <a:off x="381000" y="685800"/>
            <a:ext cx="6096000" cy="3429000"/>
          </a:xfrm>
          <a:ln/>
        </p:spPr>
      </p:sp>
      <p:sp>
        <p:nvSpPr>
          <p:cNvPr id="28676" name="Rectangle 3"/>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p:spPr>
        <p:txBody>
          <a:bodyPr/>
          <a:lstStyle>
            <a:lvl1pPr algn="l" eaLnBrk="0" hangingPunct="0">
              <a:spcBef>
                <a:spcPct val="30000"/>
              </a:spcBef>
              <a:defRPr kumimoji="1" sz="1200">
                <a:solidFill>
                  <a:schemeClr val="tx1"/>
                </a:solidFill>
                <a:latin typeface="Times New Roman" pitchFamily="18" charset="0"/>
                <a:ea typeface="宋体" pitchFamily="2" charset="-122"/>
              </a:defRPr>
            </a:lvl1pPr>
            <a:lvl2pPr marL="742950" indent="-285750" algn="l" eaLnBrk="0" hangingPunct="0">
              <a:spcBef>
                <a:spcPct val="30000"/>
              </a:spcBef>
              <a:defRPr kumimoji="1" sz="1200">
                <a:solidFill>
                  <a:schemeClr val="tx1"/>
                </a:solidFill>
                <a:latin typeface="Times New Roman" pitchFamily="18" charset="0"/>
                <a:ea typeface="宋体" pitchFamily="2" charset="-122"/>
              </a:defRPr>
            </a:lvl2pPr>
            <a:lvl3pPr marL="1143000" indent="-228600" algn="l" eaLnBrk="0" hangingPunct="0">
              <a:spcBef>
                <a:spcPct val="30000"/>
              </a:spcBef>
              <a:defRPr kumimoji="1" sz="1200">
                <a:solidFill>
                  <a:schemeClr val="tx1"/>
                </a:solidFill>
                <a:latin typeface="Times New Roman" pitchFamily="18" charset="0"/>
                <a:ea typeface="宋体" pitchFamily="2" charset="-122"/>
              </a:defRPr>
            </a:lvl3pPr>
            <a:lvl4pPr marL="1600200" indent="-228600" algn="l" eaLnBrk="0" hangingPunct="0">
              <a:spcBef>
                <a:spcPct val="30000"/>
              </a:spcBef>
              <a:defRPr kumimoji="1" sz="1200">
                <a:solidFill>
                  <a:schemeClr val="tx1"/>
                </a:solidFill>
                <a:latin typeface="Times New Roman" pitchFamily="18" charset="0"/>
                <a:ea typeface="宋体" pitchFamily="2" charset="-122"/>
              </a:defRPr>
            </a:lvl4pPr>
            <a:lvl5pPr marL="2057400" indent="-228600" algn="l"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6191EC29-E376-459B-A3AC-746E2358B015}" type="slidenum">
              <a:rPr kumimoji="1" lang="en-US" altLang="zh-CN" sz="1200" b="0" i="0" u="none" strike="noStrike" kern="1200" cap="none" spc="0" normalizeH="0" baseline="0" noProof="0" smtClean="0">
                <a:ln>
                  <a:noFill/>
                </a:ln>
                <a:solidFill>
                  <a:prstClr val="black"/>
                </a:solidFill>
                <a:effectLst/>
                <a:uLnTx/>
                <a:uFillTx/>
                <a:latin typeface="Times New Roman" pitchFamily="18" charset="0"/>
                <a:ea typeface="宋体" pitchFamily="2" charset="-122"/>
                <a:cs typeface="+mn-cs"/>
              </a:rPr>
              <a:pPr marL="0" marR="0" lvl="0" indent="0" algn="r" defTabSz="914400" rtl="0" eaLnBrk="1" fontAlgn="auto" latinLnBrk="0" hangingPunct="1">
                <a:lnSpc>
                  <a:spcPct val="100000"/>
                </a:lnSpc>
                <a:spcBef>
                  <a:spcPct val="0"/>
                </a:spcBef>
                <a:spcAft>
                  <a:spcPts val="0"/>
                </a:spcAft>
                <a:buClrTx/>
                <a:buSzTx/>
                <a:buFontTx/>
                <a:buNone/>
                <a:tabLst/>
                <a:defRPr/>
              </a:pPr>
              <a:t>17</a:t>
            </a:fld>
            <a:endParaRPr kumimoji="1" lang="en-US" altLang="zh-CN" sz="1200" b="0"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32771" name="Rectangle 2"/>
          <p:cNvSpPr>
            <a:spLocks noGrp="1" noRot="1" noChangeAspect="1" noChangeArrowheads="1" noTextEdit="1"/>
          </p:cNvSpPr>
          <p:nvPr>
            <p:ph type="sldImg"/>
          </p:nvPr>
        </p:nvSpPr>
        <p:spPr>
          <a:xfrm>
            <a:off x="381000" y="685800"/>
            <a:ext cx="6096000" cy="3429000"/>
          </a:xfrm>
          <a:ln/>
        </p:spPr>
      </p:sp>
      <p:sp>
        <p:nvSpPr>
          <p:cNvPr id="32772" name="Rectangle 3"/>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p:spPr>
        <p:txBody>
          <a:bodyPr/>
          <a:lstStyle>
            <a:lvl1pPr algn="l" eaLnBrk="0" hangingPunct="0">
              <a:spcBef>
                <a:spcPct val="30000"/>
              </a:spcBef>
              <a:defRPr kumimoji="1" sz="1200">
                <a:solidFill>
                  <a:schemeClr val="tx1"/>
                </a:solidFill>
                <a:latin typeface="Times New Roman" pitchFamily="18" charset="0"/>
                <a:ea typeface="宋体" pitchFamily="2" charset="-122"/>
              </a:defRPr>
            </a:lvl1pPr>
            <a:lvl2pPr marL="742950" indent="-285750" algn="l" eaLnBrk="0" hangingPunct="0">
              <a:spcBef>
                <a:spcPct val="30000"/>
              </a:spcBef>
              <a:defRPr kumimoji="1" sz="1200">
                <a:solidFill>
                  <a:schemeClr val="tx1"/>
                </a:solidFill>
                <a:latin typeface="Times New Roman" pitchFamily="18" charset="0"/>
                <a:ea typeface="宋体" pitchFamily="2" charset="-122"/>
              </a:defRPr>
            </a:lvl2pPr>
            <a:lvl3pPr marL="1143000" indent="-228600" algn="l" eaLnBrk="0" hangingPunct="0">
              <a:spcBef>
                <a:spcPct val="30000"/>
              </a:spcBef>
              <a:defRPr kumimoji="1" sz="1200">
                <a:solidFill>
                  <a:schemeClr val="tx1"/>
                </a:solidFill>
                <a:latin typeface="Times New Roman" pitchFamily="18" charset="0"/>
                <a:ea typeface="宋体" pitchFamily="2" charset="-122"/>
              </a:defRPr>
            </a:lvl3pPr>
            <a:lvl4pPr marL="1600200" indent="-228600" algn="l" eaLnBrk="0" hangingPunct="0">
              <a:spcBef>
                <a:spcPct val="30000"/>
              </a:spcBef>
              <a:defRPr kumimoji="1" sz="1200">
                <a:solidFill>
                  <a:schemeClr val="tx1"/>
                </a:solidFill>
                <a:latin typeface="Times New Roman" pitchFamily="18" charset="0"/>
                <a:ea typeface="宋体" pitchFamily="2" charset="-122"/>
              </a:defRPr>
            </a:lvl4pPr>
            <a:lvl5pPr marL="2057400" indent="-228600" algn="l"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9124AB1E-A6CC-42F7-9C96-B9869A647476}" type="slidenum">
              <a:rPr kumimoji="1" lang="en-US" altLang="zh-CN" sz="1200" b="0" i="0" u="none" strike="noStrike" kern="1200" cap="none" spc="0" normalizeH="0" baseline="0" noProof="0" smtClean="0">
                <a:ln>
                  <a:noFill/>
                </a:ln>
                <a:solidFill>
                  <a:prstClr val="black"/>
                </a:solidFill>
                <a:effectLst/>
                <a:uLnTx/>
                <a:uFillTx/>
                <a:latin typeface="Times New Roman" pitchFamily="18" charset="0"/>
                <a:ea typeface="宋体" pitchFamily="2" charset="-122"/>
                <a:cs typeface="+mn-cs"/>
              </a:rPr>
              <a:pPr marL="0" marR="0" lvl="0" indent="0" algn="r" defTabSz="914400" rtl="0" eaLnBrk="1" fontAlgn="auto" latinLnBrk="0" hangingPunct="1">
                <a:lnSpc>
                  <a:spcPct val="100000"/>
                </a:lnSpc>
                <a:spcBef>
                  <a:spcPct val="0"/>
                </a:spcBef>
                <a:spcAft>
                  <a:spcPts val="0"/>
                </a:spcAft>
                <a:buClrTx/>
                <a:buSzTx/>
                <a:buFontTx/>
                <a:buNone/>
                <a:tabLst/>
                <a:defRPr/>
              </a:pPr>
              <a:t>18</a:t>
            </a:fld>
            <a:endParaRPr kumimoji="1" lang="en-US" altLang="zh-CN" sz="1200" b="0"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33795" name="Rectangle 2"/>
          <p:cNvSpPr>
            <a:spLocks noGrp="1" noRot="1" noChangeAspect="1" noChangeArrowheads="1" noTextEdit="1"/>
          </p:cNvSpPr>
          <p:nvPr>
            <p:ph type="sldImg"/>
          </p:nvPr>
        </p:nvSpPr>
        <p:spPr>
          <a:xfrm>
            <a:off x="381000" y="685800"/>
            <a:ext cx="6096000" cy="3429000"/>
          </a:xfrm>
          <a:ln/>
        </p:spPr>
      </p:sp>
      <p:sp>
        <p:nvSpPr>
          <p:cNvPr id="33796" name="Rectangle 3"/>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p:spPr>
        <p:txBody>
          <a:bodyPr/>
          <a:lstStyle>
            <a:lvl1pPr algn="l" eaLnBrk="0" hangingPunct="0">
              <a:spcBef>
                <a:spcPct val="30000"/>
              </a:spcBef>
              <a:defRPr kumimoji="1" sz="1200">
                <a:solidFill>
                  <a:schemeClr val="tx1"/>
                </a:solidFill>
                <a:latin typeface="Times New Roman" pitchFamily="18" charset="0"/>
                <a:ea typeface="宋体" pitchFamily="2" charset="-122"/>
              </a:defRPr>
            </a:lvl1pPr>
            <a:lvl2pPr marL="742950" indent="-285750" algn="l" eaLnBrk="0" hangingPunct="0">
              <a:spcBef>
                <a:spcPct val="30000"/>
              </a:spcBef>
              <a:defRPr kumimoji="1" sz="1200">
                <a:solidFill>
                  <a:schemeClr val="tx1"/>
                </a:solidFill>
                <a:latin typeface="Times New Roman" pitchFamily="18" charset="0"/>
                <a:ea typeface="宋体" pitchFamily="2" charset="-122"/>
              </a:defRPr>
            </a:lvl2pPr>
            <a:lvl3pPr marL="1143000" indent="-228600" algn="l" eaLnBrk="0" hangingPunct="0">
              <a:spcBef>
                <a:spcPct val="30000"/>
              </a:spcBef>
              <a:defRPr kumimoji="1" sz="1200">
                <a:solidFill>
                  <a:schemeClr val="tx1"/>
                </a:solidFill>
                <a:latin typeface="Times New Roman" pitchFamily="18" charset="0"/>
                <a:ea typeface="宋体" pitchFamily="2" charset="-122"/>
              </a:defRPr>
            </a:lvl3pPr>
            <a:lvl4pPr marL="1600200" indent="-228600" algn="l" eaLnBrk="0" hangingPunct="0">
              <a:spcBef>
                <a:spcPct val="30000"/>
              </a:spcBef>
              <a:defRPr kumimoji="1" sz="1200">
                <a:solidFill>
                  <a:schemeClr val="tx1"/>
                </a:solidFill>
                <a:latin typeface="Times New Roman" pitchFamily="18" charset="0"/>
                <a:ea typeface="宋体" pitchFamily="2" charset="-122"/>
              </a:defRPr>
            </a:lvl4pPr>
            <a:lvl5pPr marL="2057400" indent="-228600" algn="l"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54225218-218C-4A56-9C0D-BFDBB81DC5CD}" type="slidenum">
              <a:rPr kumimoji="1" lang="en-US" altLang="zh-CN" sz="1200" b="0" i="0" u="none" strike="noStrike" kern="1200" cap="none" spc="0" normalizeH="0" baseline="0" noProof="0">
                <a:ln>
                  <a:noFill/>
                </a:ln>
                <a:solidFill>
                  <a:prstClr val="black"/>
                </a:solidFill>
                <a:effectLst/>
                <a:uLnTx/>
                <a:uFillTx/>
                <a:latin typeface="Times New Roman" pitchFamily="18" charset="0"/>
                <a:ea typeface="宋体" pitchFamily="2" charset="-122"/>
                <a:cs typeface="+mn-cs"/>
              </a:rPr>
              <a:pPr marL="0" marR="0" lvl="0" indent="0" algn="r" defTabSz="914400" rtl="0" eaLnBrk="1" fontAlgn="auto" latinLnBrk="0" hangingPunct="1">
                <a:lnSpc>
                  <a:spcPct val="100000"/>
                </a:lnSpc>
                <a:spcBef>
                  <a:spcPct val="0"/>
                </a:spcBef>
                <a:spcAft>
                  <a:spcPts val="0"/>
                </a:spcAft>
                <a:buClrTx/>
                <a:buSzTx/>
                <a:buFontTx/>
                <a:buNone/>
                <a:tabLst/>
                <a:defRPr/>
              </a:pPr>
              <a:t>20</a:t>
            </a:fld>
            <a:endParaRPr kumimoji="1" lang="en-US" altLang="zh-CN" sz="1200" b="0"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34819" name="Rectangle 2"/>
          <p:cNvSpPr>
            <a:spLocks noGrp="1" noRot="1" noChangeAspect="1" noChangeArrowheads="1" noTextEdit="1"/>
          </p:cNvSpPr>
          <p:nvPr>
            <p:ph type="sldImg"/>
          </p:nvPr>
        </p:nvSpPr>
        <p:spPr>
          <a:xfrm>
            <a:off x="381000" y="685800"/>
            <a:ext cx="6096000" cy="3429000"/>
          </a:xfrm>
          <a:ln/>
        </p:spPr>
      </p:sp>
      <p:sp>
        <p:nvSpPr>
          <p:cNvPr id="34820" name="Rectangle 3"/>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750AAE01-FCFE-43AF-9DA8-D3D7BBA85899}" type="slidenum">
              <a:rPr kumimoji="1" lang="en-US" altLang="zh-CN" sz="1200" b="0" i="0" u="none" strike="noStrike" kern="1200" cap="none" spc="0" normalizeH="0" baseline="0" noProof="0" smtClean="0">
                <a:ln>
                  <a:noFill/>
                </a:ln>
                <a:solidFill>
                  <a:prstClr val="black"/>
                </a:solidFill>
                <a:effectLst/>
                <a:uLnTx/>
                <a:uFillTx/>
                <a:latin typeface="Times New Roman" pitchFamily="18" charset="0"/>
                <a:ea typeface="宋体" pitchFamily="2" charset="-122"/>
                <a:cs typeface="+mn-cs"/>
              </a:rPr>
              <a:pPr marL="0" marR="0" lvl="0" indent="0" algn="r" defTabSz="914400" rtl="0" eaLnBrk="1" fontAlgn="auto" latinLnBrk="0" hangingPunct="1">
                <a:lnSpc>
                  <a:spcPct val="100000"/>
                </a:lnSpc>
                <a:spcBef>
                  <a:spcPct val="0"/>
                </a:spcBef>
                <a:spcAft>
                  <a:spcPts val="0"/>
                </a:spcAft>
                <a:buClrTx/>
                <a:buSzTx/>
                <a:buFontTx/>
                <a:buNone/>
                <a:tabLst/>
                <a:defRPr/>
              </a:pPr>
              <a:t>22</a:t>
            </a:fld>
            <a:endParaRPr kumimoji="1" lang="en-US" altLang="zh-CN" sz="1200" b="0"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49155" name="Rectangle 2"/>
          <p:cNvSpPr>
            <a:spLocks noGrp="1" noRot="1" noChangeAspect="1" noChangeArrowheads="1" noTextEdit="1"/>
          </p:cNvSpPr>
          <p:nvPr>
            <p:ph type="sldImg"/>
          </p:nvPr>
        </p:nvSpPr>
        <p:spPr>
          <a:xfrm>
            <a:off x="381000" y="685800"/>
            <a:ext cx="6096000" cy="3429000"/>
          </a:xfrm>
          <a:ln/>
        </p:spPr>
      </p:sp>
      <p:sp>
        <p:nvSpPr>
          <p:cNvPr id="49156" name="Rectangle 3"/>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F5FF4785-B414-491E-81B5-6FF6B03AF88C}" type="slidenum">
              <a:rPr kumimoji="1" lang="en-US" altLang="zh-CN" sz="1200" b="0" i="0" u="none" strike="noStrike" kern="1200" cap="none" spc="0" normalizeH="0" baseline="0" noProof="0" smtClean="0">
                <a:ln>
                  <a:noFill/>
                </a:ln>
                <a:solidFill>
                  <a:prstClr val="black"/>
                </a:solidFill>
                <a:effectLst/>
                <a:uLnTx/>
                <a:uFillTx/>
                <a:latin typeface="Times New Roman" pitchFamily="18" charset="0"/>
                <a:ea typeface="宋体" pitchFamily="2" charset="-122"/>
                <a:cs typeface="+mn-cs"/>
              </a:rPr>
              <a:pPr marL="0" marR="0" lvl="0" indent="0" algn="r" defTabSz="914400" rtl="0" eaLnBrk="1" fontAlgn="auto" latinLnBrk="0" hangingPunct="1">
                <a:lnSpc>
                  <a:spcPct val="100000"/>
                </a:lnSpc>
                <a:spcBef>
                  <a:spcPct val="0"/>
                </a:spcBef>
                <a:spcAft>
                  <a:spcPts val="0"/>
                </a:spcAft>
                <a:buClrTx/>
                <a:buSzTx/>
                <a:buFontTx/>
                <a:buNone/>
                <a:tabLst/>
                <a:defRPr/>
              </a:pPr>
              <a:t>23</a:t>
            </a:fld>
            <a:endParaRPr kumimoji="1" lang="en-US" altLang="zh-CN" sz="1200" b="0"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53251" name="Rectangle 2"/>
          <p:cNvSpPr>
            <a:spLocks noGrp="1" noRot="1" noChangeAspect="1" noChangeArrowheads="1" noTextEdit="1"/>
          </p:cNvSpPr>
          <p:nvPr>
            <p:ph type="sldImg"/>
          </p:nvPr>
        </p:nvSpPr>
        <p:spPr>
          <a:xfrm>
            <a:off x="381000" y="685800"/>
            <a:ext cx="6096000" cy="3429000"/>
          </a:xfrm>
          <a:ln/>
        </p:spPr>
      </p:sp>
      <p:sp>
        <p:nvSpPr>
          <p:cNvPr id="53252" name="Rectangle 3"/>
          <p:cNvSpPr>
            <a:spLocks noGrp="1" noChangeArrowheads="1"/>
          </p:cNvSpPr>
          <p:nvPr>
            <p:ph type="body" idx="1"/>
          </p:nvPr>
        </p:nvSpPr>
        <p:spPr>
          <a:noFill/>
        </p:spPr>
        <p:txBody>
          <a:bodyPr/>
          <a:lstStyle/>
          <a:p>
            <a:pPr eaLnBrk="1" hangingPunct="1"/>
            <a:endParaRPr lang="zh-CN" altLang="en-US" b="1" dirty="0">
              <a:solidFill>
                <a:schemeClr val="bg2"/>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7154560D-5F77-4C5B-BBC8-2880B2003D5A}" type="slidenum">
              <a:rPr kumimoji="1" lang="en-US" altLang="zh-CN" sz="1200" b="0" i="0" u="none" strike="noStrike" kern="1200" cap="none" spc="0" normalizeH="0" baseline="0" noProof="0" smtClean="0">
                <a:ln>
                  <a:noFill/>
                </a:ln>
                <a:solidFill>
                  <a:prstClr val="black"/>
                </a:solidFill>
                <a:effectLst/>
                <a:uLnTx/>
                <a:uFillTx/>
                <a:latin typeface="Times New Roman" pitchFamily="18" charset="0"/>
                <a:ea typeface="宋体" pitchFamily="2" charset="-122"/>
                <a:cs typeface="+mn-cs"/>
              </a:rPr>
              <a:pPr marL="0" marR="0" lvl="0" indent="0" algn="r" defTabSz="914400" rtl="0" eaLnBrk="1" fontAlgn="auto" latinLnBrk="0" hangingPunct="1">
                <a:lnSpc>
                  <a:spcPct val="100000"/>
                </a:lnSpc>
                <a:spcBef>
                  <a:spcPct val="0"/>
                </a:spcBef>
                <a:spcAft>
                  <a:spcPts val="0"/>
                </a:spcAft>
                <a:buClrTx/>
                <a:buSzTx/>
                <a:buFontTx/>
                <a:buNone/>
                <a:tabLst/>
                <a:defRPr/>
              </a:pPr>
              <a:t>24</a:t>
            </a:fld>
            <a:endParaRPr kumimoji="1" lang="en-US" altLang="zh-CN" sz="1200" b="0"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55299" name="Rectangle 2"/>
          <p:cNvSpPr>
            <a:spLocks noGrp="1" noRot="1" noChangeAspect="1" noChangeArrowheads="1" noTextEdit="1"/>
          </p:cNvSpPr>
          <p:nvPr>
            <p:ph type="sldImg"/>
          </p:nvPr>
        </p:nvSpPr>
        <p:spPr>
          <a:xfrm>
            <a:off x="381000" y="685800"/>
            <a:ext cx="6096000" cy="3429000"/>
          </a:xfrm>
          <a:ln/>
        </p:spPr>
      </p:sp>
      <p:sp>
        <p:nvSpPr>
          <p:cNvPr id="55300" name="Rectangle 3"/>
          <p:cNvSpPr>
            <a:spLocks noGrp="1" noChangeArrowheads="1"/>
          </p:cNvSpPr>
          <p:nvPr>
            <p:ph type="body" idx="1"/>
          </p:nvPr>
        </p:nvSpPr>
        <p:spPr>
          <a:noFill/>
        </p:spPr>
        <p:txBody>
          <a:bodyPr/>
          <a:lstStyle/>
          <a:p>
            <a:pPr eaLnBrk="1" hangingPunct="1"/>
            <a:r>
              <a:rPr lang="en-US" altLang="en-US" dirty="0"/>
              <a:t>x +=x </a:t>
            </a:r>
            <a:r>
              <a:rPr lang="zh-CN" altLang="en-US" dirty="0"/>
              <a:t>错误</a:t>
            </a:r>
            <a:endParaRPr lang="en-US"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7154560D-5F77-4C5B-BBC8-2880B2003D5A}" type="slidenum">
              <a:rPr kumimoji="1" lang="en-US" altLang="zh-CN" sz="1200" b="0" i="0" u="none" strike="noStrike" kern="1200" cap="none" spc="0" normalizeH="0" baseline="0" noProof="0" smtClean="0">
                <a:ln>
                  <a:noFill/>
                </a:ln>
                <a:solidFill>
                  <a:prstClr val="black"/>
                </a:solidFill>
                <a:effectLst/>
                <a:uLnTx/>
                <a:uFillTx/>
                <a:latin typeface="Times New Roman" pitchFamily="18" charset="0"/>
                <a:ea typeface="宋体" pitchFamily="2" charset="-122"/>
                <a:cs typeface="+mn-cs"/>
              </a:rPr>
              <a:pPr marL="0" marR="0" lvl="0" indent="0" algn="r" defTabSz="914400" rtl="0" eaLnBrk="1" fontAlgn="auto" latinLnBrk="0" hangingPunct="1">
                <a:lnSpc>
                  <a:spcPct val="100000"/>
                </a:lnSpc>
                <a:spcBef>
                  <a:spcPct val="0"/>
                </a:spcBef>
                <a:spcAft>
                  <a:spcPts val="0"/>
                </a:spcAft>
                <a:buClrTx/>
                <a:buSzTx/>
                <a:buFontTx/>
                <a:buNone/>
                <a:tabLst/>
                <a:defRPr/>
              </a:pPr>
              <a:t>25</a:t>
            </a:fld>
            <a:endParaRPr kumimoji="1" lang="en-US" altLang="zh-CN" sz="1200" b="0"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55299" name="Rectangle 2"/>
          <p:cNvSpPr>
            <a:spLocks noGrp="1" noRot="1" noChangeAspect="1" noChangeArrowheads="1" noTextEdit="1"/>
          </p:cNvSpPr>
          <p:nvPr>
            <p:ph type="sldImg"/>
          </p:nvPr>
        </p:nvSpPr>
        <p:spPr>
          <a:xfrm>
            <a:off x="381000" y="685800"/>
            <a:ext cx="6096000" cy="3429000"/>
          </a:xfrm>
          <a:ln/>
        </p:spPr>
      </p:sp>
      <p:sp>
        <p:nvSpPr>
          <p:cNvPr id="55300" name="Rectangle 3"/>
          <p:cNvSpPr>
            <a:spLocks noGrp="1" noChangeArrowheads="1"/>
          </p:cNvSpPr>
          <p:nvPr>
            <p:ph type="body" idx="1"/>
          </p:nvPr>
        </p:nvSpPr>
        <p:spPr>
          <a:noFill/>
        </p:spPr>
        <p:txBody>
          <a:bodyPr/>
          <a:lstStyle/>
          <a:p>
            <a:pPr eaLnBrk="1" hangingPunct="1"/>
            <a:r>
              <a:rPr lang="en-US" altLang="en-US" dirty="0"/>
              <a:t>x +=x </a:t>
            </a:r>
            <a:r>
              <a:rPr lang="zh-CN" altLang="en-US" dirty="0"/>
              <a:t>错误</a:t>
            </a:r>
            <a:endParaRPr lang="en-US"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7154560D-5F77-4C5B-BBC8-2880B2003D5A}" type="slidenum">
              <a:rPr kumimoji="1" lang="en-US" altLang="zh-CN" sz="1200" b="0" i="0" u="none" strike="noStrike" kern="1200" cap="none" spc="0" normalizeH="0" baseline="0" noProof="0" smtClean="0">
                <a:ln>
                  <a:noFill/>
                </a:ln>
                <a:solidFill>
                  <a:prstClr val="black"/>
                </a:solidFill>
                <a:effectLst/>
                <a:uLnTx/>
                <a:uFillTx/>
                <a:latin typeface="Times New Roman" pitchFamily="18" charset="0"/>
                <a:ea typeface="宋体" pitchFamily="2" charset="-122"/>
                <a:cs typeface="+mn-cs"/>
              </a:rPr>
              <a:pPr marL="0" marR="0" lvl="0" indent="0" algn="r" defTabSz="914400" rtl="0" eaLnBrk="1" fontAlgn="auto" latinLnBrk="0" hangingPunct="1">
                <a:lnSpc>
                  <a:spcPct val="100000"/>
                </a:lnSpc>
                <a:spcBef>
                  <a:spcPct val="0"/>
                </a:spcBef>
                <a:spcAft>
                  <a:spcPts val="0"/>
                </a:spcAft>
                <a:buClrTx/>
                <a:buSzTx/>
                <a:buFontTx/>
                <a:buNone/>
                <a:tabLst/>
                <a:defRPr/>
              </a:pPr>
              <a:t>26</a:t>
            </a:fld>
            <a:endParaRPr kumimoji="1" lang="en-US" altLang="zh-CN" sz="1200" b="0"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55299" name="Rectangle 2"/>
          <p:cNvSpPr>
            <a:spLocks noGrp="1" noRot="1" noChangeAspect="1" noChangeArrowheads="1" noTextEdit="1"/>
          </p:cNvSpPr>
          <p:nvPr>
            <p:ph type="sldImg"/>
          </p:nvPr>
        </p:nvSpPr>
        <p:spPr>
          <a:xfrm>
            <a:off x="381000" y="685800"/>
            <a:ext cx="6096000" cy="3429000"/>
          </a:xfrm>
          <a:ln/>
        </p:spPr>
      </p:sp>
      <p:sp>
        <p:nvSpPr>
          <p:cNvPr id="55300" name="Rectangle 3"/>
          <p:cNvSpPr>
            <a:spLocks noGrp="1" noChangeArrowheads="1"/>
          </p:cNvSpPr>
          <p:nvPr>
            <p:ph type="body" idx="1"/>
          </p:nvPr>
        </p:nvSpPr>
        <p:spPr>
          <a:noFill/>
        </p:spPr>
        <p:txBody>
          <a:bodyPr/>
          <a:lstStyle/>
          <a:p>
            <a:pPr eaLnBrk="1" hangingPunct="1"/>
            <a:r>
              <a:rPr lang="en-US" altLang="en-US" dirty="0"/>
              <a:t>x +=x </a:t>
            </a:r>
            <a:r>
              <a:rPr lang="zh-CN" altLang="en-US" dirty="0"/>
              <a:t>错误</a:t>
            </a:r>
            <a:endParaRPr lang="en-US"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12EBDDD7-33A1-4C5F-A02B-4BE2283877E7}" type="slidenum">
              <a:rPr kumimoji="1" lang="en-US" altLang="zh-CN" sz="1200" b="0" i="0" u="none" strike="noStrike" kern="1200" cap="none" spc="0" normalizeH="0" baseline="0" noProof="0" smtClean="0">
                <a:ln>
                  <a:noFill/>
                </a:ln>
                <a:solidFill>
                  <a:prstClr val="black"/>
                </a:solidFill>
                <a:effectLst/>
                <a:uLnTx/>
                <a:uFillTx/>
                <a:latin typeface="Times New Roman" pitchFamily="18" charset="0"/>
                <a:ea typeface="宋体" pitchFamily="2" charset="-122"/>
                <a:cs typeface="+mn-cs"/>
              </a:rPr>
              <a:pPr marL="0" marR="0" lvl="0" indent="0" algn="r" defTabSz="914400" rtl="0" eaLnBrk="1" fontAlgn="auto" latinLnBrk="0" hangingPunct="1">
                <a:lnSpc>
                  <a:spcPct val="100000"/>
                </a:lnSpc>
                <a:spcBef>
                  <a:spcPct val="0"/>
                </a:spcBef>
                <a:spcAft>
                  <a:spcPts val="0"/>
                </a:spcAft>
                <a:buClrTx/>
                <a:buSzTx/>
                <a:buFontTx/>
                <a:buNone/>
                <a:tabLst/>
                <a:defRPr/>
              </a:pPr>
              <a:t>27</a:t>
            </a:fld>
            <a:endParaRPr kumimoji="1" lang="en-US" altLang="zh-CN" sz="1200" b="0"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60419" name="Rectangle 2"/>
          <p:cNvSpPr>
            <a:spLocks noGrp="1" noRot="1" noChangeAspect="1" noChangeArrowheads="1" noTextEdit="1"/>
          </p:cNvSpPr>
          <p:nvPr>
            <p:ph type="sldImg"/>
          </p:nvPr>
        </p:nvSpPr>
        <p:spPr>
          <a:xfrm>
            <a:off x="381000" y="685800"/>
            <a:ext cx="6096000" cy="3429000"/>
          </a:xfrm>
          <a:ln/>
        </p:spPr>
      </p:sp>
      <p:sp>
        <p:nvSpPr>
          <p:cNvPr id="60420" name="Rectangle 3"/>
          <p:cNvSpPr>
            <a:spLocks noGrp="1" noChangeArrowheads="1"/>
          </p:cNvSpPr>
          <p:nvPr>
            <p:ph type="body" idx="1"/>
          </p:nvPr>
        </p:nvSpPr>
        <p:spPr>
          <a:noFill/>
        </p:spPr>
        <p:txBody>
          <a:bodyPr/>
          <a:lstStyle/>
          <a:p>
            <a:pPr eaLnBrk="1" hangingPunct="1"/>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ED2B2862-FD1E-4C95-91F3-A7E042521B0F}" type="slidenum">
              <a:rPr kumimoji="1" lang="en-US" altLang="zh-CN" sz="1200" b="0" i="0" u="none" strike="noStrike" kern="1200" cap="none" spc="0" normalizeH="0" baseline="0" noProof="0" smtClean="0">
                <a:ln>
                  <a:noFill/>
                </a:ln>
                <a:solidFill>
                  <a:prstClr val="black"/>
                </a:solidFill>
                <a:effectLst/>
                <a:uLnTx/>
                <a:uFillTx/>
                <a:latin typeface="Times New Roman" pitchFamily="18" charset="0"/>
                <a:ea typeface="宋体" pitchFamily="2" charset="-122"/>
                <a:cs typeface="+mn-cs"/>
              </a:rPr>
              <a:pPr marL="0" marR="0" lvl="0" indent="0" algn="r" defTabSz="914400" rtl="0" eaLnBrk="1" fontAlgn="auto" latinLnBrk="0" hangingPunct="1">
                <a:lnSpc>
                  <a:spcPct val="100000"/>
                </a:lnSpc>
                <a:spcBef>
                  <a:spcPct val="0"/>
                </a:spcBef>
                <a:spcAft>
                  <a:spcPts val="0"/>
                </a:spcAft>
                <a:buClrTx/>
                <a:buSzTx/>
                <a:buFontTx/>
                <a:buNone/>
                <a:tabLst/>
                <a:defRPr/>
              </a:pPr>
              <a:t>28</a:t>
            </a:fld>
            <a:endParaRPr kumimoji="1" lang="en-US" altLang="zh-CN" sz="1200" b="0"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61443" name="Rectangle 2"/>
          <p:cNvSpPr>
            <a:spLocks noGrp="1" noRot="1" noChangeAspect="1" noChangeArrowheads="1" noTextEdit="1"/>
          </p:cNvSpPr>
          <p:nvPr>
            <p:ph type="sldImg"/>
          </p:nvPr>
        </p:nvSpPr>
        <p:spPr>
          <a:xfrm>
            <a:off x="381000" y="685800"/>
            <a:ext cx="6096000" cy="3429000"/>
          </a:xfrm>
          <a:ln/>
        </p:spPr>
      </p:sp>
      <p:sp>
        <p:nvSpPr>
          <p:cNvPr id="61444" name="Rectangle 3"/>
          <p:cNvSpPr>
            <a:spLocks noGrp="1" noChangeArrowheads="1"/>
          </p:cNvSpPr>
          <p:nvPr>
            <p:ph type="body" idx="1"/>
          </p:nvPr>
        </p:nvSpPr>
        <p:spPr>
          <a:noFill/>
        </p:spPr>
        <p:txBody>
          <a:bodyPr/>
          <a:lstStyle/>
          <a:p>
            <a:pPr eaLnBrk="1" hangingPunct="1"/>
            <a:endParaRPr lang="zh-CN" altLang="en-US" b="1" dirty="0">
              <a:solidFill>
                <a:schemeClr val="bg2"/>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7154560D-5F77-4C5B-BBC8-2880B2003D5A}" type="slidenum">
              <a:rPr kumimoji="1" lang="en-US" altLang="zh-CN" sz="1200" b="0" i="0" u="none" strike="noStrike" kern="1200" cap="none" spc="0" normalizeH="0" baseline="0" noProof="0" smtClean="0">
                <a:ln>
                  <a:noFill/>
                </a:ln>
                <a:solidFill>
                  <a:prstClr val="black"/>
                </a:solidFill>
                <a:effectLst/>
                <a:uLnTx/>
                <a:uFillTx/>
                <a:latin typeface="Times New Roman" pitchFamily="18" charset="0"/>
                <a:ea typeface="宋体" pitchFamily="2" charset="-122"/>
                <a:cs typeface="+mn-cs"/>
              </a:rPr>
              <a:pPr marL="0" marR="0" lvl="0" indent="0" algn="r" defTabSz="914400" rtl="0" eaLnBrk="1" fontAlgn="auto" latinLnBrk="0" hangingPunct="1">
                <a:lnSpc>
                  <a:spcPct val="100000"/>
                </a:lnSpc>
                <a:spcBef>
                  <a:spcPct val="0"/>
                </a:spcBef>
                <a:spcAft>
                  <a:spcPts val="0"/>
                </a:spcAft>
                <a:buClrTx/>
                <a:buSzTx/>
                <a:buFontTx/>
                <a:buNone/>
                <a:tabLst/>
                <a:defRPr/>
              </a:pPr>
              <a:t>29</a:t>
            </a:fld>
            <a:endParaRPr kumimoji="1" lang="en-US" altLang="zh-CN" sz="1200" b="0"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55299" name="Rectangle 2"/>
          <p:cNvSpPr>
            <a:spLocks noGrp="1" noRot="1" noChangeAspect="1" noChangeArrowheads="1" noTextEdit="1"/>
          </p:cNvSpPr>
          <p:nvPr>
            <p:ph type="sldImg"/>
          </p:nvPr>
        </p:nvSpPr>
        <p:spPr>
          <a:xfrm>
            <a:off x="381000" y="685800"/>
            <a:ext cx="6096000" cy="3429000"/>
          </a:xfrm>
          <a:ln/>
        </p:spPr>
      </p:sp>
      <p:sp>
        <p:nvSpPr>
          <p:cNvPr id="55300" name="Rectangle 3"/>
          <p:cNvSpPr>
            <a:spLocks noGrp="1" noChangeArrowheads="1"/>
          </p:cNvSpPr>
          <p:nvPr>
            <p:ph type="body" idx="1"/>
          </p:nvPr>
        </p:nvSpPr>
        <p:spPr>
          <a:noFill/>
        </p:spPr>
        <p:txBody>
          <a:bodyPr/>
          <a:lstStyle/>
          <a:p>
            <a:pPr eaLnBrk="1" hangingPunct="1"/>
            <a:endParaRPr lang="en-US"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幻灯片图像占位符 1"/>
          <p:cNvSpPr>
            <a:spLocks noGrp="1" noRot="1" noChangeAspect="1" noTextEdit="1"/>
          </p:cNvSpPr>
          <p:nvPr>
            <p:ph type="sldImg"/>
          </p:nvPr>
        </p:nvSpPr>
        <p:spPr>
          <a:xfrm>
            <a:off x="381000" y="685800"/>
            <a:ext cx="6096000" cy="3429000"/>
          </a:xfrm>
          <a:ln/>
        </p:spPr>
      </p:sp>
      <p:sp>
        <p:nvSpPr>
          <p:cNvPr id="6553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
        <p:nvSpPr>
          <p:cNvPr id="61444" name="灯片编号占位符 3"/>
          <p:cNvSpPr>
            <a:spLocks noGrp="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A3CC5717-F9B2-4166-994E-9F40B93DD074}" type="slidenum">
              <a:rPr kumimoji="1" lang="en-US" altLang="en-US" sz="1200" b="0" i="0" u="none" strike="noStrike" kern="1200" cap="none" spc="0" normalizeH="0" baseline="0" noProof="0" smtClean="0">
                <a:ln>
                  <a:noFill/>
                </a:ln>
                <a:solidFill>
                  <a:srgbClr val="000000"/>
                </a:solidFill>
                <a:effectLst/>
                <a:uLnTx/>
                <a:uFillTx/>
                <a:latin typeface="Arial" pitchFamily="34" charset="0"/>
                <a:ea typeface="宋体" pitchFamily="2" charset="-122"/>
                <a:cs typeface="+mn-cs"/>
              </a:rPr>
              <a:pPr marL="0" marR="0" lvl="0" indent="0" algn="r" defTabSz="914400" rtl="0" eaLnBrk="1" fontAlgn="auto" latinLnBrk="0" hangingPunct="1">
                <a:lnSpc>
                  <a:spcPct val="100000"/>
                </a:lnSpc>
                <a:spcBef>
                  <a:spcPct val="0"/>
                </a:spcBef>
                <a:spcAft>
                  <a:spcPts val="0"/>
                </a:spcAft>
                <a:buClrTx/>
                <a:buSzTx/>
                <a:buFontTx/>
                <a:buNone/>
                <a:tabLst/>
                <a:defRPr/>
              </a:pPr>
              <a:t>30</a:t>
            </a:fld>
            <a:endParaRPr kumimoji="1" lang="en-US" altLang="en-US" sz="1200" b="0" i="0" u="none" strike="noStrike" kern="1200" cap="none" spc="0" normalizeH="0" baseline="0" noProof="0">
              <a:ln>
                <a:noFill/>
              </a:ln>
              <a:solidFill>
                <a:srgbClr val="000000"/>
              </a:solidFill>
              <a:effectLst/>
              <a:uLnTx/>
              <a:uFillTx/>
              <a:latin typeface="Arial" pitchFamily="34" charset="0"/>
              <a:ea typeface="宋体" pitchFamily="2" charset="-122"/>
              <a:cs typeface="+mn-c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F3066998-F796-4730-A877-9EC4C48F4585}" type="slidenum">
              <a:rPr kumimoji="1" lang="en-US" altLang="zh-CN" sz="1200" b="0" i="0" u="none" strike="noStrike" kern="1200" cap="none" spc="0" normalizeH="0" baseline="0" noProof="0" smtClean="0">
                <a:ln>
                  <a:noFill/>
                </a:ln>
                <a:solidFill>
                  <a:prstClr val="black"/>
                </a:solidFill>
                <a:effectLst/>
                <a:uLnTx/>
                <a:uFillTx/>
                <a:latin typeface="Times New Roman" pitchFamily="18" charset="0"/>
                <a:ea typeface="宋体" pitchFamily="2" charset="-122"/>
                <a:cs typeface="+mn-cs"/>
              </a:rPr>
              <a:pPr marL="0" marR="0" lvl="0" indent="0" algn="r" defTabSz="914400" rtl="0" eaLnBrk="1" fontAlgn="auto" latinLnBrk="0" hangingPunct="1">
                <a:lnSpc>
                  <a:spcPct val="100000"/>
                </a:lnSpc>
                <a:spcBef>
                  <a:spcPct val="0"/>
                </a:spcBef>
                <a:spcAft>
                  <a:spcPts val="0"/>
                </a:spcAft>
                <a:buClrTx/>
                <a:buSzTx/>
                <a:buFontTx/>
                <a:buNone/>
                <a:tabLst/>
                <a:defRPr/>
              </a:pPr>
              <a:t>31</a:t>
            </a:fld>
            <a:endParaRPr kumimoji="1" lang="en-US" altLang="zh-CN" sz="1200" b="0"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67587" name="Rectangle 2"/>
          <p:cNvSpPr>
            <a:spLocks noGrp="1" noRot="1" noChangeAspect="1" noChangeArrowheads="1" noTextEdit="1"/>
          </p:cNvSpPr>
          <p:nvPr>
            <p:ph type="sldImg"/>
          </p:nvPr>
        </p:nvSpPr>
        <p:spPr>
          <a:xfrm>
            <a:off x="381000" y="685800"/>
            <a:ext cx="6096000" cy="3429000"/>
          </a:xfrm>
          <a:ln/>
        </p:spPr>
      </p:sp>
      <p:sp>
        <p:nvSpPr>
          <p:cNvPr id="67588" name="Rectangle 3"/>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lvl1pPr algn="l" eaLnBrk="0" hangingPunct="0">
              <a:spcBef>
                <a:spcPct val="30000"/>
              </a:spcBef>
              <a:defRPr kumimoji="1" sz="1200">
                <a:solidFill>
                  <a:schemeClr val="tx1"/>
                </a:solidFill>
                <a:latin typeface="Times New Roman" pitchFamily="18" charset="0"/>
                <a:ea typeface="宋体" pitchFamily="2" charset="-122"/>
              </a:defRPr>
            </a:lvl1pPr>
            <a:lvl2pPr marL="742950" indent="-285750" algn="l" eaLnBrk="0" hangingPunct="0">
              <a:spcBef>
                <a:spcPct val="30000"/>
              </a:spcBef>
              <a:defRPr kumimoji="1" sz="1200">
                <a:solidFill>
                  <a:schemeClr val="tx1"/>
                </a:solidFill>
                <a:latin typeface="Times New Roman" pitchFamily="18" charset="0"/>
                <a:ea typeface="宋体" pitchFamily="2" charset="-122"/>
              </a:defRPr>
            </a:lvl2pPr>
            <a:lvl3pPr marL="1143000" indent="-228600" algn="l" eaLnBrk="0" hangingPunct="0">
              <a:spcBef>
                <a:spcPct val="30000"/>
              </a:spcBef>
              <a:defRPr kumimoji="1" sz="1200">
                <a:solidFill>
                  <a:schemeClr val="tx1"/>
                </a:solidFill>
                <a:latin typeface="Times New Roman" pitchFamily="18" charset="0"/>
                <a:ea typeface="宋体" pitchFamily="2" charset="-122"/>
              </a:defRPr>
            </a:lvl3pPr>
            <a:lvl4pPr marL="1600200" indent="-228600" algn="l" eaLnBrk="0" hangingPunct="0">
              <a:spcBef>
                <a:spcPct val="30000"/>
              </a:spcBef>
              <a:defRPr kumimoji="1" sz="1200">
                <a:solidFill>
                  <a:schemeClr val="tx1"/>
                </a:solidFill>
                <a:latin typeface="Times New Roman" pitchFamily="18" charset="0"/>
                <a:ea typeface="宋体" pitchFamily="2" charset="-122"/>
              </a:defRPr>
            </a:lvl4pPr>
            <a:lvl5pPr marL="2057400" indent="-228600" algn="l"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9BDA7E82-6EE1-4389-B8BC-6FD035D2C23D}" type="slidenum">
              <a:rPr kumimoji="1" lang="en-US" altLang="zh-CN" sz="1200" b="0" i="0" u="none" strike="noStrike" kern="1200" cap="none" spc="0" normalizeH="0" baseline="0" noProof="0">
                <a:ln>
                  <a:noFill/>
                </a:ln>
                <a:solidFill>
                  <a:prstClr val="black"/>
                </a:solidFill>
                <a:effectLst/>
                <a:uLnTx/>
                <a:uFillTx/>
                <a:latin typeface="Times New Roman" pitchFamily="18" charset="0"/>
                <a:ea typeface="宋体" pitchFamily="2" charset="-122"/>
                <a:cs typeface="+mn-cs"/>
              </a:rPr>
              <a:pPr marL="0" marR="0" lvl="0" indent="0" algn="r" defTabSz="914400" rtl="0" eaLnBrk="1" fontAlgn="auto" latinLnBrk="0" hangingPunct="1">
                <a:lnSpc>
                  <a:spcPct val="100000"/>
                </a:lnSpc>
                <a:spcBef>
                  <a:spcPct val="0"/>
                </a:spcBef>
                <a:spcAft>
                  <a:spcPts val="0"/>
                </a:spcAft>
                <a:buClrTx/>
                <a:buSzTx/>
                <a:buFontTx/>
                <a:buNone/>
                <a:tabLst/>
                <a:defRPr/>
              </a:pPr>
              <a:t>32</a:t>
            </a:fld>
            <a:endParaRPr kumimoji="1" lang="en-US" altLang="zh-CN" sz="1200" b="0"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71683" name="Rectangle 2"/>
          <p:cNvSpPr>
            <a:spLocks noGrp="1" noRot="1" noChangeAspect="1" noChangeArrowheads="1" noTextEdit="1"/>
          </p:cNvSpPr>
          <p:nvPr>
            <p:ph type="sldImg"/>
          </p:nvPr>
        </p:nvSpPr>
        <p:spPr>
          <a:xfrm>
            <a:off x="381000" y="685800"/>
            <a:ext cx="6096000" cy="3429000"/>
          </a:xfrm>
          <a:ln/>
        </p:spPr>
      </p:sp>
      <p:sp>
        <p:nvSpPr>
          <p:cNvPr id="71684" name="Rectangle 3"/>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lvl1pPr algn="l" eaLnBrk="0" hangingPunct="0">
              <a:spcBef>
                <a:spcPct val="30000"/>
              </a:spcBef>
              <a:defRPr kumimoji="1" sz="1200">
                <a:solidFill>
                  <a:schemeClr val="tx1"/>
                </a:solidFill>
                <a:latin typeface="Times New Roman" pitchFamily="18" charset="0"/>
                <a:ea typeface="宋体" pitchFamily="2" charset="-122"/>
              </a:defRPr>
            </a:lvl1pPr>
            <a:lvl2pPr marL="742950" indent="-285750" algn="l" eaLnBrk="0" hangingPunct="0">
              <a:spcBef>
                <a:spcPct val="30000"/>
              </a:spcBef>
              <a:defRPr kumimoji="1" sz="1200">
                <a:solidFill>
                  <a:schemeClr val="tx1"/>
                </a:solidFill>
                <a:latin typeface="Times New Roman" pitchFamily="18" charset="0"/>
                <a:ea typeface="宋体" pitchFamily="2" charset="-122"/>
              </a:defRPr>
            </a:lvl2pPr>
            <a:lvl3pPr marL="1143000" indent="-228600" algn="l" eaLnBrk="0" hangingPunct="0">
              <a:spcBef>
                <a:spcPct val="30000"/>
              </a:spcBef>
              <a:defRPr kumimoji="1" sz="1200">
                <a:solidFill>
                  <a:schemeClr val="tx1"/>
                </a:solidFill>
                <a:latin typeface="Times New Roman" pitchFamily="18" charset="0"/>
                <a:ea typeface="宋体" pitchFamily="2" charset="-122"/>
              </a:defRPr>
            </a:lvl3pPr>
            <a:lvl4pPr marL="1600200" indent="-228600" algn="l" eaLnBrk="0" hangingPunct="0">
              <a:spcBef>
                <a:spcPct val="30000"/>
              </a:spcBef>
              <a:defRPr kumimoji="1" sz="1200">
                <a:solidFill>
                  <a:schemeClr val="tx1"/>
                </a:solidFill>
                <a:latin typeface="Times New Roman" pitchFamily="18" charset="0"/>
                <a:ea typeface="宋体" pitchFamily="2" charset="-122"/>
              </a:defRPr>
            </a:lvl4pPr>
            <a:lvl5pPr marL="2057400" indent="-228600" algn="l"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543C962A-C7A8-4EFE-A85B-909083E73AC8}" type="slidenum">
              <a:rPr kumimoji="1" lang="en-US" altLang="zh-CN" sz="1200" b="0" i="0" u="none" strike="noStrike" kern="1200" cap="none" spc="0" normalizeH="0" baseline="0" noProof="0">
                <a:ln>
                  <a:noFill/>
                </a:ln>
                <a:solidFill>
                  <a:prstClr val="black"/>
                </a:solidFill>
                <a:effectLst/>
                <a:uLnTx/>
                <a:uFillTx/>
                <a:latin typeface="Times New Roman" pitchFamily="18" charset="0"/>
                <a:ea typeface="宋体" pitchFamily="2" charset="-122"/>
                <a:cs typeface="+mn-cs"/>
              </a:rPr>
              <a:pPr marL="0" marR="0" lvl="0" indent="0" algn="r" defTabSz="914400" rtl="0" eaLnBrk="1" fontAlgn="auto" latinLnBrk="0" hangingPunct="1">
                <a:lnSpc>
                  <a:spcPct val="100000"/>
                </a:lnSpc>
                <a:spcBef>
                  <a:spcPct val="0"/>
                </a:spcBef>
                <a:spcAft>
                  <a:spcPts val="0"/>
                </a:spcAft>
                <a:buClrTx/>
                <a:buSzTx/>
                <a:buFontTx/>
                <a:buNone/>
                <a:tabLst/>
                <a:defRPr/>
              </a:pPr>
              <a:t>33</a:t>
            </a:fld>
            <a:endParaRPr kumimoji="1" lang="en-US" altLang="zh-CN" sz="1200" b="0"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79875" name="Rectangle 2"/>
          <p:cNvSpPr>
            <a:spLocks noGrp="1" noRot="1" noChangeAspect="1" noChangeArrowheads="1" noTextEdit="1"/>
          </p:cNvSpPr>
          <p:nvPr>
            <p:ph type="sldImg"/>
          </p:nvPr>
        </p:nvSpPr>
        <p:spPr>
          <a:xfrm>
            <a:off x="381000" y="685800"/>
            <a:ext cx="6096000" cy="3429000"/>
          </a:xfrm>
          <a:ln/>
        </p:spPr>
      </p:sp>
      <p:sp>
        <p:nvSpPr>
          <p:cNvPr id="79876" name="Rectangle 3"/>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lvl1pPr algn="l" eaLnBrk="0" hangingPunct="0">
              <a:spcBef>
                <a:spcPct val="30000"/>
              </a:spcBef>
              <a:defRPr kumimoji="1" sz="1200">
                <a:solidFill>
                  <a:schemeClr val="tx1"/>
                </a:solidFill>
                <a:latin typeface="Times New Roman" pitchFamily="18" charset="0"/>
                <a:ea typeface="宋体" pitchFamily="2" charset="-122"/>
              </a:defRPr>
            </a:lvl1pPr>
            <a:lvl2pPr marL="742950" indent="-285750" algn="l" eaLnBrk="0" hangingPunct="0">
              <a:spcBef>
                <a:spcPct val="30000"/>
              </a:spcBef>
              <a:defRPr kumimoji="1" sz="1200">
                <a:solidFill>
                  <a:schemeClr val="tx1"/>
                </a:solidFill>
                <a:latin typeface="Times New Roman" pitchFamily="18" charset="0"/>
                <a:ea typeface="宋体" pitchFamily="2" charset="-122"/>
              </a:defRPr>
            </a:lvl2pPr>
            <a:lvl3pPr marL="1143000" indent="-228600" algn="l" eaLnBrk="0" hangingPunct="0">
              <a:spcBef>
                <a:spcPct val="30000"/>
              </a:spcBef>
              <a:defRPr kumimoji="1" sz="1200">
                <a:solidFill>
                  <a:schemeClr val="tx1"/>
                </a:solidFill>
                <a:latin typeface="Times New Roman" pitchFamily="18" charset="0"/>
                <a:ea typeface="宋体" pitchFamily="2" charset="-122"/>
              </a:defRPr>
            </a:lvl3pPr>
            <a:lvl4pPr marL="1600200" indent="-228600" algn="l" eaLnBrk="0" hangingPunct="0">
              <a:spcBef>
                <a:spcPct val="30000"/>
              </a:spcBef>
              <a:defRPr kumimoji="1" sz="1200">
                <a:solidFill>
                  <a:schemeClr val="tx1"/>
                </a:solidFill>
                <a:latin typeface="Times New Roman" pitchFamily="18" charset="0"/>
                <a:ea typeface="宋体" pitchFamily="2" charset="-122"/>
              </a:defRPr>
            </a:lvl4pPr>
            <a:lvl5pPr marL="2057400" indent="-228600" algn="l"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B074B22C-4C9A-4396-97CE-1A5F6495C27E}" type="slidenum">
              <a:rPr kumimoji="1" lang="en-US" altLang="zh-CN" sz="1200" b="0" i="0" u="none" strike="noStrike" kern="1200" cap="none" spc="0" normalizeH="0" baseline="0" noProof="0">
                <a:ln>
                  <a:noFill/>
                </a:ln>
                <a:solidFill>
                  <a:prstClr val="black"/>
                </a:solidFill>
                <a:effectLst/>
                <a:uLnTx/>
                <a:uFillTx/>
                <a:latin typeface="Times New Roman" pitchFamily="18" charset="0"/>
                <a:ea typeface="宋体" pitchFamily="2" charset="-122"/>
                <a:cs typeface="+mn-cs"/>
              </a:rPr>
              <a:pPr marL="0" marR="0" lvl="0" indent="0" algn="r" defTabSz="914400" rtl="0" eaLnBrk="1" fontAlgn="auto" latinLnBrk="0" hangingPunct="1">
                <a:lnSpc>
                  <a:spcPct val="100000"/>
                </a:lnSpc>
                <a:spcBef>
                  <a:spcPct val="0"/>
                </a:spcBef>
                <a:spcAft>
                  <a:spcPts val="0"/>
                </a:spcAft>
                <a:buClrTx/>
                <a:buSzTx/>
                <a:buFontTx/>
                <a:buNone/>
                <a:tabLst/>
                <a:defRPr/>
              </a:pPr>
              <a:t>34</a:t>
            </a:fld>
            <a:endParaRPr kumimoji="1" lang="en-US" altLang="zh-CN" sz="1200" b="0"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84995" name="Rectangle 2"/>
          <p:cNvSpPr>
            <a:spLocks noGrp="1" noRot="1" noChangeAspect="1" noChangeArrowheads="1" noTextEdit="1"/>
          </p:cNvSpPr>
          <p:nvPr>
            <p:ph type="sldImg"/>
          </p:nvPr>
        </p:nvSpPr>
        <p:spPr>
          <a:xfrm>
            <a:off x="381000" y="685800"/>
            <a:ext cx="6096000" cy="3429000"/>
          </a:xfrm>
          <a:ln/>
        </p:spPr>
      </p:sp>
      <p:sp>
        <p:nvSpPr>
          <p:cNvPr id="84996" name="Rectangle 3"/>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lvl1pPr algn="l" eaLnBrk="0" hangingPunct="0">
              <a:spcBef>
                <a:spcPct val="30000"/>
              </a:spcBef>
              <a:defRPr kumimoji="1" sz="1200">
                <a:solidFill>
                  <a:schemeClr val="tx1"/>
                </a:solidFill>
                <a:latin typeface="Times New Roman" pitchFamily="18" charset="0"/>
                <a:ea typeface="宋体" pitchFamily="2" charset="-122"/>
              </a:defRPr>
            </a:lvl1pPr>
            <a:lvl2pPr marL="742950" indent="-285750" algn="l" eaLnBrk="0" hangingPunct="0">
              <a:spcBef>
                <a:spcPct val="30000"/>
              </a:spcBef>
              <a:defRPr kumimoji="1" sz="1200">
                <a:solidFill>
                  <a:schemeClr val="tx1"/>
                </a:solidFill>
                <a:latin typeface="Times New Roman" pitchFamily="18" charset="0"/>
                <a:ea typeface="宋体" pitchFamily="2" charset="-122"/>
              </a:defRPr>
            </a:lvl2pPr>
            <a:lvl3pPr marL="1143000" indent="-228600" algn="l" eaLnBrk="0" hangingPunct="0">
              <a:spcBef>
                <a:spcPct val="30000"/>
              </a:spcBef>
              <a:defRPr kumimoji="1" sz="1200">
                <a:solidFill>
                  <a:schemeClr val="tx1"/>
                </a:solidFill>
                <a:latin typeface="Times New Roman" pitchFamily="18" charset="0"/>
                <a:ea typeface="宋体" pitchFamily="2" charset="-122"/>
              </a:defRPr>
            </a:lvl3pPr>
            <a:lvl4pPr marL="1600200" indent="-228600" algn="l" eaLnBrk="0" hangingPunct="0">
              <a:spcBef>
                <a:spcPct val="30000"/>
              </a:spcBef>
              <a:defRPr kumimoji="1" sz="1200">
                <a:solidFill>
                  <a:schemeClr val="tx1"/>
                </a:solidFill>
                <a:latin typeface="Times New Roman" pitchFamily="18" charset="0"/>
                <a:ea typeface="宋体" pitchFamily="2" charset="-122"/>
              </a:defRPr>
            </a:lvl4pPr>
            <a:lvl5pPr marL="2057400" indent="-228600" algn="l"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B9993C25-E8AD-41C0-8933-C287A86CAD4B}" type="slidenum">
              <a:rPr kumimoji="1" lang="en-US" altLang="zh-CN" sz="1200" b="0" i="0" u="none" strike="noStrike" kern="1200" cap="none" spc="0" normalizeH="0" baseline="0" noProof="0">
                <a:ln>
                  <a:noFill/>
                </a:ln>
                <a:solidFill>
                  <a:prstClr val="black"/>
                </a:solidFill>
                <a:effectLst/>
                <a:uLnTx/>
                <a:uFillTx/>
                <a:latin typeface="Times New Roman" pitchFamily="18" charset="0"/>
                <a:ea typeface="宋体" pitchFamily="2" charset="-122"/>
                <a:cs typeface="+mn-cs"/>
              </a:rPr>
              <a:pPr marL="0" marR="0" lvl="0" indent="0" algn="r" defTabSz="914400" rtl="0" eaLnBrk="1" fontAlgn="auto" latinLnBrk="0" hangingPunct="1">
                <a:lnSpc>
                  <a:spcPct val="100000"/>
                </a:lnSpc>
                <a:spcBef>
                  <a:spcPct val="0"/>
                </a:spcBef>
                <a:spcAft>
                  <a:spcPts val="0"/>
                </a:spcAft>
                <a:buClrTx/>
                <a:buSzTx/>
                <a:buFontTx/>
                <a:buNone/>
                <a:tabLst/>
                <a:defRPr/>
              </a:pPr>
              <a:t>36</a:t>
            </a:fld>
            <a:endParaRPr kumimoji="1" lang="en-US" altLang="zh-CN" sz="1200" b="0"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87043" name="Rectangle 2"/>
          <p:cNvSpPr>
            <a:spLocks noGrp="1" noRot="1" noChangeAspect="1" noChangeArrowheads="1" noTextEdit="1"/>
          </p:cNvSpPr>
          <p:nvPr>
            <p:ph type="sldImg"/>
          </p:nvPr>
        </p:nvSpPr>
        <p:spPr>
          <a:xfrm>
            <a:off x="381000" y="685800"/>
            <a:ext cx="6096000" cy="3429000"/>
          </a:xfrm>
          <a:ln/>
        </p:spPr>
      </p:sp>
      <p:sp>
        <p:nvSpPr>
          <p:cNvPr id="87044" name="Rectangle 3"/>
          <p:cNvSpPr>
            <a:spLocks noGrp="1" noChangeArrowheads="1"/>
          </p:cNvSpPr>
          <p:nvPr>
            <p:ph type="body" idx="1"/>
          </p:nvPr>
        </p:nvSpPr>
        <p:spPr>
          <a:noFill/>
        </p:spPr>
        <p:txBody>
          <a:bodyPr/>
          <a:lstStyle/>
          <a:p>
            <a:pPr eaLnBrk="1" hangingPunct="1"/>
            <a:endParaRPr lang="zh-CN" alt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lvl1pPr algn="l" eaLnBrk="0" hangingPunct="0">
              <a:spcBef>
                <a:spcPct val="30000"/>
              </a:spcBef>
              <a:defRPr kumimoji="1" sz="1200">
                <a:solidFill>
                  <a:schemeClr val="tx1"/>
                </a:solidFill>
                <a:latin typeface="Times New Roman" pitchFamily="18" charset="0"/>
                <a:ea typeface="宋体" pitchFamily="2" charset="-122"/>
              </a:defRPr>
            </a:lvl1pPr>
            <a:lvl2pPr marL="742950" indent="-285750" algn="l" eaLnBrk="0" hangingPunct="0">
              <a:spcBef>
                <a:spcPct val="30000"/>
              </a:spcBef>
              <a:defRPr kumimoji="1" sz="1200">
                <a:solidFill>
                  <a:schemeClr val="tx1"/>
                </a:solidFill>
                <a:latin typeface="Times New Roman" pitchFamily="18" charset="0"/>
                <a:ea typeface="宋体" pitchFamily="2" charset="-122"/>
              </a:defRPr>
            </a:lvl2pPr>
            <a:lvl3pPr marL="1143000" indent="-228600" algn="l" eaLnBrk="0" hangingPunct="0">
              <a:spcBef>
                <a:spcPct val="30000"/>
              </a:spcBef>
              <a:defRPr kumimoji="1" sz="1200">
                <a:solidFill>
                  <a:schemeClr val="tx1"/>
                </a:solidFill>
                <a:latin typeface="Times New Roman" pitchFamily="18" charset="0"/>
                <a:ea typeface="宋体" pitchFamily="2" charset="-122"/>
              </a:defRPr>
            </a:lvl3pPr>
            <a:lvl4pPr marL="1600200" indent="-228600" algn="l" eaLnBrk="0" hangingPunct="0">
              <a:spcBef>
                <a:spcPct val="30000"/>
              </a:spcBef>
              <a:defRPr kumimoji="1" sz="1200">
                <a:solidFill>
                  <a:schemeClr val="tx1"/>
                </a:solidFill>
                <a:latin typeface="Times New Roman" pitchFamily="18" charset="0"/>
                <a:ea typeface="宋体" pitchFamily="2" charset="-122"/>
              </a:defRPr>
            </a:lvl4pPr>
            <a:lvl5pPr marL="2057400" indent="-228600" algn="l"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B9993C25-E8AD-41C0-8933-C287A86CAD4B}" type="slidenum">
              <a:rPr kumimoji="1" lang="en-US" altLang="zh-CN" sz="1200" b="0" i="0" u="none" strike="noStrike" kern="1200" cap="none" spc="0" normalizeH="0" baseline="0" noProof="0">
                <a:ln>
                  <a:noFill/>
                </a:ln>
                <a:solidFill>
                  <a:prstClr val="black"/>
                </a:solidFill>
                <a:effectLst/>
                <a:uLnTx/>
                <a:uFillTx/>
                <a:latin typeface="Times New Roman" pitchFamily="18" charset="0"/>
                <a:ea typeface="宋体" pitchFamily="2" charset="-122"/>
                <a:cs typeface="+mn-cs"/>
              </a:rPr>
              <a:pPr marL="0" marR="0" lvl="0" indent="0" algn="r" defTabSz="914400" rtl="0" eaLnBrk="1" fontAlgn="auto" latinLnBrk="0" hangingPunct="1">
                <a:lnSpc>
                  <a:spcPct val="100000"/>
                </a:lnSpc>
                <a:spcBef>
                  <a:spcPct val="0"/>
                </a:spcBef>
                <a:spcAft>
                  <a:spcPts val="0"/>
                </a:spcAft>
                <a:buClrTx/>
                <a:buSzTx/>
                <a:buFontTx/>
                <a:buNone/>
                <a:tabLst/>
                <a:defRPr/>
              </a:pPr>
              <a:t>37</a:t>
            </a:fld>
            <a:endParaRPr kumimoji="1" lang="en-US" altLang="zh-CN" sz="1200" b="0"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87043" name="Rectangle 2"/>
          <p:cNvSpPr>
            <a:spLocks noGrp="1" noRot="1" noChangeAspect="1" noChangeArrowheads="1" noTextEdit="1"/>
          </p:cNvSpPr>
          <p:nvPr>
            <p:ph type="sldImg"/>
          </p:nvPr>
        </p:nvSpPr>
        <p:spPr>
          <a:xfrm>
            <a:off x="381000" y="685800"/>
            <a:ext cx="6096000" cy="3429000"/>
          </a:xfrm>
          <a:ln/>
        </p:spPr>
      </p:sp>
      <p:sp>
        <p:nvSpPr>
          <p:cNvPr id="87044" name="Rectangle 3"/>
          <p:cNvSpPr>
            <a:spLocks noGrp="1" noChangeArrowheads="1"/>
          </p:cNvSpPr>
          <p:nvPr>
            <p:ph type="body" idx="1"/>
          </p:nvPr>
        </p:nvSpPr>
        <p:spPr>
          <a:noFill/>
        </p:spPr>
        <p:txBody>
          <a:bodyPr/>
          <a:lstStyle/>
          <a:p>
            <a:pPr eaLnBrk="1" hangingPunct="1"/>
            <a:endParaRPr lang="zh-CN" alt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F42E6958-BBA9-44AF-B4D4-7B83D7A1BB8A}" type="slidenum">
              <a:rPr kumimoji="1" lang="en-US" altLang="zh-CN" sz="1200" b="0" i="0" u="none" strike="noStrike" kern="1200" cap="none" spc="0" normalizeH="0" baseline="0" noProof="0">
                <a:ln>
                  <a:noFill/>
                </a:ln>
                <a:solidFill>
                  <a:prstClr val="black"/>
                </a:solidFill>
                <a:effectLst/>
                <a:uLnTx/>
                <a:uFillTx/>
                <a:latin typeface="Times New Roman" pitchFamily="18" charset="0"/>
                <a:ea typeface="宋体" pitchFamily="2" charset="-122"/>
                <a:cs typeface="+mn-cs"/>
              </a:rPr>
              <a:pPr marL="0" marR="0" lvl="0" indent="0" algn="r" defTabSz="914400" rtl="0" eaLnBrk="1" fontAlgn="auto" latinLnBrk="0" hangingPunct="1">
                <a:lnSpc>
                  <a:spcPct val="100000"/>
                </a:lnSpc>
                <a:spcBef>
                  <a:spcPct val="0"/>
                </a:spcBef>
                <a:spcAft>
                  <a:spcPts val="0"/>
                </a:spcAft>
                <a:buClrTx/>
                <a:buSzTx/>
                <a:buFontTx/>
                <a:buNone/>
                <a:tabLst/>
                <a:defRPr/>
              </a:pPr>
              <a:t>38</a:t>
            </a:fld>
            <a:endParaRPr kumimoji="1" lang="en-US" altLang="zh-CN" sz="1200" b="0"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46083" name="Rectangle 2"/>
          <p:cNvSpPr>
            <a:spLocks noGrp="1" noRot="1" noChangeAspect="1" noChangeArrowheads="1" noTextEdit="1"/>
          </p:cNvSpPr>
          <p:nvPr>
            <p:ph type="sldImg"/>
          </p:nvPr>
        </p:nvSpPr>
        <p:spPr>
          <a:xfrm>
            <a:off x="381000" y="685800"/>
            <a:ext cx="6096000" cy="3429000"/>
          </a:xfrm>
          <a:ln/>
        </p:spPr>
      </p:sp>
      <p:sp>
        <p:nvSpPr>
          <p:cNvPr id="46084" name="Rectangle 3"/>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lvl1pPr algn="l" eaLnBrk="0" hangingPunct="0">
              <a:spcBef>
                <a:spcPct val="30000"/>
              </a:spcBef>
              <a:defRPr kumimoji="1" sz="1200">
                <a:solidFill>
                  <a:schemeClr val="tx1"/>
                </a:solidFill>
                <a:latin typeface="Times New Roman" pitchFamily="18" charset="0"/>
                <a:ea typeface="宋体" pitchFamily="2" charset="-122"/>
              </a:defRPr>
            </a:lvl1pPr>
            <a:lvl2pPr marL="742950" indent="-285750" algn="l" eaLnBrk="0" hangingPunct="0">
              <a:spcBef>
                <a:spcPct val="30000"/>
              </a:spcBef>
              <a:defRPr kumimoji="1" sz="1200">
                <a:solidFill>
                  <a:schemeClr val="tx1"/>
                </a:solidFill>
                <a:latin typeface="Times New Roman" pitchFamily="18" charset="0"/>
                <a:ea typeface="宋体" pitchFamily="2" charset="-122"/>
              </a:defRPr>
            </a:lvl2pPr>
            <a:lvl3pPr marL="1143000" indent="-228600" algn="l" eaLnBrk="0" hangingPunct="0">
              <a:spcBef>
                <a:spcPct val="30000"/>
              </a:spcBef>
              <a:defRPr kumimoji="1" sz="1200">
                <a:solidFill>
                  <a:schemeClr val="tx1"/>
                </a:solidFill>
                <a:latin typeface="Times New Roman" pitchFamily="18" charset="0"/>
                <a:ea typeface="宋体" pitchFamily="2" charset="-122"/>
              </a:defRPr>
            </a:lvl3pPr>
            <a:lvl4pPr marL="1600200" indent="-228600" algn="l" eaLnBrk="0" hangingPunct="0">
              <a:spcBef>
                <a:spcPct val="30000"/>
              </a:spcBef>
              <a:defRPr kumimoji="1" sz="1200">
                <a:solidFill>
                  <a:schemeClr val="tx1"/>
                </a:solidFill>
                <a:latin typeface="Times New Roman" pitchFamily="18" charset="0"/>
                <a:ea typeface="宋体" pitchFamily="2" charset="-122"/>
              </a:defRPr>
            </a:lvl4pPr>
            <a:lvl5pPr marL="2057400" indent="-228600" algn="l"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B9993C25-E8AD-41C0-8933-C287A86CAD4B}" type="slidenum">
              <a:rPr kumimoji="1" lang="en-US" altLang="zh-CN" sz="1200" b="0" i="0" u="none" strike="noStrike" kern="1200" cap="none" spc="0" normalizeH="0" baseline="0" noProof="0">
                <a:ln>
                  <a:noFill/>
                </a:ln>
                <a:solidFill>
                  <a:prstClr val="black"/>
                </a:solidFill>
                <a:effectLst/>
                <a:uLnTx/>
                <a:uFillTx/>
                <a:latin typeface="Times New Roman" pitchFamily="18" charset="0"/>
                <a:ea typeface="宋体" pitchFamily="2" charset="-122"/>
                <a:cs typeface="+mn-cs"/>
              </a:rPr>
              <a:pPr marL="0" marR="0" lvl="0" indent="0" algn="r" defTabSz="914400" rtl="0" eaLnBrk="1" fontAlgn="auto" latinLnBrk="0" hangingPunct="1">
                <a:lnSpc>
                  <a:spcPct val="100000"/>
                </a:lnSpc>
                <a:spcBef>
                  <a:spcPct val="0"/>
                </a:spcBef>
                <a:spcAft>
                  <a:spcPts val="0"/>
                </a:spcAft>
                <a:buClrTx/>
                <a:buSzTx/>
                <a:buFontTx/>
                <a:buNone/>
                <a:tabLst/>
                <a:defRPr/>
              </a:pPr>
              <a:t>39</a:t>
            </a:fld>
            <a:endParaRPr kumimoji="1" lang="en-US" altLang="zh-CN" sz="1200" b="0"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87043" name="Rectangle 2"/>
          <p:cNvSpPr>
            <a:spLocks noGrp="1" noRot="1" noChangeAspect="1" noChangeArrowheads="1" noTextEdit="1"/>
          </p:cNvSpPr>
          <p:nvPr>
            <p:ph type="sldImg"/>
          </p:nvPr>
        </p:nvSpPr>
        <p:spPr>
          <a:xfrm>
            <a:off x="381000" y="685800"/>
            <a:ext cx="6096000" cy="3429000"/>
          </a:xfrm>
          <a:ln/>
        </p:spPr>
      </p:sp>
      <p:sp>
        <p:nvSpPr>
          <p:cNvPr id="87044" name="Rectangle 3"/>
          <p:cNvSpPr>
            <a:spLocks noGrp="1" noChangeArrowheads="1"/>
          </p:cNvSpPr>
          <p:nvPr>
            <p:ph type="body" idx="1"/>
          </p:nvPr>
        </p:nvSpPr>
        <p:spPr>
          <a:noFill/>
        </p:spPr>
        <p:txBody>
          <a:bodyPr/>
          <a:lstStyle/>
          <a:p>
            <a:pPr eaLnBrk="1" hangingPunct="1"/>
            <a:endParaRPr lang="zh-CN" alt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0C19E15A-52B5-4A86-BD10-0FD3600D9024}" type="slidenum">
              <a:rPr kumimoji="1" lang="en-US" altLang="zh-CN" sz="1200" b="0" i="0" u="none" strike="noStrike" kern="1200" cap="none" spc="0" normalizeH="0" baseline="0" noProof="0">
                <a:ln>
                  <a:noFill/>
                </a:ln>
                <a:solidFill>
                  <a:prstClr val="black"/>
                </a:solidFill>
                <a:effectLst/>
                <a:uLnTx/>
                <a:uFillTx/>
                <a:latin typeface="Times New Roman" pitchFamily="18" charset="0"/>
                <a:ea typeface="宋体" pitchFamily="2" charset="-122"/>
                <a:cs typeface="+mn-cs"/>
              </a:rPr>
              <a:pPr marL="0" marR="0" lvl="0" indent="0" algn="r" defTabSz="914400" rtl="0" eaLnBrk="1" fontAlgn="auto" latinLnBrk="0" hangingPunct="1">
                <a:lnSpc>
                  <a:spcPct val="100000"/>
                </a:lnSpc>
                <a:spcBef>
                  <a:spcPct val="0"/>
                </a:spcBef>
                <a:spcAft>
                  <a:spcPts val="0"/>
                </a:spcAft>
                <a:buClrTx/>
                <a:buSzTx/>
                <a:buFontTx/>
                <a:buNone/>
                <a:tabLst/>
                <a:defRPr/>
              </a:pPr>
              <a:t>40</a:t>
            </a:fld>
            <a:endParaRPr kumimoji="1" lang="en-US" altLang="zh-CN" sz="1200" b="0"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50179" name="Rectangle 2"/>
          <p:cNvSpPr>
            <a:spLocks noGrp="1" noRot="1" noChangeAspect="1" noChangeArrowheads="1" noTextEdit="1"/>
          </p:cNvSpPr>
          <p:nvPr>
            <p:ph type="sldImg"/>
          </p:nvPr>
        </p:nvSpPr>
        <p:spPr>
          <a:xfrm>
            <a:off x="381000" y="685800"/>
            <a:ext cx="6096000" cy="3429000"/>
          </a:xfrm>
          <a:ln/>
        </p:spPr>
      </p:sp>
      <p:sp>
        <p:nvSpPr>
          <p:cNvPr id="50180" name="Rectangle 3"/>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8E6C2BDC-68B4-47C4-9B5B-702D18EC7EC1}" type="slidenum">
              <a:rPr kumimoji="1" lang="en-US" altLang="zh-CN" sz="1200" b="0" i="0" u="none" strike="noStrike" kern="1200" cap="none" spc="0" normalizeH="0" baseline="0" noProof="0">
                <a:ln>
                  <a:noFill/>
                </a:ln>
                <a:solidFill>
                  <a:prstClr val="black"/>
                </a:solidFill>
                <a:effectLst/>
                <a:uLnTx/>
                <a:uFillTx/>
                <a:latin typeface="Times New Roman" pitchFamily="18" charset="0"/>
                <a:ea typeface="宋体" pitchFamily="2" charset="-122"/>
                <a:cs typeface="+mn-cs"/>
              </a:rPr>
              <a:pPr marL="0" marR="0" lvl="0" indent="0" algn="r" defTabSz="914400" rtl="0" eaLnBrk="1" fontAlgn="auto" latinLnBrk="0" hangingPunct="1">
                <a:lnSpc>
                  <a:spcPct val="100000"/>
                </a:lnSpc>
                <a:spcBef>
                  <a:spcPct val="0"/>
                </a:spcBef>
                <a:spcAft>
                  <a:spcPts val="0"/>
                </a:spcAft>
                <a:buClrTx/>
                <a:buSzTx/>
                <a:buFontTx/>
                <a:buNone/>
                <a:tabLst/>
                <a:defRPr/>
              </a:pPr>
              <a:t>41</a:t>
            </a:fld>
            <a:endParaRPr kumimoji="1" lang="en-US" altLang="zh-CN" sz="1200" b="0"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53251" name="Rectangle 2"/>
          <p:cNvSpPr>
            <a:spLocks noGrp="1" noRot="1" noChangeAspect="1" noChangeArrowheads="1" noTextEdit="1"/>
          </p:cNvSpPr>
          <p:nvPr>
            <p:ph type="sldImg"/>
          </p:nvPr>
        </p:nvSpPr>
        <p:spPr>
          <a:xfrm>
            <a:off x="381000" y="685800"/>
            <a:ext cx="6096000" cy="3429000"/>
          </a:xfrm>
          <a:ln/>
        </p:spPr>
      </p:sp>
      <p:sp>
        <p:nvSpPr>
          <p:cNvPr id="53252" name="Rectangle 3"/>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0C19E15A-52B5-4A86-BD10-0FD3600D9024}" type="slidenum">
              <a:rPr kumimoji="1" lang="en-US" altLang="zh-CN" sz="1200" b="0" i="0" u="none" strike="noStrike" kern="1200" cap="none" spc="0" normalizeH="0" baseline="0" noProof="0">
                <a:ln>
                  <a:noFill/>
                </a:ln>
                <a:solidFill>
                  <a:prstClr val="black"/>
                </a:solidFill>
                <a:effectLst/>
                <a:uLnTx/>
                <a:uFillTx/>
                <a:latin typeface="Times New Roman" pitchFamily="18" charset="0"/>
                <a:ea typeface="宋体" pitchFamily="2" charset="-122"/>
                <a:cs typeface="+mn-cs"/>
              </a:rPr>
              <a:pPr marL="0" marR="0" lvl="0" indent="0" algn="r" defTabSz="914400" rtl="0" eaLnBrk="1" fontAlgn="auto" latinLnBrk="0" hangingPunct="1">
                <a:lnSpc>
                  <a:spcPct val="100000"/>
                </a:lnSpc>
                <a:spcBef>
                  <a:spcPct val="0"/>
                </a:spcBef>
                <a:spcAft>
                  <a:spcPts val="0"/>
                </a:spcAft>
                <a:buClrTx/>
                <a:buSzTx/>
                <a:buFontTx/>
                <a:buNone/>
                <a:tabLst/>
                <a:defRPr/>
              </a:pPr>
              <a:t>42</a:t>
            </a:fld>
            <a:endParaRPr kumimoji="1" lang="en-US" altLang="zh-CN" sz="1200" b="0"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50179" name="Rectangle 2"/>
          <p:cNvSpPr>
            <a:spLocks noGrp="1" noRot="1" noChangeAspect="1" noChangeArrowheads="1" noTextEdit="1"/>
          </p:cNvSpPr>
          <p:nvPr>
            <p:ph type="sldImg"/>
          </p:nvPr>
        </p:nvSpPr>
        <p:spPr>
          <a:xfrm>
            <a:off x="381000" y="685800"/>
            <a:ext cx="6096000" cy="3429000"/>
          </a:xfrm>
          <a:ln/>
        </p:spPr>
      </p:sp>
      <p:sp>
        <p:nvSpPr>
          <p:cNvPr id="50180"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351959953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0C19E15A-52B5-4A86-BD10-0FD3600D9024}" type="slidenum">
              <a:rPr kumimoji="1" lang="en-US" altLang="zh-CN" sz="1200" b="0" i="0" u="none" strike="noStrike" kern="1200" cap="none" spc="0" normalizeH="0" baseline="0" noProof="0">
                <a:ln>
                  <a:noFill/>
                </a:ln>
                <a:solidFill>
                  <a:prstClr val="black"/>
                </a:solidFill>
                <a:effectLst/>
                <a:uLnTx/>
                <a:uFillTx/>
                <a:latin typeface="Times New Roman" pitchFamily="18" charset="0"/>
                <a:ea typeface="宋体" pitchFamily="2" charset="-122"/>
                <a:cs typeface="+mn-cs"/>
              </a:rPr>
              <a:pPr marL="0" marR="0" lvl="0" indent="0" algn="r" defTabSz="914400" rtl="0" eaLnBrk="1" fontAlgn="auto" latinLnBrk="0" hangingPunct="1">
                <a:lnSpc>
                  <a:spcPct val="100000"/>
                </a:lnSpc>
                <a:spcBef>
                  <a:spcPct val="0"/>
                </a:spcBef>
                <a:spcAft>
                  <a:spcPts val="0"/>
                </a:spcAft>
                <a:buClrTx/>
                <a:buSzTx/>
                <a:buFontTx/>
                <a:buNone/>
                <a:tabLst/>
                <a:defRPr/>
              </a:pPr>
              <a:t>43</a:t>
            </a:fld>
            <a:endParaRPr kumimoji="1" lang="en-US" altLang="zh-CN" sz="1200" b="0"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50179" name="Rectangle 2"/>
          <p:cNvSpPr>
            <a:spLocks noGrp="1" noRot="1" noChangeAspect="1" noChangeArrowheads="1" noTextEdit="1"/>
          </p:cNvSpPr>
          <p:nvPr>
            <p:ph type="sldImg"/>
          </p:nvPr>
        </p:nvSpPr>
        <p:spPr>
          <a:xfrm>
            <a:off x="381000" y="685800"/>
            <a:ext cx="6096000" cy="3429000"/>
          </a:xfrm>
          <a:ln/>
        </p:spPr>
      </p:sp>
      <p:sp>
        <p:nvSpPr>
          <p:cNvPr id="50180"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234923782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0C19E15A-52B5-4A86-BD10-0FD3600D9024}" type="slidenum">
              <a:rPr kumimoji="1" lang="en-US" altLang="zh-CN" sz="1200" b="0" i="0" u="none" strike="noStrike" kern="1200" cap="none" spc="0" normalizeH="0" baseline="0" noProof="0">
                <a:ln>
                  <a:noFill/>
                </a:ln>
                <a:solidFill>
                  <a:prstClr val="black"/>
                </a:solidFill>
                <a:effectLst/>
                <a:uLnTx/>
                <a:uFillTx/>
                <a:latin typeface="Times New Roman" pitchFamily="18" charset="0"/>
                <a:ea typeface="宋体" pitchFamily="2" charset="-122"/>
                <a:cs typeface="+mn-cs"/>
              </a:rPr>
              <a:pPr marL="0" marR="0" lvl="0" indent="0" algn="r" defTabSz="914400" rtl="0" eaLnBrk="1" fontAlgn="auto" latinLnBrk="0" hangingPunct="1">
                <a:lnSpc>
                  <a:spcPct val="100000"/>
                </a:lnSpc>
                <a:spcBef>
                  <a:spcPct val="0"/>
                </a:spcBef>
                <a:spcAft>
                  <a:spcPts val="0"/>
                </a:spcAft>
                <a:buClrTx/>
                <a:buSzTx/>
                <a:buFontTx/>
                <a:buNone/>
                <a:tabLst/>
                <a:defRPr/>
              </a:pPr>
              <a:t>44</a:t>
            </a:fld>
            <a:endParaRPr kumimoji="1" lang="en-US" altLang="zh-CN" sz="1200" b="0"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50179" name="Rectangle 2"/>
          <p:cNvSpPr>
            <a:spLocks noGrp="1" noRot="1" noChangeAspect="1" noChangeArrowheads="1" noTextEdit="1"/>
          </p:cNvSpPr>
          <p:nvPr>
            <p:ph type="sldImg"/>
          </p:nvPr>
        </p:nvSpPr>
        <p:spPr>
          <a:xfrm>
            <a:off x="381000" y="685800"/>
            <a:ext cx="6096000" cy="3429000"/>
          </a:xfrm>
          <a:ln/>
        </p:spPr>
      </p:sp>
      <p:sp>
        <p:nvSpPr>
          <p:cNvPr id="50180"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148213313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0C19E15A-52B5-4A86-BD10-0FD3600D9024}" type="slidenum">
              <a:rPr kumimoji="1" lang="en-US" altLang="zh-CN" sz="1200" b="0" i="0" u="none" strike="noStrike" kern="1200" cap="none" spc="0" normalizeH="0" baseline="0" noProof="0">
                <a:ln>
                  <a:noFill/>
                </a:ln>
                <a:solidFill>
                  <a:prstClr val="black"/>
                </a:solidFill>
                <a:effectLst/>
                <a:uLnTx/>
                <a:uFillTx/>
                <a:latin typeface="Times New Roman" pitchFamily="18" charset="0"/>
                <a:ea typeface="宋体" pitchFamily="2" charset="-122"/>
                <a:cs typeface="+mn-cs"/>
              </a:rPr>
              <a:pPr marL="0" marR="0" lvl="0" indent="0" algn="r" defTabSz="914400" rtl="0" eaLnBrk="1" fontAlgn="auto" latinLnBrk="0" hangingPunct="1">
                <a:lnSpc>
                  <a:spcPct val="100000"/>
                </a:lnSpc>
                <a:spcBef>
                  <a:spcPct val="0"/>
                </a:spcBef>
                <a:spcAft>
                  <a:spcPts val="0"/>
                </a:spcAft>
                <a:buClrTx/>
                <a:buSzTx/>
                <a:buFontTx/>
                <a:buNone/>
                <a:tabLst/>
                <a:defRPr/>
              </a:pPr>
              <a:t>45</a:t>
            </a:fld>
            <a:endParaRPr kumimoji="1" lang="en-US" altLang="zh-CN" sz="1200" b="0"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50179" name="Rectangle 2"/>
          <p:cNvSpPr>
            <a:spLocks noGrp="1" noRot="1" noChangeAspect="1" noChangeArrowheads="1" noTextEdit="1"/>
          </p:cNvSpPr>
          <p:nvPr>
            <p:ph type="sldImg"/>
          </p:nvPr>
        </p:nvSpPr>
        <p:spPr>
          <a:xfrm>
            <a:off x="381000" y="685800"/>
            <a:ext cx="6096000" cy="3429000"/>
          </a:xfrm>
          <a:ln/>
        </p:spPr>
      </p:sp>
      <p:sp>
        <p:nvSpPr>
          <p:cNvPr id="50180"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305500014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0C19E15A-52B5-4A86-BD10-0FD3600D9024}" type="slidenum">
              <a:rPr kumimoji="1" lang="en-US" altLang="zh-CN" sz="1200" b="0" i="0" u="none" strike="noStrike" kern="1200" cap="none" spc="0" normalizeH="0" baseline="0" noProof="0">
                <a:ln>
                  <a:noFill/>
                </a:ln>
                <a:solidFill>
                  <a:prstClr val="black"/>
                </a:solidFill>
                <a:effectLst/>
                <a:uLnTx/>
                <a:uFillTx/>
                <a:latin typeface="Times New Roman" pitchFamily="18" charset="0"/>
                <a:ea typeface="宋体" pitchFamily="2" charset="-122"/>
                <a:cs typeface="+mn-cs"/>
              </a:rPr>
              <a:pPr marL="0" marR="0" lvl="0" indent="0" algn="r" defTabSz="914400" rtl="0" eaLnBrk="1" fontAlgn="auto" latinLnBrk="0" hangingPunct="1">
                <a:lnSpc>
                  <a:spcPct val="100000"/>
                </a:lnSpc>
                <a:spcBef>
                  <a:spcPct val="0"/>
                </a:spcBef>
                <a:spcAft>
                  <a:spcPts val="0"/>
                </a:spcAft>
                <a:buClrTx/>
                <a:buSzTx/>
                <a:buFontTx/>
                <a:buNone/>
                <a:tabLst/>
                <a:defRPr/>
              </a:pPr>
              <a:t>46</a:t>
            </a:fld>
            <a:endParaRPr kumimoji="1" lang="en-US" altLang="zh-CN" sz="1200" b="0"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50179" name="Rectangle 2"/>
          <p:cNvSpPr>
            <a:spLocks noGrp="1" noRot="1" noChangeAspect="1" noChangeArrowheads="1" noTextEdit="1"/>
          </p:cNvSpPr>
          <p:nvPr>
            <p:ph type="sldImg"/>
          </p:nvPr>
        </p:nvSpPr>
        <p:spPr>
          <a:xfrm>
            <a:off x="381000" y="685800"/>
            <a:ext cx="6096000" cy="3429000"/>
          </a:xfrm>
          <a:ln/>
        </p:spPr>
      </p:sp>
      <p:sp>
        <p:nvSpPr>
          <p:cNvPr id="50180"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112017650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6.xml"/><Relationship Id="rId1" Type="http://schemas.openxmlformats.org/officeDocument/2006/relationships/tags" Target="../tags/tag5.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9.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16.xml"/><Relationship Id="rId7" Type="http://schemas.openxmlformats.org/officeDocument/2006/relationships/tags" Target="../tags/tag20.xml"/><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tags" Target="../tags/tag19.xml"/><Relationship Id="rId5" Type="http://schemas.openxmlformats.org/officeDocument/2006/relationships/tags" Target="../tags/tag18.xml"/><Relationship Id="rId10" Type="http://schemas.openxmlformats.org/officeDocument/2006/relationships/image" Target="../media/image3.png"/><Relationship Id="rId4" Type="http://schemas.openxmlformats.org/officeDocument/2006/relationships/tags" Target="../tags/tag17.xml"/><Relationship Id="rId9"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tags" Target="../tags/tag21.xml"/><Relationship Id="rId4"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6" name="日期占位符 15"/>
          <p:cNvSpPr>
            <a:spLocks noGrp="1"/>
          </p:cNvSpPr>
          <p:nvPr>
            <p:ph type="dt" sz="half" idx="10"/>
          </p:nvPr>
        </p:nvSpPr>
        <p:spPr/>
        <p:txBody>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t>2025/9/3</a:t>
            </a:fld>
            <a:endParaRPr lang="zh-CN" altLang="en-US"/>
          </a:p>
        </p:txBody>
      </p:sp>
      <p:sp>
        <p:nvSpPr>
          <p:cNvPr id="17" name="页脚占位符 16"/>
          <p:cNvSpPr>
            <a:spLocks noGrp="1"/>
          </p:cNvSpPr>
          <p:nvPr>
            <p:ph type="ftr" sz="quarter" idx="11"/>
          </p:nvPr>
        </p:nvSpPr>
        <p:spPr/>
        <p:txBody>
          <a:bodyPr/>
          <a:lstStyle>
            <a:lvl1pPr>
              <a:defRPr>
                <a:latin typeface="Arial" panose="020B0604020202020204" pitchFamily="34" charset="0"/>
                <a:ea typeface="微软雅黑" panose="020B0503020204020204" charset="-122"/>
              </a:defRPr>
            </a:lvl1pPr>
          </a:lstStyle>
          <a:p>
            <a:endParaRPr lang="zh-CN" altLang="en-US" dirty="0"/>
          </a:p>
        </p:txBody>
      </p:sp>
      <p:sp>
        <p:nvSpPr>
          <p:cNvPr id="18" name="灯片编号占位符 17"/>
          <p:cNvSpPr>
            <a:spLocks noGrp="1"/>
          </p:cNvSpPr>
          <p:nvPr>
            <p:ph type="sldNum" sz="quarter" idx="12"/>
          </p:nvPr>
        </p:nvSpPr>
        <p:spPr/>
        <p:txBody>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3" name="副标题 3"/>
          <p:cNvSpPr>
            <a:spLocks noGrp="1"/>
          </p:cNvSpPr>
          <p:nvPr>
            <p:ph type="subTitle" idx="3" hasCustomPrompt="1"/>
            <p:custDataLst>
              <p:tags r:id="rId1"/>
            </p:custDataLst>
          </p:nvPr>
        </p:nvSpPr>
        <p:spPr>
          <a:xfrm>
            <a:off x="1652271" y="3649345"/>
            <a:ext cx="8890000" cy="669290"/>
          </a:xfrm>
        </p:spPr>
        <p:txBody>
          <a:bodyPr vert="horz" wrap="square" lIns="0" tIns="0" rIns="0" bIns="0" rtlCol="0" anchor="t" anchorCtr="0">
            <a:normAutofit/>
          </a:bodyPr>
          <a:lstStyle>
            <a:lvl1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kumimoji="0" lang="zh-CN" altLang="en-US" sz="3600" b="0" i="0" u="none" strike="noStrike" kern="1200" cap="none" spc="200" normalizeH="0" baseline="0" noProof="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uLnTx/>
                <a:uFillTx/>
                <a:latin typeface="Arial" panose="020B0604020202020204" pitchFamily="34" charset="0"/>
                <a:ea typeface="微软雅黑" panose="020B0503020204020204" charset="-122"/>
                <a:cs typeface="微软雅黑" panose="020B0503020204020204" charset="-122"/>
                <a:sym typeface="+mn-ea"/>
              </a:defRPr>
            </a:lvl1pPr>
            <a:lvl2pPr marL="457200" indent="0" algn="ctr" defTabSz="914400" rtl="0" eaLnBrk="1" fontAlgn="auto" latinLnBrk="0" hangingPunct="1">
              <a:lnSpc>
                <a:spcPct val="120000"/>
              </a:lnSpc>
              <a:spcBef>
                <a:spcPts val="0"/>
              </a:spcBef>
              <a:spcAft>
                <a:spcPts val="1000"/>
              </a:spcAft>
              <a:buFont typeface="Arial" panose="020B0604020202020204" pitchFamily="34" charset="0"/>
              <a:buNone/>
              <a:tabLst>
                <a:tab pos="1609725" algn="l"/>
              </a:tabLst>
              <a:defRPr sz="20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2pPr>
            <a:lvl3pPr marL="914400" indent="0" algn="ctr" defTabSz="914400" rtl="0" eaLnBrk="1" fontAlgn="auto" latinLnBrk="0" hangingPunct="1">
              <a:lnSpc>
                <a:spcPct val="120000"/>
              </a:lnSpc>
              <a:spcBef>
                <a:spcPts val="0"/>
              </a:spcBef>
              <a:spcAft>
                <a:spcPts val="1000"/>
              </a:spcAft>
              <a:buFont typeface="Arial" panose="020B0604020202020204" pitchFamily="34" charset="0"/>
              <a:buNone/>
              <a:defRPr sz="18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3pPr>
            <a:lvl4pPr marL="1371600" indent="0" algn="ctr" defTabSz="914400" rtl="0" eaLnBrk="1" fontAlgn="auto" latinLnBrk="0" hangingPunct="1">
              <a:lnSpc>
                <a:spcPct val="120000"/>
              </a:lnSpc>
              <a:spcBef>
                <a:spcPts val="0"/>
              </a:spcBef>
              <a:spcAft>
                <a:spcPts val="1000"/>
              </a:spcAft>
              <a:buFont typeface="Arial" panose="020B0604020202020204" pitchFamily="34" charset="0"/>
              <a:buNone/>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4pPr>
            <a:lvl5pPr marL="1828800" indent="0" algn="ctr" defTabSz="914400" rtl="0" eaLnBrk="1" fontAlgn="auto" latinLnBrk="0" hangingPunct="1">
              <a:lnSpc>
                <a:spcPct val="120000"/>
              </a:lnSpc>
              <a:spcBef>
                <a:spcPts val="0"/>
              </a:spcBef>
              <a:spcAft>
                <a:spcPts val="1000"/>
              </a:spcAft>
              <a:buFont typeface="Arial" panose="020B0604020202020204" pitchFamily="34" charset="0"/>
              <a:buNone/>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lvl="0"/>
            <a:r>
              <a:rPr>
                <a:sym typeface="+mn-ea"/>
              </a:rPr>
              <a:t>单击此处编辑副标题</a:t>
            </a:r>
          </a:p>
        </p:txBody>
      </p:sp>
      <p:sp>
        <p:nvSpPr>
          <p:cNvPr id="4" name="标题 4"/>
          <p:cNvSpPr>
            <a:spLocks noGrp="1"/>
          </p:cNvSpPr>
          <p:nvPr>
            <p:ph type="ctrTitle" idx="2" hasCustomPrompt="1"/>
            <p:custDataLst>
              <p:tags r:id="rId2"/>
            </p:custDataLst>
          </p:nvPr>
        </p:nvSpPr>
        <p:spPr>
          <a:xfrm>
            <a:off x="1652271" y="2227797"/>
            <a:ext cx="8890064" cy="1112520"/>
          </a:xfrm>
        </p:spPr>
        <p:txBody>
          <a:bodyPr vert="horz" wrap="square" lIns="0" tIns="0" rIns="0" bIns="0" rtlCol="0" anchor="b" anchorCtr="0">
            <a:normAutofit lnSpcReduction="10000"/>
          </a:bodyPr>
          <a:lstStyle>
            <a:lvl1pPr marL="0" marR="0" algn="ctr" defTabSz="914400" rtl="0" eaLnBrk="1" fontAlgn="auto" latinLnBrk="0" hangingPunct="1">
              <a:lnSpc>
                <a:spcPct val="100000"/>
              </a:lnSpc>
              <a:spcBef>
                <a:spcPct val="0"/>
              </a:spcBef>
              <a:buClrTx/>
              <a:buSzTx/>
              <a:buFontTx/>
              <a:buNone/>
              <a:defRPr kumimoji="0" lang="zh-CN" altLang="en-US" sz="7225" b="1" i="0" u="none" strike="noStrike" kern="1200" cap="none" spc="700" normalizeH="0" baseline="0" noProof="1" dirty="0">
                <a:solidFill>
                  <a:schemeClr val="dk1">
                    <a:lumMod val="85000"/>
                    <a:lumOff val="15000"/>
                  </a:schemeClr>
                </a:solidFill>
                <a:uFillTx/>
                <a:latin typeface="Arial" panose="020B0604020202020204" pitchFamily="34" charset="0"/>
                <a:ea typeface="汉仪旗黑-85S" panose="00020600040101010101" pitchFamily="18" charset="-122"/>
                <a:cs typeface="+mj-cs"/>
              </a:defRPr>
            </a:lvl1pPr>
          </a:lstStyle>
          <a:p>
            <a:pPr lvl="0"/>
            <a:r>
              <a:rPr>
                <a:sym typeface="+mn-ea"/>
              </a:rPr>
              <a:t>编辑标题</a:t>
            </a:r>
          </a:p>
        </p:txBody>
      </p:sp>
      <p:cxnSp>
        <p:nvCxnSpPr>
          <p:cNvPr id="5" name="直接连接符 4"/>
          <p:cNvCxnSpPr/>
          <p:nvPr userDrawn="1"/>
        </p:nvCxnSpPr>
        <p:spPr>
          <a:xfrm>
            <a:off x="1655445" y="3486150"/>
            <a:ext cx="8909051" cy="0"/>
          </a:xfrm>
          <a:prstGeom prst="line">
            <a:avLst/>
          </a:prstGeom>
          <a:ln w="19050">
            <a:solidFill>
              <a:srgbClr val="DEDEDE"/>
            </a:solidFill>
          </a:ln>
        </p:spPr>
        <p:style>
          <a:lnRef idx="1">
            <a:schemeClr val="accent1"/>
          </a:lnRef>
          <a:fillRef idx="0">
            <a:schemeClr val="accent1"/>
          </a:fillRef>
          <a:effectRef idx="0">
            <a:schemeClr val="accent1"/>
          </a:effectRef>
          <a:fontRef idx="minor">
            <a:schemeClr val="tx1"/>
          </a:fontRef>
        </p:style>
      </p:cxnSp>
      <p:sp>
        <p:nvSpPr>
          <p:cNvPr id="6" name="椭圆 5"/>
          <p:cNvSpPr/>
          <p:nvPr userDrawn="1"/>
        </p:nvSpPr>
        <p:spPr>
          <a:xfrm>
            <a:off x="6036313" y="3401698"/>
            <a:ext cx="168275" cy="168275"/>
          </a:xfrm>
          <a:prstGeom prst="ellipse">
            <a:avLst/>
          </a:prstGeom>
          <a:solidFill>
            <a:schemeClr val="bg1"/>
          </a:solidFill>
          <a:ln>
            <a:solidFill>
              <a:srgbClr val="DEDE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圆角矩形 10"/>
          <p:cNvSpPr/>
          <p:nvPr userDrawn="1"/>
        </p:nvSpPr>
        <p:spPr>
          <a:xfrm>
            <a:off x="3362982" y="4786027"/>
            <a:ext cx="2502535" cy="387985"/>
          </a:xfrm>
          <a:prstGeom prst="roundRect">
            <a:avLst/>
          </a:prstGeom>
          <a:solidFill>
            <a:schemeClr val="bg1"/>
          </a:solidFill>
          <a:ln>
            <a:solidFill>
              <a:srgbClr val="DEDE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中国计量大学</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7" name="图片 6" descr="图片25"/>
          <p:cNvPicPr>
            <a:picLocks noChangeAspect="1"/>
          </p:cNvPicPr>
          <p:nvPr userDrawn="1">
            <p:custDataLst>
              <p:tags r:id="rId1"/>
            </p:custDataLst>
          </p:nvPr>
        </p:nvPicPr>
        <p:blipFill>
          <a:blip r:embed="rId3"/>
          <a:stretch>
            <a:fillRect/>
          </a:stretch>
        </p:blipFill>
        <p:spPr>
          <a:xfrm>
            <a:off x="11471909" y="6137910"/>
            <a:ext cx="720091" cy="720090"/>
          </a:xfrm>
          <a:prstGeom prst="rect">
            <a:avLst/>
          </a:prstGeom>
        </p:spPr>
      </p:pic>
      <p:sp>
        <p:nvSpPr>
          <p:cNvPr id="2" name="标题 1"/>
          <p:cNvSpPr>
            <a:spLocks noGrp="1"/>
          </p:cNvSpPr>
          <p:nvPr>
            <p:ph type="title"/>
          </p:nvPr>
        </p:nvSpPr>
        <p:spPr>
          <a:xfrm>
            <a:off x="669946" y="400717"/>
            <a:ext cx="10852151" cy="553085"/>
          </a:xfrm>
        </p:spPr>
        <p:txBody>
          <a:bodyPr vert="horz" lIns="90170" tIns="46990" rIns="90170" bIns="46990" rtlCol="0" anchor="ctr" anchorCtr="0">
            <a:noAutofit/>
          </a:bodyPr>
          <a:lstStyle>
            <a:lvl1pPr marL="0" marR="0" algn="l" defTabSz="914400" rtl="0" eaLnBrk="1" fontAlgn="auto" latinLnBrk="0" hangingPunct="1">
              <a:lnSpc>
                <a:spcPct val="100000"/>
              </a:lnSpc>
              <a:buNone/>
              <a:defRPr kumimoji="0" lang="zh-CN" altLang="en-US" sz="36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内容占位符 2"/>
          <p:cNvSpPr>
            <a:spLocks noGrp="1"/>
          </p:cNvSpPr>
          <p:nvPr>
            <p:ph idx="1"/>
          </p:nvPr>
        </p:nvSpPr>
        <p:spPr>
          <a:xfrm>
            <a:off x="669946" y="1137920"/>
            <a:ext cx="10852151" cy="5203190"/>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3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00000"/>
              </a:lnSpc>
              <a:spcBef>
                <a:spcPts val="0"/>
              </a:spcBef>
              <a:spcAft>
                <a:spcPts val="0"/>
              </a:spcAft>
              <a:buFont typeface="Arial" panose="020B0604020202020204" pitchFamily="34" charset="0"/>
              <a:buChar char="•"/>
              <a:tabLst>
                <a:tab pos="1609725" algn="l"/>
              </a:tabLst>
              <a:defRPr kumimoji="0" lang="zh-CN" altLang="en-US" sz="3200" b="1" i="0" u="none" strike="noStrike" kern="1200" cap="none" spc="150" normalizeH="0" baseline="0" noProof="1" dirty="0">
                <a:solidFill>
                  <a:schemeClr val="accent2">
                    <a:lumMod val="50000"/>
                  </a:schemeClr>
                </a:solidFill>
                <a:uFillTx/>
                <a:latin typeface="楷体" panose="02010609060101010101" charset="-122"/>
                <a:ea typeface="楷体" panose="0201060906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nvPr>
        </p:nvSpPr>
        <p:spPr/>
        <p:txBody>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t>2025/9/3</a:t>
            </a:fld>
            <a:endParaRPr lang="zh-CN" altLang="en-US"/>
          </a:p>
        </p:txBody>
      </p:sp>
      <p:sp>
        <p:nvSpPr>
          <p:cNvPr id="5" name="页脚占位符 4"/>
          <p:cNvSpPr>
            <a:spLocks noGrp="1"/>
          </p:cNvSpPr>
          <p:nvPr>
            <p:ph type="ftr" sz="quarter" idx="11"/>
          </p:nvPr>
        </p:nvSpPr>
        <p:spPr/>
        <p:txBody>
          <a:bodyPr/>
          <a:lstStyle>
            <a:lvl1pPr>
              <a:defRPr>
                <a:latin typeface="Arial" panose="020B0604020202020204" pitchFamily="34" charset="0"/>
                <a:ea typeface="微软雅黑" panose="020B0503020204020204" charset="-122"/>
              </a:defRPr>
            </a:lvl1pPr>
          </a:lstStyle>
          <a:p>
            <a:endParaRPr lang="zh-CN" altLang="en-US"/>
          </a:p>
        </p:txBody>
      </p:sp>
      <p:sp>
        <p:nvSpPr>
          <p:cNvPr id="6" name="灯片编号占位符 5"/>
          <p:cNvSpPr>
            <a:spLocks noGrp="1"/>
          </p:cNvSpPr>
          <p:nvPr>
            <p:ph type="sldNum" sz="quarter" idx="12"/>
          </p:nvPr>
        </p:nvSpPr>
        <p:spPr/>
        <p:txBody>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pic>
        <p:nvPicPr>
          <p:cNvPr id="7" name="图片 6" descr="图片25"/>
          <p:cNvPicPr>
            <a:picLocks noChangeAspect="1"/>
          </p:cNvPicPr>
          <p:nvPr userDrawn="1">
            <p:custDataLst>
              <p:tags r:id="rId1"/>
            </p:custDataLst>
          </p:nvPr>
        </p:nvPicPr>
        <p:blipFill>
          <a:blip r:embed="rId3"/>
          <a:stretch>
            <a:fillRect/>
          </a:stretch>
        </p:blipFill>
        <p:spPr>
          <a:xfrm>
            <a:off x="11471909" y="6137910"/>
            <a:ext cx="720091" cy="720090"/>
          </a:xfrm>
          <a:prstGeom prst="rect">
            <a:avLst/>
          </a:prstGeom>
        </p:spPr>
      </p:pic>
      <p:sp>
        <p:nvSpPr>
          <p:cNvPr id="2" name="标题 1"/>
          <p:cNvSpPr>
            <a:spLocks noGrp="1"/>
          </p:cNvSpPr>
          <p:nvPr>
            <p:ph type="title"/>
          </p:nvPr>
        </p:nvSpPr>
        <p:spPr>
          <a:xfrm>
            <a:off x="669946" y="443262"/>
            <a:ext cx="10852151" cy="475615"/>
          </a:xfrm>
        </p:spPr>
        <p:txBody>
          <a:bodyPr vert="horz" lIns="90170" tIns="46990" rIns="90170" bIns="46990" rtlCol="0" anchor="ctr" anchorCtr="0">
            <a:noAutofit/>
          </a:bodyPr>
          <a:lstStyle>
            <a:lvl1pPr marL="0" marR="0" algn="l" defTabSz="914400" rtl="0" eaLnBrk="1" fontAlgn="auto" latinLnBrk="0" hangingPunct="1">
              <a:lnSpc>
                <a:spcPct val="100000"/>
              </a:lnSpc>
              <a:buNone/>
              <a:defRPr kumimoji="0" lang="zh-CN" altLang="en-US" sz="36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内容占位符 2"/>
          <p:cNvSpPr>
            <a:spLocks noGrp="1"/>
          </p:cNvSpPr>
          <p:nvPr>
            <p:ph idx="1"/>
          </p:nvPr>
        </p:nvSpPr>
        <p:spPr>
          <a:xfrm>
            <a:off x="669927" y="1137920"/>
            <a:ext cx="5377180" cy="5203190"/>
          </a:xfrm>
        </p:spPr>
        <p:txBody>
          <a:bodyPr vert="horz" lIns="90170" tIns="46990" rIns="90170" bIns="46990" rtlCol="0">
            <a:normAutofit/>
          </a:bodyPr>
          <a:lstStyle>
            <a:lvl1pPr marL="228600" marR="0" lvl="0" indent="-228600" algn="l" defTabSz="914400" rtl="0" eaLnBrk="1" fontAlgn="auto" latinLnBrk="0" hangingPunct="1">
              <a:lnSpc>
                <a:spcPct val="100000"/>
              </a:lnSpc>
              <a:spcBef>
                <a:spcPts val="0"/>
              </a:spcBef>
              <a:spcAft>
                <a:spcPts val="0"/>
              </a:spcAft>
              <a:buFont typeface="Arial" panose="020B0604020202020204" pitchFamily="34" charset="0"/>
              <a:buChar char="•"/>
              <a:defRPr kumimoji="0" lang="zh-CN" altLang="en-US" sz="3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00000"/>
              </a:lnSpc>
              <a:spcBef>
                <a:spcPts val="0"/>
              </a:spcBef>
              <a:spcAft>
                <a:spcPts val="0"/>
              </a:spcAft>
              <a:buFont typeface="Arial" panose="020B0604020202020204" pitchFamily="34" charset="0"/>
              <a:buChar char="•"/>
              <a:tabLst>
                <a:tab pos="1609725" algn="l"/>
              </a:tabLst>
              <a:defRPr kumimoji="0" lang="zh-CN" altLang="en-US" sz="3200" b="0" i="0" u="none" strike="noStrike" kern="1200" cap="none" spc="150" normalizeH="0" baseline="0" noProof="1" dirty="0">
                <a:solidFill>
                  <a:schemeClr val="tx1"/>
                </a:solidFill>
                <a:uFillTx/>
                <a:latin typeface="楷体" panose="02010609060101010101" charset="-122"/>
                <a:ea typeface="楷体" panose="0201060906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9" name="内容占位符 8"/>
          <p:cNvSpPr>
            <a:spLocks noGrp="1"/>
          </p:cNvSpPr>
          <p:nvPr>
            <p:ph idx="13"/>
          </p:nvPr>
        </p:nvSpPr>
        <p:spPr>
          <a:xfrm>
            <a:off x="6111875" y="1126490"/>
            <a:ext cx="5410200" cy="5203190"/>
          </a:xfrm>
        </p:spPr>
        <p:txBody>
          <a:bodyPr vert="horz" lIns="90170" tIns="46990" rIns="90170" bIns="46990" rtlCol="0">
            <a:normAutofit/>
          </a:bodyPr>
          <a:lstStyle>
            <a:lvl1pPr marL="228600" marR="0" lvl="0" indent="-228600" algn="l" defTabSz="914400" rtl="0" eaLnBrk="1" fontAlgn="auto" latinLnBrk="0" hangingPunct="1">
              <a:lnSpc>
                <a:spcPct val="100000"/>
              </a:lnSpc>
              <a:spcBef>
                <a:spcPts val="0"/>
              </a:spcBef>
              <a:spcAft>
                <a:spcPts val="0"/>
              </a:spcAft>
              <a:buFont typeface="Arial" panose="020B0604020202020204" pitchFamily="34" charset="0"/>
              <a:buChar char="•"/>
              <a:defRPr kumimoji="0" lang="zh-CN" altLang="en-US" sz="3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00000"/>
              </a:lnSpc>
              <a:spcBef>
                <a:spcPts val="0"/>
              </a:spcBef>
              <a:spcAft>
                <a:spcPts val="0"/>
              </a:spcAft>
              <a:buFont typeface="Arial" panose="020B0604020202020204" pitchFamily="34" charset="0"/>
              <a:buChar char="•"/>
              <a:tabLst>
                <a:tab pos="1609725" algn="l"/>
              </a:tabLst>
              <a:defRPr kumimoji="0" lang="zh-CN" altLang="en-US" sz="3200" b="0" i="0" u="none" strike="noStrike" kern="1200" cap="none" spc="150" normalizeH="0" baseline="0" noProof="1" dirty="0">
                <a:solidFill>
                  <a:schemeClr val="tx1"/>
                </a:solidFill>
                <a:uFillTx/>
                <a:latin typeface="楷体" panose="02010609060101010101" charset="-122"/>
                <a:ea typeface="楷体" panose="0201060906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pic>
        <p:nvPicPr>
          <p:cNvPr id="7" name="图片 6" descr="图片25"/>
          <p:cNvPicPr>
            <a:picLocks noChangeAspect="1"/>
          </p:cNvPicPr>
          <p:nvPr userDrawn="1">
            <p:custDataLst>
              <p:tags r:id="rId1"/>
            </p:custDataLst>
          </p:nvPr>
        </p:nvPicPr>
        <p:blipFill>
          <a:blip r:embed="rId3"/>
          <a:stretch>
            <a:fillRect/>
          </a:stretch>
        </p:blipFill>
        <p:spPr>
          <a:xfrm>
            <a:off x="11471909" y="0"/>
            <a:ext cx="720091" cy="72009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8" name="图片 7" descr="图片25"/>
          <p:cNvPicPr>
            <a:picLocks noChangeAspect="1"/>
          </p:cNvPicPr>
          <p:nvPr>
            <p:custDataLst>
              <p:tags r:id="rId1"/>
            </p:custDataLst>
          </p:nvPr>
        </p:nvPicPr>
        <p:blipFill>
          <a:blip r:embed="rId3"/>
          <a:stretch>
            <a:fillRect/>
          </a:stretch>
        </p:blipFill>
        <p:spPr>
          <a:xfrm>
            <a:off x="11471909" y="6137910"/>
            <a:ext cx="720091" cy="720090"/>
          </a:xfrm>
          <a:prstGeom prst="rect">
            <a:avLst/>
          </a:prstGeom>
        </p:spPr>
      </p:pic>
      <p:sp>
        <p:nvSpPr>
          <p:cNvPr id="2" name="标题 1"/>
          <p:cNvSpPr>
            <a:spLocks noGrp="1"/>
          </p:cNvSpPr>
          <p:nvPr>
            <p:ph type="title"/>
          </p:nvPr>
        </p:nvSpPr>
        <p:spPr>
          <a:xfrm>
            <a:off x="669884" y="443234"/>
            <a:ext cx="10852237" cy="441964"/>
          </a:xfrm>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内容占位符 2"/>
          <p:cNvSpPr>
            <a:spLocks noGrp="1"/>
          </p:cNvSpPr>
          <p:nvPr>
            <p:ph sz="half" idx="1"/>
          </p:nvPr>
        </p:nvSpPr>
        <p:spPr>
          <a:xfrm>
            <a:off x="669929" y="952512"/>
            <a:ext cx="5283243"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4" name="内容占位符 3"/>
          <p:cNvSpPr>
            <a:spLocks noGrp="1"/>
          </p:cNvSpPr>
          <p:nvPr>
            <p:ph sz="half" idx="2"/>
          </p:nvPr>
        </p:nvSpPr>
        <p:spPr>
          <a:xfrm>
            <a:off x="6238877" y="952512"/>
            <a:ext cx="5283243" cy="5388907"/>
          </a:xfrm>
        </p:spPr>
        <p:txBody>
          <a:bodyPr lIns="90170" tIns="46990" rIns="90170" bIns="46990">
            <a:normAutofit/>
          </a:bodyPr>
          <a:lstStyle>
            <a:lvl1pPr eaLnBrk="1" fontAlgn="auto" latinLnBrk="0" hangingPunct="1">
              <a:defRPr sz="1600">
                <a:solidFill>
                  <a:schemeClr val="tx1"/>
                </a:solidFill>
                <a:latin typeface="Arial" panose="020B0604020202020204" pitchFamily="34" charset="0"/>
                <a:ea typeface="微软雅黑" panose="020B0503020204020204" charset="-122"/>
              </a:defRPr>
            </a:lvl1pPr>
            <a:lvl2pPr eaLnBrk="1" fontAlgn="auto" latinLnBrk="0" hangingPunct="1">
              <a:defRPr sz="1600">
                <a:solidFill>
                  <a:schemeClr val="tx1"/>
                </a:solidFill>
                <a:latin typeface="Arial" panose="020B0604020202020204" pitchFamily="34" charset="0"/>
                <a:ea typeface="微软雅黑" panose="020B0503020204020204" charset="-122"/>
              </a:defRPr>
            </a:lvl2pPr>
            <a:lvl3pPr eaLnBrk="1" fontAlgn="auto" latinLnBrk="0" hangingPunct="1">
              <a:defRPr sz="1600">
                <a:solidFill>
                  <a:schemeClr val="tx1"/>
                </a:solidFill>
                <a:latin typeface="Arial" panose="020B0604020202020204" pitchFamily="34" charset="0"/>
                <a:ea typeface="微软雅黑" panose="020B0503020204020204" charset="-122"/>
              </a:defRPr>
            </a:lvl3pPr>
            <a:lvl4pPr eaLnBrk="1" fontAlgn="auto" latinLnBrk="0" hangingPunct="1">
              <a:defRPr sz="1600">
                <a:solidFill>
                  <a:schemeClr val="tx1"/>
                </a:solidFill>
                <a:latin typeface="Arial" panose="020B0604020202020204" pitchFamily="34" charset="0"/>
                <a:ea typeface="微软雅黑" panose="020B0503020204020204" charset="-122"/>
              </a:defRPr>
            </a:lvl4pPr>
            <a:lvl5pPr eaLnBrk="1" fontAlgn="auto" latinLnBrk="0" hangingPunct="1">
              <a:defRPr sz="160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nvPr>
        </p:nvSpPr>
        <p:spPr/>
        <p:txBody>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t>2025/9/3</a:t>
            </a:fld>
            <a:endParaRPr lang="zh-CN" altLang="en-US"/>
          </a:p>
        </p:txBody>
      </p:sp>
      <p:sp>
        <p:nvSpPr>
          <p:cNvPr id="6" name="页脚占位符 5"/>
          <p:cNvSpPr>
            <a:spLocks noGrp="1"/>
          </p:cNvSpPr>
          <p:nvPr>
            <p:ph type="ftr" sz="quarter" idx="11"/>
          </p:nvPr>
        </p:nvSpPr>
        <p:spPr/>
        <p:txBody>
          <a:bodyPr/>
          <a:lstStyle>
            <a:lvl1pPr>
              <a:defRPr>
                <a:latin typeface="Arial" panose="020B0604020202020204" pitchFamily="34" charset="0"/>
                <a:ea typeface="微软雅黑" panose="020B0503020204020204" charset="-122"/>
              </a:defRPr>
            </a:lvl1pPr>
          </a:lstStyle>
          <a:p>
            <a:endParaRPr lang="zh-CN" altLang="en-US"/>
          </a:p>
        </p:txBody>
      </p:sp>
      <p:sp>
        <p:nvSpPr>
          <p:cNvPr id="7" name="灯片编号占位符 6"/>
          <p:cNvSpPr>
            <a:spLocks noGrp="1"/>
          </p:cNvSpPr>
          <p:nvPr>
            <p:ph type="sldNum" sz="quarter" idx="12"/>
          </p:nvPr>
        </p:nvSpPr>
        <p:spPr/>
        <p:txBody>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pic>
        <p:nvPicPr>
          <p:cNvPr id="10" name="图片 9" descr="图片25"/>
          <p:cNvPicPr>
            <a:picLocks noChangeAspect="1"/>
          </p:cNvPicPr>
          <p:nvPr>
            <p:custDataLst>
              <p:tags r:id="rId1"/>
            </p:custDataLst>
          </p:nvPr>
        </p:nvPicPr>
        <p:blipFill>
          <a:blip r:embed="rId3"/>
          <a:stretch>
            <a:fillRect/>
          </a:stretch>
        </p:blipFill>
        <p:spPr>
          <a:xfrm>
            <a:off x="11471909" y="6137910"/>
            <a:ext cx="720091" cy="720090"/>
          </a:xfrm>
          <a:prstGeom prst="rect">
            <a:avLst/>
          </a:prstGeom>
        </p:spPr>
      </p:pic>
      <p:sp>
        <p:nvSpPr>
          <p:cNvPr id="2" name="标题 1"/>
          <p:cNvSpPr>
            <a:spLocks noGrp="1"/>
          </p:cNvSpPr>
          <p:nvPr>
            <p:ph type="title"/>
          </p:nvPr>
        </p:nvSpPr>
        <p:spPr>
          <a:xfrm>
            <a:off x="669884" y="443234"/>
            <a:ext cx="10852237" cy="441964"/>
          </a:xfrm>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nvPr>
        </p:nvSpPr>
        <p:spPr>
          <a:xfrm>
            <a:off x="669929" y="952540"/>
            <a:ext cx="5283243" cy="381003"/>
          </a:xfrm>
        </p:spPr>
        <p:txBody>
          <a:bodyPr lIns="90170" tIns="46990" rIns="90170" bIns="46990" anchor="ctr"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solidFill>
                <a:uFillTx/>
                <a:latin typeface="Arial" panose="020B0604020202020204" pitchFamily="34" charset="0"/>
                <a:ea typeface="微软雅黑" panose="020B050302020402020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nvPr>
        </p:nvSpPr>
        <p:spPr>
          <a:xfrm>
            <a:off x="669925" y="1406525"/>
            <a:ext cx="5283200" cy="4934752"/>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nvPr>
        </p:nvSpPr>
        <p:spPr>
          <a:xfrm>
            <a:off x="6235749" y="952540"/>
            <a:ext cx="5283243" cy="381003"/>
          </a:xfrm>
        </p:spPr>
        <p:txBody>
          <a:bodyPr vert="horz" lIns="90170" tIns="46990" rIns="90170" bIns="46990" rtlCol="0" anchor="ctr"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nvPr>
        </p:nvSpPr>
        <p:spPr>
          <a:xfrm>
            <a:off x="6235749" y="1406525"/>
            <a:ext cx="5283243" cy="4934752"/>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nvPr>
        </p:nvSpPr>
        <p:spPr/>
        <p:txBody>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t>2025/9/3</a:t>
            </a:fld>
            <a:endParaRPr lang="zh-CN" altLang="en-US"/>
          </a:p>
        </p:txBody>
      </p:sp>
      <p:sp>
        <p:nvSpPr>
          <p:cNvPr id="8" name="页脚占位符 7"/>
          <p:cNvSpPr>
            <a:spLocks noGrp="1"/>
          </p:cNvSpPr>
          <p:nvPr>
            <p:ph type="ftr" sz="quarter" idx="11"/>
          </p:nvPr>
        </p:nvSpPr>
        <p:spPr/>
        <p:txBody>
          <a:bodyPr/>
          <a:lstStyle>
            <a:lvl1pPr>
              <a:defRPr>
                <a:latin typeface="Arial" panose="020B0604020202020204" pitchFamily="34" charset="0"/>
                <a:ea typeface="微软雅黑" panose="020B0503020204020204" charset="-122"/>
              </a:defRPr>
            </a:lvl1pPr>
          </a:lstStyle>
          <a:p>
            <a:endParaRPr lang="zh-CN" altLang="en-US"/>
          </a:p>
        </p:txBody>
      </p:sp>
      <p:sp>
        <p:nvSpPr>
          <p:cNvPr id="9" name="灯片编号占位符 8"/>
          <p:cNvSpPr>
            <a:spLocks noGrp="1"/>
          </p:cNvSpPr>
          <p:nvPr>
            <p:ph type="sldNum" sz="quarter" idx="12"/>
          </p:nvPr>
        </p:nvSpPr>
        <p:spPr/>
        <p:txBody>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pic>
        <p:nvPicPr>
          <p:cNvPr id="8" name="图片 7" descr="图片25"/>
          <p:cNvPicPr>
            <a:picLocks noChangeAspect="1"/>
          </p:cNvPicPr>
          <p:nvPr>
            <p:custDataLst>
              <p:tags r:id="rId1"/>
            </p:custDataLst>
          </p:nvPr>
        </p:nvPicPr>
        <p:blipFill>
          <a:blip r:embed="rId3"/>
          <a:stretch>
            <a:fillRect/>
          </a:stretch>
        </p:blipFill>
        <p:spPr>
          <a:xfrm>
            <a:off x="11471909" y="6137910"/>
            <a:ext cx="720091" cy="720090"/>
          </a:xfrm>
          <a:prstGeom prst="rect">
            <a:avLst/>
          </a:prstGeom>
        </p:spPr>
      </p:pic>
      <p:sp>
        <p:nvSpPr>
          <p:cNvPr id="2" name="标题 1"/>
          <p:cNvSpPr>
            <a:spLocks noGrp="1"/>
          </p:cNvSpPr>
          <p:nvPr>
            <p:ph type="title"/>
          </p:nvPr>
        </p:nvSpPr>
        <p:spPr>
          <a:xfrm>
            <a:off x="669932" y="443234"/>
            <a:ext cx="10852237" cy="441964"/>
          </a:xfrm>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图片占位符 2"/>
          <p:cNvSpPr>
            <a:spLocks noGrp="1"/>
          </p:cNvSpPr>
          <p:nvPr>
            <p:ph type="pic" idx="1"/>
          </p:nvPr>
        </p:nvSpPr>
        <p:spPr>
          <a:xfrm>
            <a:off x="669929" y="952512"/>
            <a:ext cx="5283243" cy="5388907"/>
          </a:xfrm>
        </p:spPr>
        <p:txBody>
          <a:bodyPr vert="horz" lIns="90170" tIns="46990" rIns="90170" bIns="4699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nvPr>
        </p:nvSpPr>
        <p:spPr>
          <a:xfrm>
            <a:off x="6238925" y="952512"/>
            <a:ext cx="5283243"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nvPr>
        </p:nvSpPr>
        <p:spPr/>
        <p:txBody>
          <a:bodyPr/>
          <a:lstStyle>
            <a:lvl1pPr>
              <a:defRPr>
                <a:latin typeface="Arial" panose="020B0604020202020204" pitchFamily="34" charset="0"/>
                <a:ea typeface="微软雅黑" panose="020B0503020204020204" charset="-122"/>
              </a:defRPr>
            </a:lvl1pPr>
          </a:lstStyle>
          <a:p>
            <a:fld id="{9EFD9D74-47D9-4702-A33C-335B63B48DBF}" type="datetimeFigureOut">
              <a:rPr lang="zh-CN" altLang="en-US" smtClean="0"/>
              <a:t>2025/9/3</a:t>
            </a:fld>
            <a:endParaRPr lang="zh-CN" altLang="en-US" dirty="0"/>
          </a:p>
        </p:txBody>
      </p:sp>
      <p:sp>
        <p:nvSpPr>
          <p:cNvPr id="6" name="页脚占位符 5"/>
          <p:cNvSpPr>
            <a:spLocks noGrp="1"/>
          </p:cNvSpPr>
          <p:nvPr>
            <p:ph type="ftr" sz="quarter" idx="11"/>
          </p:nvPr>
        </p:nvSpPr>
        <p:spPr/>
        <p:txBody>
          <a:bodyPr/>
          <a:lstStyle>
            <a:lvl1pPr>
              <a:defRPr>
                <a:latin typeface="Arial" panose="020B0604020202020204" pitchFamily="34" charset="0"/>
                <a:ea typeface="微软雅黑" panose="020B0503020204020204" charset="-122"/>
              </a:defRPr>
            </a:lvl1pPr>
          </a:lstStyle>
          <a:p>
            <a:endParaRPr lang="zh-CN" altLang="en-US" dirty="0"/>
          </a:p>
        </p:txBody>
      </p:sp>
      <p:sp>
        <p:nvSpPr>
          <p:cNvPr id="7" name="灯片编号占位符 6"/>
          <p:cNvSpPr>
            <a:spLocks noGrp="1"/>
          </p:cNvSpPr>
          <p:nvPr>
            <p:ph type="sldNum" sz="quarter" idx="12"/>
          </p:nvPr>
        </p:nvSpPr>
        <p:spPr/>
        <p:txBody>
          <a:bodyPr/>
          <a:lstStyle>
            <a:lvl1pPr>
              <a:defRPr>
                <a:latin typeface="Arial" panose="020B0604020202020204" pitchFamily="34" charset="0"/>
                <a:ea typeface="微软雅黑" panose="020B0503020204020204" charset="-122"/>
              </a:defRPr>
            </a:lvl1pPr>
          </a:lstStyle>
          <a:p>
            <a:fld id="{FABC47A4-756D-490B-A52F-7D9E2C9FC05F}"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pic>
        <p:nvPicPr>
          <p:cNvPr id="2" name="图片 1" descr="图片25"/>
          <p:cNvPicPr>
            <a:picLocks noChangeAspect="1"/>
          </p:cNvPicPr>
          <p:nvPr>
            <p:custDataLst>
              <p:tags r:id="rId1"/>
            </p:custDataLst>
          </p:nvPr>
        </p:nvPicPr>
        <p:blipFill>
          <a:blip r:embed="rId3"/>
          <a:stretch>
            <a:fillRect/>
          </a:stretch>
        </p:blipFill>
        <p:spPr>
          <a:xfrm>
            <a:off x="11471909" y="6137910"/>
            <a:ext cx="720091" cy="720090"/>
          </a:xfrm>
          <a:prstGeom prst="rect">
            <a:avLst/>
          </a:prstGeom>
        </p:spPr>
      </p:pic>
      <p:sp>
        <p:nvSpPr>
          <p:cNvPr id="3" name="日期占位符 2"/>
          <p:cNvSpPr>
            <a:spLocks noGrp="1"/>
          </p:cNvSpPr>
          <p:nvPr>
            <p:ph type="dt" sz="half" idx="10"/>
          </p:nvPr>
        </p:nvSpPr>
        <p:spPr/>
        <p:txBody>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t>2025/9/3</a:t>
            </a:fld>
            <a:endParaRPr lang="zh-CN" altLang="en-US"/>
          </a:p>
        </p:txBody>
      </p:sp>
      <p:sp>
        <p:nvSpPr>
          <p:cNvPr id="4" name="页脚占位符 3"/>
          <p:cNvSpPr>
            <a:spLocks noGrp="1"/>
          </p:cNvSpPr>
          <p:nvPr>
            <p:ph type="ftr" sz="quarter" idx="11"/>
          </p:nvPr>
        </p:nvSpPr>
        <p:spPr/>
        <p:txBody>
          <a:bodyPr/>
          <a:lstStyle>
            <a:lvl1pPr>
              <a:defRPr>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nvPr>
        </p:nvSpPr>
        <p:spPr/>
        <p:txBody>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
        <p:nvSpPr>
          <p:cNvPr id="7" name="内容占位符 6"/>
          <p:cNvSpPr>
            <a:spLocks noGrp="1"/>
          </p:cNvSpPr>
          <p:nvPr>
            <p:ph sz="quarter" idx="13"/>
          </p:nvPr>
        </p:nvSpPr>
        <p:spPr>
          <a:xfrm>
            <a:off x="669932" y="952512"/>
            <a:ext cx="10852237" cy="5388907"/>
          </a:xfrm>
        </p:spPr>
        <p:txBody>
          <a:bodyPr/>
          <a:lstStyle>
            <a:lvl1pPr>
              <a:defRPr>
                <a:solidFill>
                  <a:schemeClr val="tx1"/>
                </a:solidFill>
                <a:latin typeface="Arial" panose="020B0604020202020204" pitchFamily="34" charset="0"/>
                <a:ea typeface="微软雅黑" panose="020B0503020204020204" charset="-122"/>
              </a:defRPr>
            </a:lvl1pPr>
            <a:lvl2pPr>
              <a:defRPr>
                <a:solidFill>
                  <a:schemeClr val="tx1"/>
                </a:solidFill>
                <a:latin typeface="Arial" panose="020B0604020202020204" pitchFamily="34" charset="0"/>
                <a:ea typeface="微软雅黑" panose="020B0503020204020204" charset="-122"/>
              </a:defRPr>
            </a:lvl2pPr>
            <a:lvl3pPr>
              <a:defRPr>
                <a:solidFill>
                  <a:schemeClr val="tx1"/>
                </a:solidFill>
                <a:latin typeface="Arial" panose="020B0604020202020204" pitchFamily="34" charset="0"/>
                <a:ea typeface="微软雅黑" panose="020B0503020204020204" charset="-122"/>
              </a:defRPr>
            </a:lvl3pPr>
            <a:lvl4pPr>
              <a:defRPr>
                <a:solidFill>
                  <a:schemeClr val="tx1"/>
                </a:solidFill>
                <a:latin typeface="Arial" panose="020B0604020202020204" pitchFamily="34" charset="0"/>
                <a:ea typeface="微软雅黑" panose="020B0503020204020204" charset="-122"/>
              </a:defRPr>
            </a:lvl4pPr>
            <a:lvl5pPr>
              <a:defRPr>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腰带">
    <p:spTree>
      <p:nvGrpSpPr>
        <p:cNvPr id="1" name=""/>
        <p:cNvGrpSpPr/>
        <p:nvPr/>
      </p:nvGrpSpPr>
      <p:grpSpPr>
        <a:xfrm>
          <a:off x="0" y="0"/>
          <a:ext cx="0" cy="0"/>
          <a:chOff x="0" y="0"/>
          <a:chExt cx="0" cy="0"/>
        </a:xfrm>
      </p:grpSpPr>
      <p:pic>
        <p:nvPicPr>
          <p:cNvPr id="8" name="图片 7" descr="图片26"/>
          <p:cNvPicPr>
            <a:picLocks noChangeAspect="1"/>
          </p:cNvPicPr>
          <p:nvPr>
            <p:custDataLst>
              <p:tags r:id="rId1"/>
            </p:custDataLst>
          </p:nvPr>
        </p:nvPicPr>
        <p:blipFill>
          <a:blip r:embed="rId9"/>
          <a:stretch>
            <a:fillRect/>
          </a:stretch>
        </p:blipFill>
        <p:spPr>
          <a:xfrm>
            <a:off x="10436082" y="-10801"/>
            <a:ext cx="1753527" cy="1753527"/>
          </a:xfrm>
          <a:prstGeom prst="rect">
            <a:avLst/>
          </a:prstGeom>
        </p:spPr>
      </p:pic>
      <p:pic>
        <p:nvPicPr>
          <p:cNvPr id="6" name="图片 5" descr="图片25"/>
          <p:cNvPicPr>
            <a:picLocks noChangeAspect="1"/>
          </p:cNvPicPr>
          <p:nvPr>
            <p:custDataLst>
              <p:tags r:id="rId2"/>
            </p:custDataLst>
          </p:nvPr>
        </p:nvPicPr>
        <p:blipFill>
          <a:blip r:embed="rId10"/>
          <a:stretch>
            <a:fillRect/>
          </a:stretch>
        </p:blipFill>
        <p:spPr>
          <a:xfrm>
            <a:off x="22" y="5104493"/>
            <a:ext cx="1753527" cy="1753527"/>
          </a:xfrm>
          <a:prstGeom prst="rect">
            <a:avLst/>
          </a:prstGeom>
        </p:spPr>
      </p:pic>
      <p:sp>
        <p:nvSpPr>
          <p:cNvPr id="2" name="标题 1"/>
          <p:cNvSpPr>
            <a:spLocks noGrp="1"/>
          </p:cNvSpPr>
          <p:nvPr>
            <p:ph type="title" hasCustomPrompt="1"/>
            <p:custDataLst>
              <p:tags r:id="rId3"/>
            </p:custDataLst>
          </p:nvPr>
        </p:nvSpPr>
        <p:spPr>
          <a:xfrm>
            <a:off x="1522800" y="1339200"/>
            <a:ext cx="9144000" cy="2386800"/>
          </a:xfrm>
        </p:spPr>
        <p:txBody>
          <a:bodyPr anchor="b"/>
          <a:lstStyle>
            <a:lvl1pPr algn="ctr">
              <a:defRPr sz="6000" baseline="0">
                <a:solidFill>
                  <a:schemeClr val="tx1"/>
                </a:solidFill>
                <a:latin typeface="Arial" panose="020B0604020202020204" pitchFamily="34" charset="0"/>
                <a:ea typeface="微软雅黑" panose="020B0503020204020204" charset="-122"/>
              </a:defRPr>
            </a:lvl1pPr>
          </a:lstStyle>
          <a:p>
            <a:r>
              <a:rPr lang="zh-CN" altLang="en-US" dirty="0"/>
              <a:t>单击此处编辑标题</a:t>
            </a:r>
          </a:p>
        </p:txBody>
      </p:sp>
      <p:sp>
        <p:nvSpPr>
          <p:cNvPr id="3" name="日期占位符 2"/>
          <p:cNvSpPr>
            <a:spLocks noGrp="1"/>
          </p:cNvSpPr>
          <p:nvPr>
            <p:ph type="dt" sz="half" idx="10"/>
            <p:custDataLst>
              <p:tags r:id="rId4"/>
            </p:custDataLst>
          </p:nvPr>
        </p:nvSpPr>
        <p:spPr/>
        <p:txBody>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t>2025/9/3</a:t>
            </a:fld>
            <a:endParaRPr lang="zh-CN" altLang="en-US"/>
          </a:p>
        </p:txBody>
      </p:sp>
      <p:sp>
        <p:nvSpPr>
          <p:cNvPr id="4" name="页脚占位符 3"/>
          <p:cNvSpPr>
            <a:spLocks noGrp="1"/>
          </p:cNvSpPr>
          <p:nvPr>
            <p:ph type="ftr" sz="quarter" idx="11"/>
            <p:custDataLst>
              <p:tags r:id="rId5"/>
            </p:custDataLst>
          </p:nvPr>
        </p:nvSpPr>
        <p:spPr/>
        <p:txBody>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7"/>
            </p:custDataLst>
          </p:nvPr>
        </p:nvSpPr>
        <p:spPr>
          <a:xfrm>
            <a:off x="1522413" y="3862800"/>
            <a:ext cx="9144000" cy="1656000"/>
          </a:xfrm>
        </p:spPr>
        <p:txBody>
          <a:bodyPr/>
          <a:lstStyle>
            <a:lvl1pPr algn="ct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dirty="0"/>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14C17889-7F4F-4468-9749-CDB7CA8FB84F}" type="datetime1">
              <a:rPr lang="zh-CN" altLang="en-US" smtClean="0">
                <a:solidFill>
                  <a:prstClr val="black">
                    <a:tint val="75000"/>
                  </a:prstClr>
                </a:solidFill>
              </a:rPr>
              <a:pPr/>
              <a:t>2025/9/3</a:t>
            </a:fld>
            <a:endParaRPr lang="zh-CN" altLang="en-US" dirty="0">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dirty="0">
              <a:solidFill>
                <a:prstClr val="black">
                  <a:tint val="75000"/>
                </a:prstClr>
              </a:solidFill>
            </a:endParaRPr>
          </a:p>
        </p:txBody>
      </p:sp>
      <p:sp>
        <p:nvSpPr>
          <p:cNvPr id="6" name="灯片编号占位符 5"/>
          <p:cNvSpPr>
            <a:spLocks noGrp="1"/>
          </p:cNvSpPr>
          <p:nvPr>
            <p:ph type="sldNum" sz="quarter" idx="12"/>
          </p:nvPr>
        </p:nvSpPr>
        <p:spPr/>
        <p:txBody>
          <a:bodyPr/>
          <a:lstStyle/>
          <a:p>
            <a:fld id="{0C86A48D-B8D4-430A-AE1C-E921A6F75A10}"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0552091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3" name="内容占位符 2"/>
          <p:cNvSpPr>
            <a:spLocks noGrp="1"/>
          </p:cNvSpPr>
          <p:nvPr>
            <p:ph idx="1"/>
          </p:nvPr>
        </p:nvSpPr>
        <p:spPr/>
        <p:txBody>
          <a:bodyPr/>
          <a:lstStyle>
            <a:lvl1pPr>
              <a:defRPr sz="2400"/>
            </a:lvl1pPr>
            <a:lvl2pPr>
              <a:defRPr sz="2000"/>
            </a:lvl2pPr>
            <a:lvl3pPr>
              <a:defRPr sz="1800"/>
            </a:lvl3pPr>
            <a:lvl4pPr>
              <a:defRPr sz="1800"/>
            </a:lvl4pPr>
            <a:lvl5pPr>
              <a:defRPr sz="1800"/>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p:cNvSpPr>
            <a:spLocks noGrp="1"/>
          </p:cNvSpPr>
          <p:nvPr>
            <p:ph type="dt" sz="half" idx="10"/>
          </p:nvPr>
        </p:nvSpPr>
        <p:spPr/>
        <p:txBody>
          <a:bodyPr/>
          <a:lstStyle/>
          <a:p>
            <a:fld id="{F830B601-5397-4551-A762-7F5F3BCCC0F9}" type="datetime1">
              <a:rPr lang="zh-CN" altLang="en-US" smtClean="0">
                <a:solidFill>
                  <a:prstClr val="black">
                    <a:tint val="75000"/>
                  </a:prstClr>
                </a:solidFill>
              </a:rPr>
              <a:pPr/>
              <a:t>2025/9/3</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86A48D-B8D4-430A-AE1C-E921A6F75A10}"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7408065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70"/>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1" y="458949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BF51D89D-949D-4764-9E92-6A4C0240D476}" type="datetime1">
              <a:rPr lang="zh-CN" altLang="en-US" smtClean="0">
                <a:solidFill>
                  <a:prstClr val="black">
                    <a:tint val="75000"/>
                  </a:prstClr>
                </a:solidFill>
              </a:rPr>
              <a:pPr/>
              <a:t>2025/9/3</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86A48D-B8D4-430A-AE1C-E921A6F75A10}"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8724428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E3EBE235-6CB3-465C-B79D-2ED7CC3238A2}" type="datetime1">
              <a:rPr lang="zh-CN" altLang="en-US" smtClean="0">
                <a:solidFill>
                  <a:prstClr val="black">
                    <a:tint val="75000"/>
                  </a:prstClr>
                </a:solidFill>
              </a:rPr>
              <a:pPr/>
              <a:t>2025/9/3</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0C86A48D-B8D4-430A-AE1C-E921A6F75A10}"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4860131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9"/>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9"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3"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3"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14C19E6E-E8E9-4E10-B381-7A672952EE89}" type="datetime1">
              <a:rPr lang="zh-CN" altLang="en-US" smtClean="0">
                <a:solidFill>
                  <a:prstClr val="black">
                    <a:tint val="75000"/>
                  </a:prstClr>
                </a:solidFill>
              </a:rPr>
              <a:pPr/>
              <a:t>2025/9/3</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0C86A48D-B8D4-430A-AE1C-E921A6F75A10}"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553062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A0097422-9D7F-4A51-B3C7-4F59D04F0F49}" type="datetime1">
              <a:rPr lang="zh-CN" altLang="en-US" smtClean="0">
                <a:solidFill>
                  <a:prstClr val="black">
                    <a:tint val="75000"/>
                  </a:prstClr>
                </a:solidFill>
              </a:rPr>
              <a:pPr/>
              <a:t>2025/9/3</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0C86A48D-B8D4-430A-AE1C-E921A6F75A10}"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3198590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AC337CD-AE36-4315-98EF-9C53C5C4206E}" type="datetime1">
              <a:rPr lang="zh-CN" altLang="en-US" smtClean="0">
                <a:solidFill>
                  <a:prstClr val="black">
                    <a:tint val="75000"/>
                  </a:prstClr>
                </a:solidFill>
              </a:rPr>
              <a:pPr/>
              <a:t>2025/9/3</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0C86A48D-B8D4-430A-AE1C-E921A6F75A10}"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8337321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5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19B90F-2915-430D-A93A-745C87197AEF}" type="datetime1">
              <a:rPr lang="zh-CN" altLang="en-US" smtClean="0">
                <a:solidFill>
                  <a:prstClr val="black">
                    <a:tint val="75000"/>
                  </a:prstClr>
                </a:solidFill>
              </a:rPr>
              <a:pPr/>
              <a:t>2025/9/3</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0C86A48D-B8D4-430A-AE1C-E921A6F75A10}"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8671189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57"/>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E419B7C2-A9DF-4F31-AD39-FEB95D024397}" type="datetime1">
              <a:rPr lang="zh-CN" altLang="en-US" smtClean="0">
                <a:solidFill>
                  <a:prstClr val="black">
                    <a:tint val="75000"/>
                  </a:prstClr>
                </a:solidFill>
              </a:rPr>
              <a:pPr/>
              <a:t>2025/9/3</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0C86A48D-B8D4-430A-AE1C-E921A6F75A10}"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23222536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E424AEEF-2762-45C6-B123-D04A8CE9603D}" type="datetime1">
              <a:rPr lang="zh-CN" altLang="en-US" smtClean="0">
                <a:solidFill>
                  <a:prstClr val="black">
                    <a:tint val="75000"/>
                  </a:prstClr>
                </a:solidFill>
              </a:rPr>
              <a:pPr/>
              <a:t>2025/9/3</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86A48D-B8D4-430A-AE1C-E921A6F75A10}"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91932415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2"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3"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6DDF4548-D02D-4C05-86FF-41D48D9AAF9C}" type="datetime1">
              <a:rPr lang="zh-CN" altLang="en-US" smtClean="0">
                <a:solidFill>
                  <a:prstClr val="black">
                    <a:tint val="75000"/>
                  </a:prstClr>
                </a:solidFill>
              </a:rPr>
              <a:pPr/>
              <a:t>2025/9/3</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86A48D-B8D4-430A-AE1C-E921A6F75A10}"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86408395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OverTx">
  <p:cSld name="标题和内容在文本之上">
    <p:spTree>
      <p:nvGrpSpPr>
        <p:cNvPr id="1" name=""/>
        <p:cNvGrpSpPr/>
        <p:nvPr/>
      </p:nvGrpSpPr>
      <p:grpSpPr>
        <a:xfrm>
          <a:off x="0" y="0"/>
          <a:ext cx="0" cy="0"/>
          <a:chOff x="0" y="0"/>
          <a:chExt cx="0" cy="0"/>
        </a:xfrm>
      </p:grpSpPr>
      <p:sp>
        <p:nvSpPr>
          <p:cNvPr id="2" name="标题 1"/>
          <p:cNvSpPr>
            <a:spLocks noGrp="1"/>
          </p:cNvSpPr>
          <p:nvPr>
            <p:ph type="title"/>
          </p:nvPr>
        </p:nvSpPr>
        <p:spPr>
          <a:xfrm>
            <a:off x="1524000" y="609600"/>
            <a:ext cx="10363200" cy="1143000"/>
          </a:xfrm>
        </p:spPr>
        <p:txBody>
          <a:bodyPr/>
          <a:lstStyle/>
          <a:p>
            <a:r>
              <a:rPr lang="zh-CN" altLang="en-US"/>
              <a:t>单击此处编辑母版标题样式</a:t>
            </a:r>
            <a:endParaRPr lang="en-US"/>
          </a:p>
        </p:txBody>
      </p:sp>
      <p:sp>
        <p:nvSpPr>
          <p:cNvPr id="3" name="内容占位符 2"/>
          <p:cNvSpPr>
            <a:spLocks noGrp="1"/>
          </p:cNvSpPr>
          <p:nvPr>
            <p:ph sz="half" idx="1"/>
          </p:nvPr>
        </p:nvSpPr>
        <p:spPr>
          <a:xfrm>
            <a:off x="1559984" y="1946275"/>
            <a:ext cx="10363200" cy="198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文本占位符 3"/>
          <p:cNvSpPr>
            <a:spLocks noGrp="1"/>
          </p:cNvSpPr>
          <p:nvPr>
            <p:ph type="body" sz="half" idx="2"/>
          </p:nvPr>
        </p:nvSpPr>
        <p:spPr>
          <a:xfrm>
            <a:off x="1559984" y="4079875"/>
            <a:ext cx="10363200" cy="198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Rectangle 35"/>
          <p:cNvSpPr>
            <a:spLocks noGrp="1" noChangeArrowheads="1"/>
          </p:cNvSpPr>
          <p:nvPr>
            <p:ph type="dt" sz="half" idx="10"/>
            <p:custDataLst>
              <p:tags r:id="rId1"/>
            </p:custDataLst>
          </p:nvPr>
        </p:nvSpPr>
        <p:spPr>
          <a:ln/>
        </p:spPr>
        <p:txBody>
          <a:bodyPr/>
          <a:lstStyle>
            <a:lvl1pPr>
              <a:defRPr/>
            </a:lvl1pPr>
          </a:lstStyle>
          <a:p>
            <a:pPr>
              <a:defRPr/>
            </a:pPr>
            <a:endParaRPr lang="en-US" altLang="zh-CN"/>
          </a:p>
        </p:txBody>
      </p:sp>
      <p:sp>
        <p:nvSpPr>
          <p:cNvPr id="6" name="Rectangle 36"/>
          <p:cNvSpPr>
            <a:spLocks noGrp="1" noChangeArrowheads="1"/>
          </p:cNvSpPr>
          <p:nvPr>
            <p:ph type="ftr" sz="quarter" idx="11"/>
            <p:custDataLst>
              <p:tags r:id="rId2"/>
            </p:custDataLst>
          </p:nvPr>
        </p:nvSpPr>
        <p:spPr>
          <a:ln/>
        </p:spPr>
        <p:txBody>
          <a:bodyPr/>
          <a:lstStyle>
            <a:lvl1pPr>
              <a:defRPr/>
            </a:lvl1pPr>
          </a:lstStyle>
          <a:p>
            <a:pPr>
              <a:defRPr/>
            </a:pPr>
            <a:endParaRPr lang="en-US" altLang="zh-CN"/>
          </a:p>
        </p:txBody>
      </p:sp>
      <p:sp>
        <p:nvSpPr>
          <p:cNvPr id="7" name="Rectangle 37"/>
          <p:cNvSpPr>
            <a:spLocks noGrp="1" noChangeArrowheads="1"/>
          </p:cNvSpPr>
          <p:nvPr>
            <p:ph type="sldNum" sz="quarter" idx="12"/>
            <p:custDataLst>
              <p:tags r:id="rId3"/>
            </p:custDataLst>
          </p:nvPr>
        </p:nvSpPr>
        <p:spPr>
          <a:ln/>
        </p:spPr>
        <p:txBody>
          <a:bodyPr/>
          <a:lstStyle>
            <a:lvl1pPr>
              <a:defRPr/>
            </a:lvl1pPr>
          </a:lstStyle>
          <a:p>
            <a:pPr>
              <a:defRPr/>
            </a:pPr>
            <a:fld id="{F159BD82-F155-4A28-AE89-99A095BE6930}" type="slidenum">
              <a:rPr lang="en-US" altLang="zh-CN"/>
              <a:pPr>
                <a:defRPr/>
              </a:pPr>
              <a:t>‹#›</a:t>
            </a:fld>
            <a:endParaRPr lang="en-US" altLang="zh-CN"/>
          </a:p>
        </p:txBody>
      </p:sp>
    </p:spTree>
    <p:extLst>
      <p:ext uri="{BB962C8B-B14F-4D97-AF65-F5344CB8AC3E}">
        <p14:creationId xmlns:p14="http://schemas.microsoft.com/office/powerpoint/2010/main" val="77715738"/>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a:xfrm>
            <a:off x="838200" y="6356364"/>
            <a:ext cx="2743200" cy="365125"/>
          </a:xfrm>
          <a:prstGeom prst="rect">
            <a:avLst/>
          </a:prstGeom>
        </p:spPr>
        <p:txBody>
          <a:bodyPr/>
          <a:lstStyle/>
          <a:p>
            <a:fld id="{F9F082C1-BA06-4A57-9242-B34C145ED52E}" type="datetimeFigureOut">
              <a:rPr lang="zh-CN" altLang="en-US" smtClean="0">
                <a:solidFill>
                  <a:prstClr val="black"/>
                </a:solidFill>
              </a:rPr>
              <a:pPr/>
              <a:t>2025/9/3</a:t>
            </a:fld>
            <a:endParaRPr lang="zh-CN" altLang="en-US">
              <a:solidFill>
                <a:prstClr val="black"/>
              </a:solidFill>
            </a:endParaRPr>
          </a:p>
        </p:txBody>
      </p:sp>
      <p:sp>
        <p:nvSpPr>
          <p:cNvPr id="5" name="页脚占位符 4"/>
          <p:cNvSpPr>
            <a:spLocks noGrp="1"/>
          </p:cNvSpPr>
          <p:nvPr>
            <p:ph type="ftr" sz="quarter" idx="11"/>
          </p:nvPr>
        </p:nvSpPr>
        <p:spPr>
          <a:xfrm>
            <a:off x="4038600" y="6356364"/>
            <a:ext cx="4114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610600" y="6356364"/>
            <a:ext cx="2743200" cy="365125"/>
          </a:xfrm>
          <a:prstGeom prst="rect">
            <a:avLst/>
          </a:prstGeom>
        </p:spPr>
        <p:txBody>
          <a:bodyPr/>
          <a:lstStyle/>
          <a:p>
            <a:fld id="{A5279D09-0933-4A63-9768-D8C870FC4EFC}"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406375459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9"/>
            <a:ext cx="10515600" cy="1325563"/>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838200" y="1825625"/>
            <a:ext cx="10515600" cy="435133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a:xfrm>
            <a:off x="838200" y="6356364"/>
            <a:ext cx="2743200" cy="365125"/>
          </a:xfrm>
          <a:prstGeom prst="rect">
            <a:avLst/>
          </a:prstGeom>
        </p:spPr>
        <p:txBody>
          <a:bodyPr/>
          <a:lstStyle/>
          <a:p>
            <a:fld id="{F9F082C1-BA06-4A57-9242-B34C145ED52E}" type="datetimeFigureOut">
              <a:rPr lang="zh-CN" altLang="en-US" smtClean="0">
                <a:solidFill>
                  <a:prstClr val="black"/>
                </a:solidFill>
              </a:rPr>
              <a:pPr/>
              <a:t>2025/9/3</a:t>
            </a:fld>
            <a:endParaRPr lang="zh-CN" altLang="en-US">
              <a:solidFill>
                <a:prstClr val="black"/>
              </a:solidFill>
            </a:endParaRPr>
          </a:p>
        </p:txBody>
      </p:sp>
      <p:sp>
        <p:nvSpPr>
          <p:cNvPr id="5" name="页脚占位符 4"/>
          <p:cNvSpPr>
            <a:spLocks noGrp="1"/>
          </p:cNvSpPr>
          <p:nvPr>
            <p:ph type="ftr" sz="quarter" idx="11"/>
          </p:nvPr>
        </p:nvSpPr>
        <p:spPr>
          <a:xfrm>
            <a:off x="4038600" y="6356364"/>
            <a:ext cx="4114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610600" y="6356364"/>
            <a:ext cx="2743200" cy="365125"/>
          </a:xfrm>
          <a:prstGeom prst="rect">
            <a:avLst/>
          </a:prstGeom>
        </p:spPr>
        <p:txBody>
          <a:bodyPr/>
          <a:lstStyle/>
          <a:p>
            <a:fld id="{A5279D09-0933-4A63-9768-D8C870FC4EFC}"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6234326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52"/>
            <a:ext cx="10515600" cy="2852737"/>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1" y="4589477"/>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838200" y="6356364"/>
            <a:ext cx="2743200" cy="365125"/>
          </a:xfrm>
          <a:prstGeom prst="rect">
            <a:avLst/>
          </a:prstGeom>
        </p:spPr>
        <p:txBody>
          <a:bodyPr/>
          <a:lstStyle/>
          <a:p>
            <a:fld id="{F9F082C1-BA06-4A57-9242-B34C145ED52E}" type="datetimeFigureOut">
              <a:rPr lang="zh-CN" altLang="en-US" smtClean="0">
                <a:solidFill>
                  <a:prstClr val="black"/>
                </a:solidFill>
              </a:rPr>
              <a:pPr/>
              <a:t>2025/9/3</a:t>
            </a:fld>
            <a:endParaRPr lang="zh-CN" altLang="en-US">
              <a:solidFill>
                <a:prstClr val="black"/>
              </a:solidFill>
            </a:endParaRPr>
          </a:p>
        </p:txBody>
      </p:sp>
      <p:sp>
        <p:nvSpPr>
          <p:cNvPr id="5" name="页脚占位符 4"/>
          <p:cNvSpPr>
            <a:spLocks noGrp="1"/>
          </p:cNvSpPr>
          <p:nvPr>
            <p:ph type="ftr" sz="quarter" idx="11"/>
          </p:nvPr>
        </p:nvSpPr>
        <p:spPr>
          <a:xfrm>
            <a:off x="4038600" y="6356364"/>
            <a:ext cx="4114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610600" y="6356364"/>
            <a:ext cx="2743200" cy="365125"/>
          </a:xfrm>
          <a:prstGeom prst="rect">
            <a:avLst/>
          </a:prstGeom>
        </p:spPr>
        <p:txBody>
          <a:bodyPr/>
          <a:lstStyle/>
          <a:p>
            <a:fld id="{A5279D09-0933-4A63-9768-D8C870FC4EFC}"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50401902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9"/>
            <a:ext cx="10515600" cy="1325563"/>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a:xfrm>
            <a:off x="838200" y="6356364"/>
            <a:ext cx="2743200" cy="365125"/>
          </a:xfrm>
          <a:prstGeom prst="rect">
            <a:avLst/>
          </a:prstGeom>
        </p:spPr>
        <p:txBody>
          <a:bodyPr/>
          <a:lstStyle/>
          <a:p>
            <a:fld id="{F9F082C1-BA06-4A57-9242-B34C145ED52E}" type="datetimeFigureOut">
              <a:rPr lang="zh-CN" altLang="en-US" smtClean="0">
                <a:solidFill>
                  <a:prstClr val="black"/>
                </a:solidFill>
              </a:rPr>
              <a:pPr/>
              <a:t>2025/9/3</a:t>
            </a:fld>
            <a:endParaRPr lang="zh-CN" altLang="en-US">
              <a:solidFill>
                <a:prstClr val="black"/>
              </a:solidFill>
            </a:endParaRPr>
          </a:p>
        </p:txBody>
      </p:sp>
      <p:sp>
        <p:nvSpPr>
          <p:cNvPr id="6" name="页脚占位符 5"/>
          <p:cNvSpPr>
            <a:spLocks noGrp="1"/>
          </p:cNvSpPr>
          <p:nvPr>
            <p:ph type="ftr" sz="quarter" idx="11"/>
          </p:nvPr>
        </p:nvSpPr>
        <p:spPr>
          <a:xfrm>
            <a:off x="4038600" y="6356364"/>
            <a:ext cx="4114800"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610600" y="6356364"/>
            <a:ext cx="2743200" cy="365125"/>
          </a:xfrm>
          <a:prstGeom prst="rect">
            <a:avLst/>
          </a:prstGeom>
        </p:spPr>
        <p:txBody>
          <a:bodyPr/>
          <a:lstStyle/>
          <a:p>
            <a:fld id="{A5279D09-0933-4A63-9768-D8C870FC4EFC}"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69439777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9"/>
            <a:ext cx="10515600" cy="1325563"/>
          </a:xfrm>
          <a:prstGeom prst="rect">
            <a:avLst/>
          </a:prstGeom>
        </p:spPr>
        <p:txBody>
          <a:bodyPr/>
          <a:lstStyle/>
          <a:p>
            <a:r>
              <a:rPr lang="zh-CN" altLang="en-US"/>
              <a:t>单击此处编辑母版标题样式</a:t>
            </a:r>
          </a:p>
        </p:txBody>
      </p:sp>
      <p:sp>
        <p:nvSpPr>
          <p:cNvPr id="3" name="文本占位符 2"/>
          <p:cNvSpPr>
            <a:spLocks noGrp="1"/>
          </p:cNvSpPr>
          <p:nvPr>
            <p:ph type="body" idx="1"/>
          </p:nvPr>
        </p:nvSpPr>
        <p:spPr>
          <a:xfrm>
            <a:off x="839789"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9" y="2505075"/>
            <a:ext cx="5157787" cy="368458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3"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3" y="2505075"/>
            <a:ext cx="5183188" cy="368458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a:xfrm>
            <a:off x="838200" y="6356364"/>
            <a:ext cx="2743200" cy="365125"/>
          </a:xfrm>
          <a:prstGeom prst="rect">
            <a:avLst/>
          </a:prstGeom>
        </p:spPr>
        <p:txBody>
          <a:bodyPr/>
          <a:lstStyle/>
          <a:p>
            <a:fld id="{F9F082C1-BA06-4A57-9242-B34C145ED52E}" type="datetimeFigureOut">
              <a:rPr lang="zh-CN" altLang="en-US" smtClean="0">
                <a:solidFill>
                  <a:prstClr val="black"/>
                </a:solidFill>
              </a:rPr>
              <a:pPr/>
              <a:t>2025/9/3</a:t>
            </a:fld>
            <a:endParaRPr lang="zh-CN" altLang="en-US">
              <a:solidFill>
                <a:prstClr val="black"/>
              </a:solidFill>
            </a:endParaRPr>
          </a:p>
        </p:txBody>
      </p:sp>
      <p:sp>
        <p:nvSpPr>
          <p:cNvPr id="8" name="页脚占位符 7"/>
          <p:cNvSpPr>
            <a:spLocks noGrp="1"/>
          </p:cNvSpPr>
          <p:nvPr>
            <p:ph type="ftr" sz="quarter" idx="11"/>
          </p:nvPr>
        </p:nvSpPr>
        <p:spPr>
          <a:xfrm>
            <a:off x="4038600" y="6356364"/>
            <a:ext cx="4114800" cy="365125"/>
          </a:xfrm>
          <a:prstGeom prst="rect">
            <a:avLst/>
          </a:prstGeom>
        </p:spPr>
        <p:txBody>
          <a:bodyPr/>
          <a:lstStyle/>
          <a:p>
            <a:endParaRPr lang="zh-CN" altLang="en-US">
              <a:solidFill>
                <a:prstClr val="black"/>
              </a:solidFill>
            </a:endParaRPr>
          </a:p>
        </p:txBody>
      </p:sp>
      <p:sp>
        <p:nvSpPr>
          <p:cNvPr id="9" name="灯片编号占位符 8"/>
          <p:cNvSpPr>
            <a:spLocks noGrp="1"/>
          </p:cNvSpPr>
          <p:nvPr>
            <p:ph type="sldNum" sz="quarter" idx="12"/>
          </p:nvPr>
        </p:nvSpPr>
        <p:spPr>
          <a:xfrm>
            <a:off x="8610600" y="6356364"/>
            <a:ext cx="2743200" cy="365125"/>
          </a:xfrm>
          <a:prstGeom prst="rect">
            <a:avLst/>
          </a:prstGeom>
        </p:spPr>
        <p:txBody>
          <a:bodyPr/>
          <a:lstStyle/>
          <a:p>
            <a:fld id="{A5279D09-0933-4A63-9768-D8C870FC4EFC}"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03956141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9"/>
            <a:ext cx="10515600" cy="1325563"/>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838200" y="6356364"/>
            <a:ext cx="2743200" cy="365125"/>
          </a:xfrm>
          <a:prstGeom prst="rect">
            <a:avLst/>
          </a:prstGeom>
        </p:spPr>
        <p:txBody>
          <a:bodyPr/>
          <a:lstStyle/>
          <a:p>
            <a:fld id="{F9F082C1-BA06-4A57-9242-B34C145ED52E}" type="datetimeFigureOut">
              <a:rPr lang="zh-CN" altLang="en-US" smtClean="0">
                <a:solidFill>
                  <a:prstClr val="black"/>
                </a:solidFill>
              </a:rPr>
              <a:pPr/>
              <a:t>2025/9/3</a:t>
            </a:fld>
            <a:endParaRPr lang="zh-CN" altLang="en-US">
              <a:solidFill>
                <a:prstClr val="black"/>
              </a:solidFill>
            </a:endParaRPr>
          </a:p>
        </p:txBody>
      </p:sp>
      <p:sp>
        <p:nvSpPr>
          <p:cNvPr id="4" name="页脚占位符 3"/>
          <p:cNvSpPr>
            <a:spLocks noGrp="1"/>
          </p:cNvSpPr>
          <p:nvPr>
            <p:ph type="ftr" sz="quarter" idx="11"/>
          </p:nvPr>
        </p:nvSpPr>
        <p:spPr>
          <a:xfrm>
            <a:off x="4038600" y="6356364"/>
            <a:ext cx="4114800" cy="365125"/>
          </a:xfrm>
          <a:prstGeom prst="rect">
            <a:avLst/>
          </a:prstGeom>
        </p:spPr>
        <p:txBody>
          <a:bodyPr/>
          <a:lstStyle/>
          <a:p>
            <a:endParaRPr lang="zh-CN" altLang="en-US">
              <a:solidFill>
                <a:prstClr val="black"/>
              </a:solidFill>
            </a:endParaRPr>
          </a:p>
        </p:txBody>
      </p:sp>
      <p:sp>
        <p:nvSpPr>
          <p:cNvPr id="5" name="灯片编号占位符 4"/>
          <p:cNvSpPr>
            <a:spLocks noGrp="1"/>
          </p:cNvSpPr>
          <p:nvPr>
            <p:ph type="sldNum" sz="quarter" idx="12"/>
          </p:nvPr>
        </p:nvSpPr>
        <p:spPr>
          <a:xfrm>
            <a:off x="8610600" y="6356364"/>
            <a:ext cx="2743200" cy="365125"/>
          </a:xfrm>
          <a:prstGeom prst="rect">
            <a:avLst/>
          </a:prstGeom>
        </p:spPr>
        <p:txBody>
          <a:bodyPr/>
          <a:lstStyle/>
          <a:p>
            <a:fld id="{A5279D09-0933-4A63-9768-D8C870FC4EFC}"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212883760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64"/>
            <a:ext cx="2743200" cy="365125"/>
          </a:xfrm>
          <a:prstGeom prst="rect">
            <a:avLst/>
          </a:prstGeom>
        </p:spPr>
        <p:txBody>
          <a:bodyPr/>
          <a:lstStyle/>
          <a:p>
            <a:fld id="{F9F082C1-BA06-4A57-9242-B34C145ED52E}" type="datetimeFigureOut">
              <a:rPr lang="zh-CN" altLang="en-US" smtClean="0">
                <a:solidFill>
                  <a:prstClr val="black"/>
                </a:solidFill>
              </a:rPr>
              <a:pPr/>
              <a:t>2025/9/3</a:t>
            </a:fld>
            <a:endParaRPr lang="zh-CN" altLang="en-US">
              <a:solidFill>
                <a:prstClr val="black"/>
              </a:solidFill>
            </a:endParaRPr>
          </a:p>
        </p:txBody>
      </p:sp>
      <p:sp>
        <p:nvSpPr>
          <p:cNvPr id="3" name="页脚占位符 2"/>
          <p:cNvSpPr>
            <a:spLocks noGrp="1"/>
          </p:cNvSpPr>
          <p:nvPr>
            <p:ph type="ftr" sz="quarter" idx="11"/>
          </p:nvPr>
        </p:nvSpPr>
        <p:spPr>
          <a:xfrm>
            <a:off x="4038600" y="6356364"/>
            <a:ext cx="4114800" cy="365125"/>
          </a:xfrm>
          <a:prstGeom prst="rect">
            <a:avLst/>
          </a:prstGeom>
        </p:spPr>
        <p:txBody>
          <a:bodyPr/>
          <a:lstStyle/>
          <a:p>
            <a:endParaRPr lang="zh-CN" altLang="en-US">
              <a:solidFill>
                <a:prstClr val="black"/>
              </a:solidFill>
            </a:endParaRPr>
          </a:p>
        </p:txBody>
      </p:sp>
      <p:sp>
        <p:nvSpPr>
          <p:cNvPr id="4" name="灯片编号占位符 3"/>
          <p:cNvSpPr>
            <a:spLocks noGrp="1"/>
          </p:cNvSpPr>
          <p:nvPr>
            <p:ph type="sldNum" sz="quarter" idx="12"/>
          </p:nvPr>
        </p:nvSpPr>
        <p:spPr>
          <a:xfrm>
            <a:off x="8610600" y="6356364"/>
            <a:ext cx="2743200" cy="365125"/>
          </a:xfrm>
          <a:prstGeom prst="rect">
            <a:avLst/>
          </a:prstGeom>
        </p:spPr>
        <p:txBody>
          <a:bodyPr/>
          <a:lstStyle/>
          <a:p>
            <a:fld id="{A5279D09-0933-4A63-9768-D8C870FC4EFC}"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64081197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39"/>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a:xfrm>
            <a:off x="838200" y="6356364"/>
            <a:ext cx="2743200" cy="365125"/>
          </a:xfrm>
          <a:prstGeom prst="rect">
            <a:avLst/>
          </a:prstGeom>
        </p:spPr>
        <p:txBody>
          <a:bodyPr/>
          <a:lstStyle/>
          <a:p>
            <a:fld id="{F9F082C1-BA06-4A57-9242-B34C145ED52E}" type="datetimeFigureOut">
              <a:rPr lang="zh-CN" altLang="en-US" smtClean="0">
                <a:solidFill>
                  <a:prstClr val="black"/>
                </a:solidFill>
              </a:rPr>
              <a:pPr/>
              <a:t>2025/9/3</a:t>
            </a:fld>
            <a:endParaRPr lang="zh-CN" altLang="en-US">
              <a:solidFill>
                <a:prstClr val="black"/>
              </a:solidFill>
            </a:endParaRPr>
          </a:p>
        </p:txBody>
      </p:sp>
      <p:sp>
        <p:nvSpPr>
          <p:cNvPr id="6" name="页脚占位符 5"/>
          <p:cNvSpPr>
            <a:spLocks noGrp="1"/>
          </p:cNvSpPr>
          <p:nvPr>
            <p:ph type="ftr" sz="quarter" idx="11"/>
          </p:nvPr>
        </p:nvSpPr>
        <p:spPr>
          <a:xfrm>
            <a:off x="4038600" y="6356364"/>
            <a:ext cx="4114800"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610600" y="6356364"/>
            <a:ext cx="2743200" cy="365125"/>
          </a:xfrm>
          <a:prstGeom prst="rect">
            <a:avLst/>
          </a:prstGeom>
        </p:spPr>
        <p:txBody>
          <a:bodyPr/>
          <a:lstStyle/>
          <a:p>
            <a:fld id="{A5279D09-0933-4A63-9768-D8C870FC4EFC}"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3286830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39"/>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a:xfrm>
            <a:off x="838200" y="6356364"/>
            <a:ext cx="2743200" cy="365125"/>
          </a:xfrm>
          <a:prstGeom prst="rect">
            <a:avLst/>
          </a:prstGeom>
        </p:spPr>
        <p:txBody>
          <a:bodyPr/>
          <a:lstStyle/>
          <a:p>
            <a:fld id="{F9F082C1-BA06-4A57-9242-B34C145ED52E}" type="datetimeFigureOut">
              <a:rPr lang="zh-CN" altLang="en-US" smtClean="0">
                <a:solidFill>
                  <a:prstClr val="black"/>
                </a:solidFill>
              </a:rPr>
              <a:pPr/>
              <a:t>2025/9/3</a:t>
            </a:fld>
            <a:endParaRPr lang="zh-CN" altLang="en-US">
              <a:solidFill>
                <a:prstClr val="black"/>
              </a:solidFill>
            </a:endParaRPr>
          </a:p>
        </p:txBody>
      </p:sp>
      <p:sp>
        <p:nvSpPr>
          <p:cNvPr id="6" name="页脚占位符 5"/>
          <p:cNvSpPr>
            <a:spLocks noGrp="1"/>
          </p:cNvSpPr>
          <p:nvPr>
            <p:ph type="ftr" sz="quarter" idx="11"/>
          </p:nvPr>
        </p:nvSpPr>
        <p:spPr>
          <a:xfrm>
            <a:off x="4038600" y="6356364"/>
            <a:ext cx="4114800"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610600" y="6356364"/>
            <a:ext cx="2743200" cy="365125"/>
          </a:xfrm>
          <a:prstGeom prst="rect">
            <a:avLst/>
          </a:prstGeom>
        </p:spPr>
        <p:txBody>
          <a:bodyPr/>
          <a:lstStyle/>
          <a:p>
            <a:fld id="{A5279D09-0933-4A63-9768-D8C870FC4EFC}"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295723238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9"/>
            <a:ext cx="10515600" cy="1325563"/>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838200" y="1825625"/>
            <a:ext cx="10515600" cy="4351338"/>
          </a:xfrm>
          <a:prstGeom prst="rect">
            <a:avLst/>
          </a:prstGeo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a:xfrm>
            <a:off x="838200" y="6356364"/>
            <a:ext cx="2743200" cy="365125"/>
          </a:xfrm>
          <a:prstGeom prst="rect">
            <a:avLst/>
          </a:prstGeom>
        </p:spPr>
        <p:txBody>
          <a:bodyPr/>
          <a:lstStyle/>
          <a:p>
            <a:fld id="{F9F082C1-BA06-4A57-9242-B34C145ED52E}" type="datetimeFigureOut">
              <a:rPr lang="zh-CN" altLang="en-US" smtClean="0">
                <a:solidFill>
                  <a:prstClr val="black"/>
                </a:solidFill>
              </a:rPr>
              <a:pPr/>
              <a:t>2025/9/3</a:t>
            </a:fld>
            <a:endParaRPr lang="zh-CN" altLang="en-US">
              <a:solidFill>
                <a:prstClr val="black"/>
              </a:solidFill>
            </a:endParaRPr>
          </a:p>
        </p:txBody>
      </p:sp>
      <p:sp>
        <p:nvSpPr>
          <p:cNvPr id="5" name="页脚占位符 4"/>
          <p:cNvSpPr>
            <a:spLocks noGrp="1"/>
          </p:cNvSpPr>
          <p:nvPr>
            <p:ph type="ftr" sz="quarter" idx="11"/>
          </p:nvPr>
        </p:nvSpPr>
        <p:spPr>
          <a:xfrm>
            <a:off x="4038600" y="6356364"/>
            <a:ext cx="4114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610600" y="6356364"/>
            <a:ext cx="2743200" cy="365125"/>
          </a:xfrm>
          <a:prstGeom prst="rect">
            <a:avLst/>
          </a:prstGeom>
        </p:spPr>
        <p:txBody>
          <a:bodyPr/>
          <a:lstStyle/>
          <a:p>
            <a:fld id="{A5279D09-0933-4A63-9768-D8C870FC4EFC}"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83732864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2" y="365125"/>
            <a:ext cx="2628900" cy="5811838"/>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3" y="365125"/>
            <a:ext cx="7734300" cy="5811838"/>
          </a:xfrm>
          <a:prstGeom prst="rect">
            <a:avLst/>
          </a:prstGeo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a:xfrm>
            <a:off x="838200" y="6356364"/>
            <a:ext cx="2743200" cy="365125"/>
          </a:xfrm>
          <a:prstGeom prst="rect">
            <a:avLst/>
          </a:prstGeom>
        </p:spPr>
        <p:txBody>
          <a:bodyPr/>
          <a:lstStyle/>
          <a:p>
            <a:fld id="{F9F082C1-BA06-4A57-9242-B34C145ED52E}" type="datetimeFigureOut">
              <a:rPr lang="zh-CN" altLang="en-US" smtClean="0">
                <a:solidFill>
                  <a:prstClr val="black"/>
                </a:solidFill>
              </a:rPr>
              <a:pPr/>
              <a:t>2025/9/3</a:t>
            </a:fld>
            <a:endParaRPr lang="zh-CN" altLang="en-US">
              <a:solidFill>
                <a:prstClr val="black"/>
              </a:solidFill>
            </a:endParaRPr>
          </a:p>
        </p:txBody>
      </p:sp>
      <p:sp>
        <p:nvSpPr>
          <p:cNvPr id="5" name="页脚占位符 4"/>
          <p:cNvSpPr>
            <a:spLocks noGrp="1"/>
          </p:cNvSpPr>
          <p:nvPr>
            <p:ph type="ftr" sz="quarter" idx="11"/>
          </p:nvPr>
        </p:nvSpPr>
        <p:spPr>
          <a:xfrm>
            <a:off x="4038600" y="6356364"/>
            <a:ext cx="4114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610600" y="6356364"/>
            <a:ext cx="2743200" cy="365125"/>
          </a:xfrm>
          <a:prstGeom prst="rect">
            <a:avLst/>
          </a:prstGeom>
        </p:spPr>
        <p:txBody>
          <a:bodyPr/>
          <a:lstStyle/>
          <a:p>
            <a:fld id="{A5279D09-0933-4A63-9768-D8C870FC4EFC}"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299006963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11305117" cy="6173788"/>
            <a:chOff x="0" y="0"/>
            <a:chExt cx="5341" cy="3889"/>
          </a:xfrm>
        </p:grpSpPr>
        <p:sp>
          <p:nvSpPr>
            <p:cNvPr id="5" name="Freeform 3"/>
            <p:cNvSpPr>
              <a:spLocks/>
            </p:cNvSpPr>
            <p:nvPr/>
          </p:nvSpPr>
          <p:spPr bwMode="auto">
            <a:xfrm>
              <a:off x="0" y="0"/>
              <a:ext cx="3863" cy="3889"/>
            </a:xfrm>
            <a:custGeom>
              <a:avLst/>
              <a:gdLst>
                <a:gd name="T0" fmla="*/ 3862 w 3863"/>
                <a:gd name="T1" fmla="*/ 3418 h 3889"/>
                <a:gd name="T2" fmla="*/ 457 w 3863"/>
                <a:gd name="T3" fmla="*/ 0 h 3889"/>
                <a:gd name="T4" fmla="*/ 0 w 3863"/>
                <a:gd name="T5" fmla="*/ 0 h 3889"/>
                <a:gd name="T6" fmla="*/ 0 w 3863"/>
                <a:gd name="T7" fmla="*/ 481 h 3889"/>
                <a:gd name="T8" fmla="*/ 3394 w 3863"/>
                <a:gd name="T9" fmla="*/ 3888 h 3889"/>
                <a:gd name="T10" fmla="*/ 3862 w 3863"/>
                <a:gd name="T11" fmla="*/ 3418 h 388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863" h="3889">
                  <a:moveTo>
                    <a:pt x="3862" y="3418"/>
                  </a:moveTo>
                  <a:lnTo>
                    <a:pt x="457" y="0"/>
                  </a:lnTo>
                  <a:lnTo>
                    <a:pt x="0" y="0"/>
                  </a:lnTo>
                  <a:lnTo>
                    <a:pt x="0" y="481"/>
                  </a:lnTo>
                  <a:lnTo>
                    <a:pt x="3394" y="3888"/>
                  </a:lnTo>
                  <a:lnTo>
                    <a:pt x="3862" y="3418"/>
                  </a:lnTo>
                </a:path>
              </a:pathLst>
            </a:custGeom>
            <a:solidFill>
              <a:schemeClr val="bg1">
                <a:alpha val="50195"/>
              </a:schemeClr>
            </a:solidFill>
            <a:ln>
              <a:noFill/>
            </a:ln>
            <a:effectLst/>
            <a:extLs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fontAlgn="base">
                <a:spcBef>
                  <a:spcPct val="0"/>
                </a:spcBef>
                <a:spcAft>
                  <a:spcPct val="0"/>
                </a:spcAft>
              </a:pPr>
              <a:endParaRPr kumimoji="1" lang="en-US" sz="2400">
                <a:solidFill>
                  <a:srgbClr val="FFFFFF"/>
                </a:solidFill>
              </a:endParaRPr>
            </a:p>
          </p:txBody>
        </p:sp>
        <p:sp>
          <p:nvSpPr>
            <p:cNvPr id="6" name="Freeform 4"/>
            <p:cNvSpPr>
              <a:spLocks/>
            </p:cNvSpPr>
            <p:nvPr/>
          </p:nvSpPr>
          <p:spPr bwMode="auto">
            <a:xfrm>
              <a:off x="860" y="0"/>
              <a:ext cx="3394" cy="3223"/>
            </a:xfrm>
            <a:custGeom>
              <a:avLst/>
              <a:gdLst>
                <a:gd name="T0" fmla="*/ 370 w 3394"/>
                <a:gd name="T1" fmla="*/ 0 h 3223"/>
                <a:gd name="T2" fmla="*/ 3393 w 3394"/>
                <a:gd name="T3" fmla="*/ 3036 h 3223"/>
                <a:gd name="T4" fmla="*/ 3208 w 3394"/>
                <a:gd name="T5" fmla="*/ 3222 h 3223"/>
                <a:gd name="T6" fmla="*/ 0 w 3394"/>
                <a:gd name="T7" fmla="*/ 0 h 3223"/>
                <a:gd name="T8" fmla="*/ 370 w 3394"/>
                <a:gd name="T9" fmla="*/ 0 h 32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394" h="3223">
                  <a:moveTo>
                    <a:pt x="370" y="0"/>
                  </a:moveTo>
                  <a:lnTo>
                    <a:pt x="3393" y="3036"/>
                  </a:lnTo>
                  <a:lnTo>
                    <a:pt x="3208" y="3222"/>
                  </a:lnTo>
                  <a:lnTo>
                    <a:pt x="0" y="0"/>
                  </a:lnTo>
                  <a:lnTo>
                    <a:pt x="370" y="0"/>
                  </a:lnTo>
                </a:path>
              </a:pathLst>
            </a:custGeom>
            <a:solidFill>
              <a:schemeClr val="bg1">
                <a:alpha val="50195"/>
              </a:schemeClr>
            </a:solidFill>
            <a:ln>
              <a:noFill/>
            </a:ln>
            <a:effectLst/>
            <a:extLs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fontAlgn="base">
                <a:spcBef>
                  <a:spcPct val="0"/>
                </a:spcBef>
                <a:spcAft>
                  <a:spcPct val="0"/>
                </a:spcAft>
              </a:pPr>
              <a:endParaRPr kumimoji="1" lang="en-US" sz="2400">
                <a:solidFill>
                  <a:srgbClr val="FFFFFF"/>
                </a:solidFill>
              </a:endParaRPr>
            </a:p>
          </p:txBody>
        </p:sp>
        <p:sp>
          <p:nvSpPr>
            <p:cNvPr id="7" name="Freeform 5"/>
            <p:cNvSpPr>
              <a:spLocks/>
            </p:cNvSpPr>
            <p:nvPr/>
          </p:nvSpPr>
          <p:spPr bwMode="auto">
            <a:xfrm>
              <a:off x="2187" y="0"/>
              <a:ext cx="2859" cy="2556"/>
            </a:xfrm>
            <a:custGeom>
              <a:avLst/>
              <a:gdLst>
                <a:gd name="T0" fmla="*/ 630 w 2859"/>
                <a:gd name="T1" fmla="*/ 0 h 2556"/>
                <a:gd name="T2" fmla="*/ 2858 w 2859"/>
                <a:gd name="T3" fmla="*/ 2238 h 2556"/>
                <a:gd name="T4" fmla="*/ 2543 w 2859"/>
                <a:gd name="T5" fmla="*/ 2555 h 2556"/>
                <a:gd name="T6" fmla="*/ 0 w 2859"/>
                <a:gd name="T7" fmla="*/ 0 h 2556"/>
                <a:gd name="T8" fmla="*/ 630 w 2859"/>
                <a:gd name="T9" fmla="*/ 0 h 25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59" h="2556">
                  <a:moveTo>
                    <a:pt x="630" y="0"/>
                  </a:moveTo>
                  <a:lnTo>
                    <a:pt x="2858" y="2238"/>
                  </a:lnTo>
                  <a:lnTo>
                    <a:pt x="2543" y="2555"/>
                  </a:lnTo>
                  <a:lnTo>
                    <a:pt x="0" y="0"/>
                  </a:lnTo>
                  <a:lnTo>
                    <a:pt x="630" y="0"/>
                  </a:lnTo>
                </a:path>
              </a:pathLst>
            </a:custGeom>
            <a:solidFill>
              <a:schemeClr val="bg1">
                <a:alpha val="50195"/>
              </a:schemeClr>
            </a:solidFill>
            <a:ln>
              <a:noFill/>
            </a:ln>
            <a:effectLst/>
            <a:extLs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fontAlgn="base">
                <a:spcBef>
                  <a:spcPct val="0"/>
                </a:spcBef>
                <a:spcAft>
                  <a:spcPct val="0"/>
                </a:spcAft>
              </a:pPr>
              <a:endParaRPr kumimoji="1" lang="en-US" sz="2400">
                <a:solidFill>
                  <a:srgbClr val="FFFFFF"/>
                </a:solidFill>
              </a:endParaRPr>
            </a:p>
          </p:txBody>
        </p:sp>
        <p:sp>
          <p:nvSpPr>
            <p:cNvPr id="8" name="Freeform 6"/>
            <p:cNvSpPr>
              <a:spLocks/>
            </p:cNvSpPr>
            <p:nvPr/>
          </p:nvSpPr>
          <p:spPr bwMode="auto">
            <a:xfrm>
              <a:off x="3055" y="0"/>
              <a:ext cx="2286" cy="2121"/>
            </a:xfrm>
            <a:custGeom>
              <a:avLst/>
              <a:gdLst>
                <a:gd name="T0" fmla="*/ 0 w 2286"/>
                <a:gd name="T1" fmla="*/ 0 h 2121"/>
                <a:gd name="T2" fmla="*/ 2111 w 2286"/>
                <a:gd name="T3" fmla="*/ 2120 h 2121"/>
                <a:gd name="T4" fmla="*/ 2285 w 2286"/>
                <a:gd name="T5" fmla="*/ 1945 h 2121"/>
                <a:gd name="T6" fmla="*/ 348 w 2286"/>
                <a:gd name="T7" fmla="*/ 0 h 2121"/>
                <a:gd name="T8" fmla="*/ 0 w 2286"/>
                <a:gd name="T9" fmla="*/ 0 h 212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86" h="2121">
                  <a:moveTo>
                    <a:pt x="0" y="0"/>
                  </a:moveTo>
                  <a:lnTo>
                    <a:pt x="2111" y="2120"/>
                  </a:lnTo>
                  <a:lnTo>
                    <a:pt x="2285" y="1945"/>
                  </a:lnTo>
                  <a:lnTo>
                    <a:pt x="348" y="0"/>
                  </a:lnTo>
                  <a:lnTo>
                    <a:pt x="0" y="0"/>
                  </a:lnTo>
                </a:path>
              </a:pathLst>
            </a:custGeom>
            <a:solidFill>
              <a:schemeClr val="bg1">
                <a:alpha val="50195"/>
              </a:schemeClr>
            </a:solidFill>
            <a:ln>
              <a:noFill/>
            </a:ln>
            <a:effectLst/>
            <a:extLs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fontAlgn="base">
                <a:spcBef>
                  <a:spcPct val="0"/>
                </a:spcBef>
                <a:spcAft>
                  <a:spcPct val="0"/>
                </a:spcAft>
              </a:pPr>
              <a:endParaRPr kumimoji="1" lang="en-US" sz="2400">
                <a:solidFill>
                  <a:srgbClr val="FFFFFF"/>
                </a:solidFill>
              </a:endParaRPr>
            </a:p>
          </p:txBody>
        </p:sp>
      </p:grpSp>
      <p:sp>
        <p:nvSpPr>
          <p:cNvPr id="4103" name="Rectangle 7"/>
          <p:cNvSpPr>
            <a:spLocks noGrp="1" noChangeArrowheads="1"/>
          </p:cNvSpPr>
          <p:nvPr>
            <p:ph type="ctrTitle" sz="quarter"/>
          </p:nvPr>
        </p:nvSpPr>
        <p:spPr>
          <a:xfrm>
            <a:off x="914400" y="1143000"/>
            <a:ext cx="10363200" cy="1143000"/>
          </a:xfrm>
        </p:spPr>
        <p:txBody>
          <a:bodyPr/>
          <a:lstStyle>
            <a:lvl1pPr>
              <a:defRPr/>
            </a:lvl1pPr>
          </a:lstStyle>
          <a:p>
            <a:pPr lvl="0"/>
            <a:r>
              <a:rPr lang="zh-CN" altLang="en-US" noProof="0"/>
              <a:t>单击此处编辑母版标题样式</a:t>
            </a:r>
          </a:p>
        </p:txBody>
      </p:sp>
      <p:sp>
        <p:nvSpPr>
          <p:cNvPr id="4104" name="Rectangle 8"/>
          <p:cNvSpPr>
            <a:spLocks noGrp="1" noChangeArrowheads="1"/>
          </p:cNvSpPr>
          <p:nvPr>
            <p:ph type="subTitle" sz="quarter" idx="1"/>
          </p:nvPr>
        </p:nvSpPr>
        <p:spPr>
          <a:xfrm>
            <a:off x="1828800" y="2819400"/>
            <a:ext cx="8534400" cy="1752600"/>
          </a:xfr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lvl1pPr marL="0" indent="0" algn="ctr">
              <a:buFont typeface="Wingdings" pitchFamily="2" charset="2"/>
              <a:buNone/>
              <a:defRPr/>
            </a:lvl1pPr>
          </a:lstStyle>
          <a:p>
            <a:pPr lvl="0"/>
            <a:r>
              <a:rPr lang="zh-CN" altLang="en-US" noProof="0"/>
              <a:t>单击此处编辑母版副标题样式</a:t>
            </a:r>
          </a:p>
        </p:txBody>
      </p:sp>
      <p:sp>
        <p:nvSpPr>
          <p:cNvPr id="9" name="Rectangle 9"/>
          <p:cNvSpPr>
            <a:spLocks noGrp="1" noChangeArrowheads="1"/>
          </p:cNvSpPr>
          <p:nvPr>
            <p:ph type="dt" sz="quarter" idx="10"/>
          </p:nvPr>
        </p:nvSpPr>
        <p:spPr/>
        <p:txBody>
          <a:bodyPr/>
          <a:lstStyle>
            <a:lvl1pPr>
              <a:defRPr>
                <a:solidFill>
                  <a:srgbClr val="FFFFFF"/>
                </a:solidFill>
              </a:defRPr>
            </a:lvl1pPr>
          </a:lstStyle>
          <a:p>
            <a:pPr>
              <a:defRPr/>
            </a:pPr>
            <a:endParaRPr lang="en-US" altLang="zh-CN"/>
          </a:p>
        </p:txBody>
      </p:sp>
      <p:sp>
        <p:nvSpPr>
          <p:cNvPr id="10" name="Rectangle 10"/>
          <p:cNvSpPr>
            <a:spLocks noGrp="1" noChangeArrowheads="1"/>
          </p:cNvSpPr>
          <p:nvPr>
            <p:ph type="ftr" sz="quarter" idx="11"/>
          </p:nvPr>
        </p:nvSpPr>
        <p:spPr/>
        <p:txBody>
          <a:bodyPr/>
          <a:lstStyle>
            <a:lvl1pPr>
              <a:defRPr>
                <a:solidFill>
                  <a:srgbClr val="FFFFFF"/>
                </a:solidFill>
              </a:defRPr>
            </a:lvl1pPr>
          </a:lstStyle>
          <a:p>
            <a:pPr>
              <a:defRPr/>
            </a:pPr>
            <a:endParaRPr lang="en-US" altLang="zh-CN"/>
          </a:p>
        </p:txBody>
      </p:sp>
      <p:sp>
        <p:nvSpPr>
          <p:cNvPr id="11" name="Rectangle 11"/>
          <p:cNvSpPr>
            <a:spLocks noGrp="1" noChangeArrowheads="1"/>
          </p:cNvSpPr>
          <p:nvPr>
            <p:ph type="sldNum" sz="quarter" idx="12"/>
          </p:nvPr>
        </p:nvSpPr>
        <p:spPr/>
        <p:txBody>
          <a:bodyPr/>
          <a:lstStyle>
            <a:lvl1pPr>
              <a:defRPr>
                <a:solidFill>
                  <a:srgbClr val="FFFFFF"/>
                </a:solidFill>
              </a:defRPr>
            </a:lvl1pPr>
          </a:lstStyle>
          <a:p>
            <a:pPr>
              <a:defRPr/>
            </a:pPr>
            <a:fld id="{1E72E292-993E-42E0-BF07-6F483939CF41}" type="slidenum">
              <a:rPr lang="en-US" altLang="zh-CN"/>
              <a:pPr>
                <a:defRPr/>
              </a:pPr>
              <a:t>‹#›</a:t>
            </a:fld>
            <a:endParaRPr lang="en-US" altLang="zh-CN"/>
          </a:p>
        </p:txBody>
      </p:sp>
    </p:spTree>
    <p:extLst>
      <p:ext uri="{BB962C8B-B14F-4D97-AF65-F5344CB8AC3E}">
        <p14:creationId xmlns:p14="http://schemas.microsoft.com/office/powerpoint/2010/main" val="851674102"/>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Rectangle 8"/>
          <p:cNvSpPr>
            <a:spLocks noGrp="1" noChangeArrowheads="1"/>
          </p:cNvSpPr>
          <p:nvPr>
            <p:ph type="dt" sz="half" idx="10"/>
          </p:nvPr>
        </p:nvSpPr>
        <p:spPr>
          <a:ln/>
        </p:spPr>
        <p:txBody>
          <a:bodyPr/>
          <a:lstStyle>
            <a:lvl1pPr>
              <a:defRPr/>
            </a:lvl1pPr>
          </a:lstStyle>
          <a:p>
            <a:pPr>
              <a:defRPr/>
            </a:pPr>
            <a:endParaRPr lang="en-US" altLang="zh-CN">
              <a:solidFill>
                <a:srgbClr val="FFFFFF"/>
              </a:solidFill>
            </a:endParaRPr>
          </a:p>
        </p:txBody>
      </p:sp>
      <p:sp>
        <p:nvSpPr>
          <p:cNvPr id="5" name="Rectangle 9"/>
          <p:cNvSpPr>
            <a:spLocks noGrp="1" noChangeArrowheads="1"/>
          </p:cNvSpPr>
          <p:nvPr>
            <p:ph type="ftr" sz="quarter" idx="11"/>
          </p:nvPr>
        </p:nvSpPr>
        <p:spPr>
          <a:ln/>
        </p:spPr>
        <p:txBody>
          <a:bodyPr/>
          <a:lstStyle>
            <a:lvl1pPr>
              <a:defRPr/>
            </a:lvl1pPr>
          </a:lstStyle>
          <a:p>
            <a:pPr>
              <a:defRPr/>
            </a:pPr>
            <a:endParaRPr lang="en-US" altLang="zh-CN">
              <a:solidFill>
                <a:srgbClr val="FFFFFF"/>
              </a:solidFill>
            </a:endParaRPr>
          </a:p>
        </p:txBody>
      </p:sp>
      <p:sp>
        <p:nvSpPr>
          <p:cNvPr id="6" name="Rectangle 10"/>
          <p:cNvSpPr>
            <a:spLocks noGrp="1" noChangeArrowheads="1"/>
          </p:cNvSpPr>
          <p:nvPr>
            <p:ph type="sldNum" sz="quarter" idx="12"/>
          </p:nvPr>
        </p:nvSpPr>
        <p:spPr>
          <a:ln/>
        </p:spPr>
        <p:txBody>
          <a:bodyPr/>
          <a:lstStyle>
            <a:lvl1pPr>
              <a:defRPr/>
            </a:lvl1pPr>
          </a:lstStyle>
          <a:p>
            <a:pPr>
              <a:defRPr/>
            </a:pPr>
            <a:fld id="{23240F8D-5AC2-4046-8DCB-1B2E14048221}" type="slidenum">
              <a:rPr lang="en-US" altLang="zh-CN">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2883524987"/>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17"/>
            <a:ext cx="10363200" cy="1362075"/>
          </a:xfrm>
        </p:spPr>
        <p:txBody>
          <a:bodyPr anchor="t"/>
          <a:lstStyle>
            <a:lvl1pPr algn="l">
              <a:defRPr sz="4000" b="1" cap="all"/>
            </a:lvl1pPr>
          </a:lstStyle>
          <a:p>
            <a:r>
              <a:rPr lang="zh-CN" altLang="en-US"/>
              <a:t>单击此处编辑母版标题样式</a:t>
            </a:r>
            <a:endParaRPr 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8"/>
          <p:cNvSpPr>
            <a:spLocks noGrp="1" noChangeArrowheads="1"/>
          </p:cNvSpPr>
          <p:nvPr>
            <p:ph type="dt" sz="half" idx="10"/>
          </p:nvPr>
        </p:nvSpPr>
        <p:spPr>
          <a:ln/>
        </p:spPr>
        <p:txBody>
          <a:bodyPr/>
          <a:lstStyle>
            <a:lvl1pPr>
              <a:defRPr/>
            </a:lvl1pPr>
          </a:lstStyle>
          <a:p>
            <a:pPr>
              <a:defRPr/>
            </a:pPr>
            <a:endParaRPr lang="en-US" altLang="zh-CN">
              <a:solidFill>
                <a:srgbClr val="FFFFFF"/>
              </a:solidFill>
            </a:endParaRPr>
          </a:p>
        </p:txBody>
      </p:sp>
      <p:sp>
        <p:nvSpPr>
          <p:cNvPr id="5" name="Rectangle 9"/>
          <p:cNvSpPr>
            <a:spLocks noGrp="1" noChangeArrowheads="1"/>
          </p:cNvSpPr>
          <p:nvPr>
            <p:ph type="ftr" sz="quarter" idx="11"/>
          </p:nvPr>
        </p:nvSpPr>
        <p:spPr>
          <a:ln/>
        </p:spPr>
        <p:txBody>
          <a:bodyPr/>
          <a:lstStyle>
            <a:lvl1pPr>
              <a:defRPr/>
            </a:lvl1pPr>
          </a:lstStyle>
          <a:p>
            <a:pPr>
              <a:defRPr/>
            </a:pPr>
            <a:endParaRPr lang="en-US" altLang="zh-CN">
              <a:solidFill>
                <a:srgbClr val="FFFFFF"/>
              </a:solidFill>
            </a:endParaRPr>
          </a:p>
        </p:txBody>
      </p:sp>
      <p:sp>
        <p:nvSpPr>
          <p:cNvPr id="6" name="Rectangle 10"/>
          <p:cNvSpPr>
            <a:spLocks noGrp="1" noChangeArrowheads="1"/>
          </p:cNvSpPr>
          <p:nvPr>
            <p:ph type="sldNum" sz="quarter" idx="12"/>
          </p:nvPr>
        </p:nvSpPr>
        <p:spPr>
          <a:ln/>
        </p:spPr>
        <p:txBody>
          <a:bodyPr/>
          <a:lstStyle>
            <a:lvl1pPr>
              <a:defRPr/>
            </a:lvl1pPr>
          </a:lstStyle>
          <a:p>
            <a:pPr>
              <a:defRPr/>
            </a:pPr>
            <a:fld id="{C21C4783-779B-4014-922A-ABAB16429D92}" type="slidenum">
              <a:rPr lang="en-US" altLang="zh-CN">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724407675"/>
      </p:ext>
    </p:extLst>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sz="half" idx="1"/>
          </p:nvPr>
        </p:nvSpPr>
        <p:spPr>
          <a:xfrm>
            <a:off x="914400" y="1641475"/>
            <a:ext cx="5080000" cy="4454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内容占位符 3"/>
          <p:cNvSpPr>
            <a:spLocks noGrp="1"/>
          </p:cNvSpPr>
          <p:nvPr>
            <p:ph sz="half" idx="2"/>
          </p:nvPr>
        </p:nvSpPr>
        <p:spPr>
          <a:xfrm>
            <a:off x="6197600" y="1641475"/>
            <a:ext cx="5080000" cy="4454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Rectangle 8"/>
          <p:cNvSpPr>
            <a:spLocks noGrp="1" noChangeArrowheads="1"/>
          </p:cNvSpPr>
          <p:nvPr>
            <p:ph type="dt" sz="half" idx="10"/>
          </p:nvPr>
        </p:nvSpPr>
        <p:spPr>
          <a:ln/>
        </p:spPr>
        <p:txBody>
          <a:bodyPr/>
          <a:lstStyle>
            <a:lvl1pPr>
              <a:defRPr/>
            </a:lvl1pPr>
          </a:lstStyle>
          <a:p>
            <a:pPr>
              <a:defRPr/>
            </a:pPr>
            <a:endParaRPr lang="en-US" altLang="zh-CN">
              <a:solidFill>
                <a:srgbClr val="FFFFFF"/>
              </a:solidFill>
            </a:endParaRPr>
          </a:p>
        </p:txBody>
      </p:sp>
      <p:sp>
        <p:nvSpPr>
          <p:cNvPr id="6" name="Rectangle 9"/>
          <p:cNvSpPr>
            <a:spLocks noGrp="1" noChangeArrowheads="1"/>
          </p:cNvSpPr>
          <p:nvPr>
            <p:ph type="ftr" sz="quarter" idx="11"/>
          </p:nvPr>
        </p:nvSpPr>
        <p:spPr>
          <a:ln/>
        </p:spPr>
        <p:txBody>
          <a:bodyPr/>
          <a:lstStyle>
            <a:lvl1pPr>
              <a:defRPr/>
            </a:lvl1pPr>
          </a:lstStyle>
          <a:p>
            <a:pPr>
              <a:defRPr/>
            </a:pPr>
            <a:endParaRPr lang="en-US" altLang="zh-CN">
              <a:solidFill>
                <a:srgbClr val="FFFFFF"/>
              </a:solidFill>
            </a:endParaRPr>
          </a:p>
        </p:txBody>
      </p:sp>
      <p:sp>
        <p:nvSpPr>
          <p:cNvPr id="7" name="Rectangle 10"/>
          <p:cNvSpPr>
            <a:spLocks noGrp="1" noChangeArrowheads="1"/>
          </p:cNvSpPr>
          <p:nvPr>
            <p:ph type="sldNum" sz="quarter" idx="12"/>
          </p:nvPr>
        </p:nvSpPr>
        <p:spPr>
          <a:ln/>
        </p:spPr>
        <p:txBody>
          <a:bodyPr/>
          <a:lstStyle>
            <a:lvl1pPr>
              <a:defRPr/>
            </a:lvl1pPr>
          </a:lstStyle>
          <a:p>
            <a:pPr>
              <a:defRPr/>
            </a:pPr>
            <a:fld id="{CAEB43A0-A3C5-47EB-B2B2-9E0B0FAB161D}" type="slidenum">
              <a:rPr lang="en-US" altLang="zh-CN">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909366828"/>
      </p:ext>
    </p:extLst>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文本占位符 4"/>
          <p:cNvSpPr>
            <a:spLocks noGrp="1"/>
          </p:cNvSpPr>
          <p:nvPr>
            <p:ph type="body" sz="quarter" idx="3"/>
          </p:nvPr>
        </p:nvSpPr>
        <p:spPr>
          <a:xfrm>
            <a:off x="619337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7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Rectangle 8"/>
          <p:cNvSpPr>
            <a:spLocks noGrp="1" noChangeArrowheads="1"/>
          </p:cNvSpPr>
          <p:nvPr>
            <p:ph type="dt" sz="half" idx="10"/>
          </p:nvPr>
        </p:nvSpPr>
        <p:spPr>
          <a:ln/>
        </p:spPr>
        <p:txBody>
          <a:bodyPr/>
          <a:lstStyle>
            <a:lvl1pPr>
              <a:defRPr/>
            </a:lvl1pPr>
          </a:lstStyle>
          <a:p>
            <a:pPr>
              <a:defRPr/>
            </a:pPr>
            <a:endParaRPr lang="en-US" altLang="zh-CN">
              <a:solidFill>
                <a:srgbClr val="FFFFFF"/>
              </a:solidFill>
            </a:endParaRPr>
          </a:p>
        </p:txBody>
      </p:sp>
      <p:sp>
        <p:nvSpPr>
          <p:cNvPr id="8" name="Rectangle 9"/>
          <p:cNvSpPr>
            <a:spLocks noGrp="1" noChangeArrowheads="1"/>
          </p:cNvSpPr>
          <p:nvPr>
            <p:ph type="ftr" sz="quarter" idx="11"/>
          </p:nvPr>
        </p:nvSpPr>
        <p:spPr>
          <a:ln/>
        </p:spPr>
        <p:txBody>
          <a:bodyPr/>
          <a:lstStyle>
            <a:lvl1pPr>
              <a:defRPr/>
            </a:lvl1pPr>
          </a:lstStyle>
          <a:p>
            <a:pPr>
              <a:defRPr/>
            </a:pPr>
            <a:endParaRPr lang="en-US" altLang="zh-CN">
              <a:solidFill>
                <a:srgbClr val="FFFFFF"/>
              </a:solidFill>
            </a:endParaRPr>
          </a:p>
        </p:txBody>
      </p:sp>
      <p:sp>
        <p:nvSpPr>
          <p:cNvPr id="9" name="Rectangle 10"/>
          <p:cNvSpPr>
            <a:spLocks noGrp="1" noChangeArrowheads="1"/>
          </p:cNvSpPr>
          <p:nvPr>
            <p:ph type="sldNum" sz="quarter" idx="12"/>
          </p:nvPr>
        </p:nvSpPr>
        <p:spPr>
          <a:ln/>
        </p:spPr>
        <p:txBody>
          <a:bodyPr/>
          <a:lstStyle>
            <a:lvl1pPr>
              <a:defRPr/>
            </a:lvl1pPr>
          </a:lstStyle>
          <a:p>
            <a:pPr>
              <a:defRPr/>
            </a:pPr>
            <a:fld id="{5FDFDFA8-16CF-48D0-A2C6-71AE381CAC57}" type="slidenum">
              <a:rPr lang="en-US" altLang="zh-CN">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1629495760"/>
      </p:ext>
    </p:extLst>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Rectangle 8"/>
          <p:cNvSpPr>
            <a:spLocks noGrp="1" noChangeArrowheads="1"/>
          </p:cNvSpPr>
          <p:nvPr>
            <p:ph type="dt" sz="half" idx="10"/>
          </p:nvPr>
        </p:nvSpPr>
        <p:spPr>
          <a:ln/>
        </p:spPr>
        <p:txBody>
          <a:bodyPr/>
          <a:lstStyle>
            <a:lvl1pPr>
              <a:defRPr/>
            </a:lvl1pPr>
          </a:lstStyle>
          <a:p>
            <a:pPr>
              <a:defRPr/>
            </a:pPr>
            <a:endParaRPr lang="en-US" altLang="zh-CN">
              <a:solidFill>
                <a:srgbClr val="FFFFFF"/>
              </a:solidFill>
            </a:endParaRPr>
          </a:p>
        </p:txBody>
      </p:sp>
      <p:sp>
        <p:nvSpPr>
          <p:cNvPr id="4" name="Rectangle 9"/>
          <p:cNvSpPr>
            <a:spLocks noGrp="1" noChangeArrowheads="1"/>
          </p:cNvSpPr>
          <p:nvPr>
            <p:ph type="ftr" sz="quarter" idx="11"/>
          </p:nvPr>
        </p:nvSpPr>
        <p:spPr>
          <a:ln/>
        </p:spPr>
        <p:txBody>
          <a:bodyPr/>
          <a:lstStyle>
            <a:lvl1pPr>
              <a:defRPr/>
            </a:lvl1pPr>
          </a:lstStyle>
          <a:p>
            <a:pPr>
              <a:defRPr/>
            </a:pPr>
            <a:endParaRPr lang="en-US" altLang="zh-CN">
              <a:solidFill>
                <a:srgbClr val="FFFFFF"/>
              </a:solidFill>
            </a:endParaRPr>
          </a:p>
        </p:txBody>
      </p:sp>
      <p:sp>
        <p:nvSpPr>
          <p:cNvPr id="5" name="Rectangle 10"/>
          <p:cNvSpPr>
            <a:spLocks noGrp="1" noChangeArrowheads="1"/>
          </p:cNvSpPr>
          <p:nvPr>
            <p:ph type="sldNum" sz="quarter" idx="12"/>
          </p:nvPr>
        </p:nvSpPr>
        <p:spPr>
          <a:ln/>
        </p:spPr>
        <p:txBody>
          <a:bodyPr/>
          <a:lstStyle>
            <a:lvl1pPr>
              <a:defRPr/>
            </a:lvl1pPr>
          </a:lstStyle>
          <a:p>
            <a:pPr>
              <a:defRPr/>
            </a:pPr>
            <a:fld id="{C529726F-7FCA-476C-AB92-E100EC9FC08E}" type="slidenum">
              <a:rPr lang="en-US" altLang="zh-CN">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3123548520"/>
      </p:ext>
    </p:extLst>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8"/>
          <p:cNvSpPr>
            <a:spLocks noGrp="1" noChangeArrowheads="1"/>
          </p:cNvSpPr>
          <p:nvPr>
            <p:ph type="dt" sz="half" idx="10"/>
          </p:nvPr>
        </p:nvSpPr>
        <p:spPr>
          <a:ln/>
        </p:spPr>
        <p:txBody>
          <a:bodyPr/>
          <a:lstStyle>
            <a:lvl1pPr>
              <a:defRPr/>
            </a:lvl1pPr>
          </a:lstStyle>
          <a:p>
            <a:pPr>
              <a:defRPr/>
            </a:pPr>
            <a:endParaRPr lang="en-US" altLang="zh-CN">
              <a:solidFill>
                <a:srgbClr val="FFFFFF"/>
              </a:solidFill>
            </a:endParaRPr>
          </a:p>
        </p:txBody>
      </p:sp>
      <p:sp>
        <p:nvSpPr>
          <p:cNvPr id="3" name="Rectangle 9"/>
          <p:cNvSpPr>
            <a:spLocks noGrp="1" noChangeArrowheads="1"/>
          </p:cNvSpPr>
          <p:nvPr>
            <p:ph type="ftr" sz="quarter" idx="11"/>
          </p:nvPr>
        </p:nvSpPr>
        <p:spPr>
          <a:ln/>
        </p:spPr>
        <p:txBody>
          <a:bodyPr/>
          <a:lstStyle>
            <a:lvl1pPr>
              <a:defRPr/>
            </a:lvl1pPr>
          </a:lstStyle>
          <a:p>
            <a:pPr>
              <a:defRPr/>
            </a:pPr>
            <a:endParaRPr lang="en-US" altLang="zh-CN">
              <a:solidFill>
                <a:srgbClr val="FFFFFF"/>
              </a:solidFill>
            </a:endParaRPr>
          </a:p>
        </p:txBody>
      </p:sp>
      <p:sp>
        <p:nvSpPr>
          <p:cNvPr id="4" name="Rectangle 10"/>
          <p:cNvSpPr>
            <a:spLocks noGrp="1" noChangeArrowheads="1"/>
          </p:cNvSpPr>
          <p:nvPr>
            <p:ph type="sldNum" sz="quarter" idx="12"/>
          </p:nvPr>
        </p:nvSpPr>
        <p:spPr>
          <a:ln/>
        </p:spPr>
        <p:txBody>
          <a:bodyPr/>
          <a:lstStyle>
            <a:lvl1pPr>
              <a:defRPr/>
            </a:lvl1pPr>
          </a:lstStyle>
          <a:p>
            <a:pPr>
              <a:defRPr/>
            </a:pPr>
            <a:fld id="{05D9F77E-9152-424E-B06A-4AEB9CF49804}" type="slidenum">
              <a:rPr lang="en-US" altLang="zh-CN">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2795894735"/>
      </p:ext>
    </p:extLst>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3" y="273050"/>
            <a:ext cx="4011084" cy="1162050"/>
          </a:xfrm>
        </p:spPr>
        <p:txBody>
          <a:bodyPr anchor="b"/>
          <a:lstStyle>
            <a:lvl1pPr algn="l">
              <a:defRPr sz="2000" b="1"/>
            </a:lvl1pPr>
          </a:lstStyle>
          <a:p>
            <a:r>
              <a:rPr lang="zh-CN" altLang="en-US"/>
              <a:t>单击此处编辑母版标题样式</a:t>
            </a:r>
            <a:endParaRPr lang="en-US"/>
          </a:p>
        </p:txBody>
      </p:sp>
      <p:sp>
        <p:nvSpPr>
          <p:cNvPr id="3" name="内容占位符 2"/>
          <p:cNvSpPr>
            <a:spLocks noGrp="1"/>
          </p:cNvSpPr>
          <p:nvPr>
            <p:ph idx="1"/>
          </p:nvPr>
        </p:nvSpPr>
        <p:spPr>
          <a:xfrm>
            <a:off x="4766733" y="273067"/>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文本占位符 3"/>
          <p:cNvSpPr>
            <a:spLocks noGrp="1"/>
          </p:cNvSpPr>
          <p:nvPr>
            <p:ph type="body" sz="half" idx="2"/>
          </p:nvPr>
        </p:nvSpPr>
        <p:spPr>
          <a:xfrm>
            <a:off x="609603"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8"/>
          <p:cNvSpPr>
            <a:spLocks noGrp="1" noChangeArrowheads="1"/>
          </p:cNvSpPr>
          <p:nvPr>
            <p:ph type="dt" sz="half" idx="10"/>
          </p:nvPr>
        </p:nvSpPr>
        <p:spPr>
          <a:ln/>
        </p:spPr>
        <p:txBody>
          <a:bodyPr/>
          <a:lstStyle>
            <a:lvl1pPr>
              <a:defRPr/>
            </a:lvl1pPr>
          </a:lstStyle>
          <a:p>
            <a:pPr>
              <a:defRPr/>
            </a:pPr>
            <a:endParaRPr lang="en-US" altLang="zh-CN">
              <a:solidFill>
                <a:srgbClr val="FFFFFF"/>
              </a:solidFill>
            </a:endParaRPr>
          </a:p>
        </p:txBody>
      </p:sp>
      <p:sp>
        <p:nvSpPr>
          <p:cNvPr id="6" name="Rectangle 9"/>
          <p:cNvSpPr>
            <a:spLocks noGrp="1" noChangeArrowheads="1"/>
          </p:cNvSpPr>
          <p:nvPr>
            <p:ph type="ftr" sz="quarter" idx="11"/>
          </p:nvPr>
        </p:nvSpPr>
        <p:spPr>
          <a:ln/>
        </p:spPr>
        <p:txBody>
          <a:bodyPr/>
          <a:lstStyle>
            <a:lvl1pPr>
              <a:defRPr/>
            </a:lvl1pPr>
          </a:lstStyle>
          <a:p>
            <a:pPr>
              <a:defRPr/>
            </a:pPr>
            <a:endParaRPr lang="en-US" altLang="zh-CN">
              <a:solidFill>
                <a:srgbClr val="FFFFFF"/>
              </a:solidFill>
            </a:endParaRPr>
          </a:p>
        </p:txBody>
      </p:sp>
      <p:sp>
        <p:nvSpPr>
          <p:cNvPr id="7" name="Rectangle 10"/>
          <p:cNvSpPr>
            <a:spLocks noGrp="1" noChangeArrowheads="1"/>
          </p:cNvSpPr>
          <p:nvPr>
            <p:ph type="sldNum" sz="quarter" idx="12"/>
          </p:nvPr>
        </p:nvSpPr>
        <p:spPr>
          <a:ln/>
        </p:spPr>
        <p:txBody>
          <a:bodyPr/>
          <a:lstStyle>
            <a:lvl1pPr>
              <a:defRPr/>
            </a:lvl1pPr>
          </a:lstStyle>
          <a:p>
            <a:pPr>
              <a:defRPr/>
            </a:pPr>
            <a:fld id="{5C334E6E-9B85-4D6F-9BAC-D501581DD6EF}" type="slidenum">
              <a:rPr lang="en-US" altLang="zh-CN">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2858962334"/>
      </p:ext>
    </p:extLst>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endParaRPr 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8"/>
          <p:cNvSpPr>
            <a:spLocks noGrp="1" noChangeArrowheads="1"/>
          </p:cNvSpPr>
          <p:nvPr>
            <p:ph type="dt" sz="half" idx="10"/>
          </p:nvPr>
        </p:nvSpPr>
        <p:spPr>
          <a:ln/>
        </p:spPr>
        <p:txBody>
          <a:bodyPr/>
          <a:lstStyle>
            <a:lvl1pPr>
              <a:defRPr/>
            </a:lvl1pPr>
          </a:lstStyle>
          <a:p>
            <a:pPr>
              <a:defRPr/>
            </a:pPr>
            <a:endParaRPr lang="en-US" altLang="zh-CN">
              <a:solidFill>
                <a:srgbClr val="FFFFFF"/>
              </a:solidFill>
            </a:endParaRPr>
          </a:p>
        </p:txBody>
      </p:sp>
      <p:sp>
        <p:nvSpPr>
          <p:cNvPr id="6" name="Rectangle 9"/>
          <p:cNvSpPr>
            <a:spLocks noGrp="1" noChangeArrowheads="1"/>
          </p:cNvSpPr>
          <p:nvPr>
            <p:ph type="ftr" sz="quarter" idx="11"/>
          </p:nvPr>
        </p:nvSpPr>
        <p:spPr>
          <a:ln/>
        </p:spPr>
        <p:txBody>
          <a:bodyPr/>
          <a:lstStyle>
            <a:lvl1pPr>
              <a:defRPr/>
            </a:lvl1pPr>
          </a:lstStyle>
          <a:p>
            <a:pPr>
              <a:defRPr/>
            </a:pPr>
            <a:endParaRPr lang="en-US" altLang="zh-CN">
              <a:solidFill>
                <a:srgbClr val="FFFFFF"/>
              </a:solidFill>
            </a:endParaRPr>
          </a:p>
        </p:txBody>
      </p:sp>
      <p:sp>
        <p:nvSpPr>
          <p:cNvPr id="7" name="Rectangle 10"/>
          <p:cNvSpPr>
            <a:spLocks noGrp="1" noChangeArrowheads="1"/>
          </p:cNvSpPr>
          <p:nvPr>
            <p:ph type="sldNum" sz="quarter" idx="12"/>
          </p:nvPr>
        </p:nvSpPr>
        <p:spPr>
          <a:ln/>
        </p:spPr>
        <p:txBody>
          <a:bodyPr/>
          <a:lstStyle>
            <a:lvl1pPr>
              <a:defRPr/>
            </a:lvl1pPr>
          </a:lstStyle>
          <a:p>
            <a:pPr>
              <a:defRPr/>
            </a:pPr>
            <a:fld id="{44573814-619F-459B-9A6F-7281F2F730B9}" type="slidenum">
              <a:rPr lang="en-US" altLang="zh-CN">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3419927632"/>
      </p:ext>
    </p:extLst>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Rectangle 8"/>
          <p:cNvSpPr>
            <a:spLocks noGrp="1" noChangeArrowheads="1"/>
          </p:cNvSpPr>
          <p:nvPr>
            <p:ph type="dt" sz="half" idx="10"/>
          </p:nvPr>
        </p:nvSpPr>
        <p:spPr>
          <a:ln/>
        </p:spPr>
        <p:txBody>
          <a:bodyPr/>
          <a:lstStyle>
            <a:lvl1pPr>
              <a:defRPr/>
            </a:lvl1pPr>
          </a:lstStyle>
          <a:p>
            <a:pPr>
              <a:defRPr/>
            </a:pPr>
            <a:endParaRPr lang="en-US" altLang="zh-CN">
              <a:solidFill>
                <a:srgbClr val="FFFFFF"/>
              </a:solidFill>
            </a:endParaRPr>
          </a:p>
        </p:txBody>
      </p:sp>
      <p:sp>
        <p:nvSpPr>
          <p:cNvPr id="5" name="Rectangle 9"/>
          <p:cNvSpPr>
            <a:spLocks noGrp="1" noChangeArrowheads="1"/>
          </p:cNvSpPr>
          <p:nvPr>
            <p:ph type="ftr" sz="quarter" idx="11"/>
          </p:nvPr>
        </p:nvSpPr>
        <p:spPr>
          <a:ln/>
        </p:spPr>
        <p:txBody>
          <a:bodyPr/>
          <a:lstStyle>
            <a:lvl1pPr>
              <a:defRPr/>
            </a:lvl1pPr>
          </a:lstStyle>
          <a:p>
            <a:pPr>
              <a:defRPr/>
            </a:pPr>
            <a:endParaRPr lang="en-US" altLang="zh-CN">
              <a:solidFill>
                <a:srgbClr val="FFFFFF"/>
              </a:solidFill>
            </a:endParaRPr>
          </a:p>
        </p:txBody>
      </p:sp>
      <p:sp>
        <p:nvSpPr>
          <p:cNvPr id="6" name="Rectangle 10"/>
          <p:cNvSpPr>
            <a:spLocks noGrp="1" noChangeArrowheads="1"/>
          </p:cNvSpPr>
          <p:nvPr>
            <p:ph type="sldNum" sz="quarter" idx="12"/>
          </p:nvPr>
        </p:nvSpPr>
        <p:spPr>
          <a:ln/>
        </p:spPr>
        <p:txBody>
          <a:bodyPr/>
          <a:lstStyle>
            <a:lvl1pPr>
              <a:defRPr/>
            </a:lvl1pPr>
          </a:lstStyle>
          <a:p>
            <a:pPr>
              <a:defRPr/>
            </a:pPr>
            <a:fld id="{D3B9155E-C7A3-4782-BA1C-66856B398954}" type="slidenum">
              <a:rPr lang="en-US" altLang="zh-CN">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2649076038"/>
      </p:ext>
    </p:extLst>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686800" y="228600"/>
            <a:ext cx="2590800" cy="5867400"/>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914400" y="228600"/>
            <a:ext cx="7569200" cy="5867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Rectangle 8"/>
          <p:cNvSpPr>
            <a:spLocks noGrp="1" noChangeArrowheads="1"/>
          </p:cNvSpPr>
          <p:nvPr>
            <p:ph type="dt" sz="half" idx="10"/>
          </p:nvPr>
        </p:nvSpPr>
        <p:spPr>
          <a:ln/>
        </p:spPr>
        <p:txBody>
          <a:bodyPr/>
          <a:lstStyle>
            <a:lvl1pPr>
              <a:defRPr/>
            </a:lvl1pPr>
          </a:lstStyle>
          <a:p>
            <a:pPr>
              <a:defRPr/>
            </a:pPr>
            <a:endParaRPr lang="en-US" altLang="zh-CN">
              <a:solidFill>
                <a:srgbClr val="FFFFFF"/>
              </a:solidFill>
            </a:endParaRPr>
          </a:p>
        </p:txBody>
      </p:sp>
      <p:sp>
        <p:nvSpPr>
          <p:cNvPr id="5" name="Rectangle 9"/>
          <p:cNvSpPr>
            <a:spLocks noGrp="1" noChangeArrowheads="1"/>
          </p:cNvSpPr>
          <p:nvPr>
            <p:ph type="ftr" sz="quarter" idx="11"/>
          </p:nvPr>
        </p:nvSpPr>
        <p:spPr>
          <a:ln/>
        </p:spPr>
        <p:txBody>
          <a:bodyPr/>
          <a:lstStyle>
            <a:lvl1pPr>
              <a:defRPr/>
            </a:lvl1pPr>
          </a:lstStyle>
          <a:p>
            <a:pPr>
              <a:defRPr/>
            </a:pPr>
            <a:endParaRPr lang="en-US" altLang="zh-CN">
              <a:solidFill>
                <a:srgbClr val="FFFFFF"/>
              </a:solidFill>
            </a:endParaRPr>
          </a:p>
        </p:txBody>
      </p:sp>
      <p:sp>
        <p:nvSpPr>
          <p:cNvPr id="6" name="Rectangle 10"/>
          <p:cNvSpPr>
            <a:spLocks noGrp="1" noChangeArrowheads="1"/>
          </p:cNvSpPr>
          <p:nvPr>
            <p:ph type="sldNum" sz="quarter" idx="12"/>
          </p:nvPr>
        </p:nvSpPr>
        <p:spPr>
          <a:ln/>
        </p:spPr>
        <p:txBody>
          <a:bodyPr/>
          <a:lstStyle>
            <a:lvl1pPr>
              <a:defRPr/>
            </a:lvl1pPr>
          </a:lstStyle>
          <a:p>
            <a:pPr>
              <a:defRPr/>
            </a:pPr>
            <a:fld id="{5B8C5665-455D-4CBD-BA42-D7C82E229DAE}" type="slidenum">
              <a:rPr lang="en-US" altLang="zh-CN">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3859351946"/>
      </p:ext>
    </p:extLst>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1380067" y="1552624"/>
            <a:ext cx="13572067" cy="5305425"/>
            <a:chOff x="-652" y="978"/>
            <a:chExt cx="6412" cy="3342"/>
          </a:xfrm>
        </p:grpSpPr>
        <p:sp>
          <p:nvSpPr>
            <p:cNvPr id="5" name="Freeform 3"/>
            <p:cNvSpPr>
              <a:spLocks/>
            </p:cNvSpPr>
            <p:nvPr/>
          </p:nvSpPr>
          <p:spPr bwMode="auto">
            <a:xfrm>
              <a:off x="2061" y="1707"/>
              <a:ext cx="3699" cy="2613"/>
            </a:xfrm>
            <a:custGeom>
              <a:avLst/>
              <a:gdLst>
                <a:gd name="T0" fmla="*/ 1523 w 3699"/>
                <a:gd name="T1" fmla="*/ 2611 h 2613"/>
                <a:gd name="T2" fmla="*/ 3698 w 3699"/>
                <a:gd name="T3" fmla="*/ 2612 h 2613"/>
                <a:gd name="T4" fmla="*/ 3698 w 3699"/>
                <a:gd name="T5" fmla="*/ 2228 h 2613"/>
                <a:gd name="T6" fmla="*/ 0 w 3699"/>
                <a:gd name="T7" fmla="*/ 0 h 2613"/>
                <a:gd name="T8" fmla="*/ 160 w 3699"/>
                <a:gd name="T9" fmla="*/ 118 h 2613"/>
                <a:gd name="T10" fmla="*/ 292 w 3699"/>
                <a:gd name="T11" fmla="*/ 219 h 2613"/>
                <a:gd name="T12" fmla="*/ 441 w 3699"/>
                <a:gd name="T13" fmla="*/ 347 h 2613"/>
                <a:gd name="T14" fmla="*/ 585 w 3699"/>
                <a:gd name="T15" fmla="*/ 482 h 2613"/>
                <a:gd name="T16" fmla="*/ 796 w 3699"/>
                <a:gd name="T17" fmla="*/ 711 h 2613"/>
                <a:gd name="T18" fmla="*/ 983 w 3699"/>
                <a:gd name="T19" fmla="*/ 955 h 2613"/>
                <a:gd name="T20" fmla="*/ 1119 w 3699"/>
                <a:gd name="T21" fmla="*/ 1168 h 2613"/>
                <a:gd name="T22" fmla="*/ 1238 w 3699"/>
                <a:gd name="T23" fmla="*/ 1388 h 2613"/>
                <a:gd name="T24" fmla="*/ 1331 w 3699"/>
                <a:gd name="T25" fmla="*/ 1608 h 2613"/>
                <a:gd name="T26" fmla="*/ 1400 w 3699"/>
                <a:gd name="T27" fmla="*/ 1809 h 2613"/>
                <a:gd name="T28" fmla="*/ 1447 w 3699"/>
                <a:gd name="T29" fmla="*/ 1979 h 2613"/>
                <a:gd name="T30" fmla="*/ 1490 w 3699"/>
                <a:gd name="T31" fmla="*/ 2190 h 2613"/>
                <a:gd name="T32" fmla="*/ 1511 w 3699"/>
                <a:gd name="T33" fmla="*/ 2374 h 2613"/>
                <a:gd name="T34" fmla="*/ 1523 w 3699"/>
                <a:gd name="T35" fmla="*/ 2611 h 26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699" h="2613">
                  <a:moveTo>
                    <a:pt x="1523" y="2611"/>
                  </a:moveTo>
                  <a:lnTo>
                    <a:pt x="3698" y="2612"/>
                  </a:lnTo>
                  <a:lnTo>
                    <a:pt x="3698" y="2228"/>
                  </a:lnTo>
                  <a:lnTo>
                    <a:pt x="0" y="0"/>
                  </a:lnTo>
                  <a:lnTo>
                    <a:pt x="160" y="118"/>
                  </a:lnTo>
                  <a:lnTo>
                    <a:pt x="292" y="219"/>
                  </a:lnTo>
                  <a:lnTo>
                    <a:pt x="441" y="347"/>
                  </a:lnTo>
                  <a:lnTo>
                    <a:pt x="585" y="482"/>
                  </a:lnTo>
                  <a:lnTo>
                    <a:pt x="796" y="711"/>
                  </a:lnTo>
                  <a:lnTo>
                    <a:pt x="983" y="955"/>
                  </a:lnTo>
                  <a:lnTo>
                    <a:pt x="1119" y="1168"/>
                  </a:lnTo>
                  <a:lnTo>
                    <a:pt x="1238" y="1388"/>
                  </a:lnTo>
                  <a:lnTo>
                    <a:pt x="1331" y="1608"/>
                  </a:lnTo>
                  <a:lnTo>
                    <a:pt x="1400" y="1809"/>
                  </a:lnTo>
                  <a:lnTo>
                    <a:pt x="1447" y="1979"/>
                  </a:lnTo>
                  <a:lnTo>
                    <a:pt x="1490" y="2190"/>
                  </a:lnTo>
                  <a:lnTo>
                    <a:pt x="1511" y="2374"/>
                  </a:lnTo>
                  <a:lnTo>
                    <a:pt x="1523" y="2611"/>
                  </a:lnTo>
                </a:path>
              </a:pathLst>
            </a:custGeom>
            <a:gradFill rotWithShape="0">
              <a:gsLst>
                <a:gs pos="0">
                  <a:schemeClr val="accent2">
                    <a:gamma/>
                    <a:shade val="46275"/>
                    <a:invGamma/>
                  </a:schemeClr>
                </a:gs>
                <a:gs pos="100000">
                  <a:schemeClr val="accent2"/>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defRPr/>
              </a:pPr>
              <a:endParaRPr kumimoji="1" lang="en-US" sz="2400" b="1">
                <a:solidFill>
                  <a:srgbClr val="FFFFFF"/>
                </a:solidFill>
              </a:endParaRPr>
            </a:p>
          </p:txBody>
        </p:sp>
        <p:sp>
          <p:nvSpPr>
            <p:cNvPr id="6" name="Arc 4"/>
            <p:cNvSpPr>
              <a:spLocks/>
            </p:cNvSpPr>
            <p:nvPr/>
          </p:nvSpPr>
          <p:spPr bwMode="auto">
            <a:xfrm>
              <a:off x="-652" y="978"/>
              <a:ext cx="4237" cy="3342"/>
            </a:xfrm>
            <a:custGeom>
              <a:avLst/>
              <a:gdLst>
                <a:gd name="T0" fmla="*/ 0 w 21600"/>
                <a:gd name="T1" fmla="*/ 0 h 21231"/>
                <a:gd name="T2" fmla="*/ 0 w 21600"/>
                <a:gd name="T3" fmla="*/ 0 h 21231"/>
                <a:gd name="T4" fmla="*/ 0 w 21600"/>
                <a:gd name="T5" fmla="*/ 0 h 21231"/>
                <a:gd name="T6" fmla="*/ 0 60000 65536"/>
                <a:gd name="T7" fmla="*/ 0 60000 65536"/>
                <a:gd name="T8" fmla="*/ 0 60000 65536"/>
              </a:gdLst>
              <a:ahLst/>
              <a:cxnLst>
                <a:cxn ang="T6">
                  <a:pos x="T0" y="T1"/>
                </a:cxn>
                <a:cxn ang="T7">
                  <a:pos x="T2" y="T3"/>
                </a:cxn>
                <a:cxn ang="T8">
                  <a:pos x="T4" y="T5"/>
                </a:cxn>
              </a:cxnLst>
              <a:rect l="0" t="0" r="r" b="b"/>
              <a:pathLst>
                <a:path w="21600" h="21231" fill="none" extrusionOk="0">
                  <a:moveTo>
                    <a:pt x="3976" y="0"/>
                  </a:moveTo>
                  <a:cubicBezTo>
                    <a:pt x="14194" y="1914"/>
                    <a:pt x="21600" y="10835"/>
                    <a:pt x="21600" y="21231"/>
                  </a:cubicBezTo>
                </a:path>
                <a:path w="21600" h="21231" stroke="0" extrusionOk="0">
                  <a:moveTo>
                    <a:pt x="3976" y="0"/>
                  </a:moveTo>
                  <a:cubicBezTo>
                    <a:pt x="14194" y="1914"/>
                    <a:pt x="21600" y="10835"/>
                    <a:pt x="21600" y="21231"/>
                  </a:cubicBezTo>
                  <a:lnTo>
                    <a:pt x="0" y="21231"/>
                  </a:lnTo>
                  <a:lnTo>
                    <a:pt x="3976" y="0"/>
                  </a:lnTo>
                  <a:close/>
                </a:path>
              </a:pathLst>
            </a:custGeom>
            <a:noFill/>
            <a:ln w="12700" cap="rnd">
              <a:solidFill>
                <a:schemeClr val="accent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US" sz="2400" b="1">
                <a:solidFill>
                  <a:srgbClr val="FFFFFF"/>
                </a:solidFill>
              </a:endParaRPr>
            </a:p>
          </p:txBody>
        </p:sp>
      </p:grpSp>
      <p:sp>
        <p:nvSpPr>
          <p:cNvPr id="4101" name="Rectangle 5"/>
          <p:cNvSpPr>
            <a:spLocks noGrp="1" noChangeArrowheads="1"/>
          </p:cNvSpPr>
          <p:nvPr>
            <p:ph type="ctrTitle" sz="quarter"/>
          </p:nvPr>
        </p:nvSpPr>
        <p:spPr>
          <a:xfrm>
            <a:off x="1725084" y="762000"/>
            <a:ext cx="10363200" cy="1143000"/>
          </a:xfrm>
        </p:spPr>
        <p:txBody>
          <a:bodyPr anchor="b"/>
          <a:lstStyle>
            <a:lvl1pPr>
              <a:defRPr/>
            </a:lvl1pPr>
          </a:lstStyle>
          <a:p>
            <a:pPr lvl="0"/>
            <a:r>
              <a:rPr lang="zh-CN" altLang="en-US" noProof="0"/>
              <a:t>单击此处编辑母版标题样式</a:t>
            </a:r>
          </a:p>
        </p:txBody>
      </p:sp>
      <p:sp>
        <p:nvSpPr>
          <p:cNvPr id="4102" name="Rectangle 6"/>
          <p:cNvSpPr>
            <a:spLocks noGrp="1" noChangeArrowheads="1"/>
          </p:cNvSpPr>
          <p:nvPr>
            <p:ph type="subTitle" sz="quarter" idx="1"/>
          </p:nvPr>
        </p:nvSpPr>
        <p:spPr>
          <a:xfrm>
            <a:off x="914400" y="3429000"/>
            <a:ext cx="8534400" cy="1752600"/>
          </a:xfrm>
        </p:spPr>
        <p:txBody>
          <a:bodyPr lIns="92075" tIns="46038" rIns="92075" bIns="46038" anchor="ctr"/>
          <a:lstStyle>
            <a:lvl1pPr marL="0" indent="0" algn="ctr">
              <a:buFont typeface="Wingdings" pitchFamily="2" charset="2"/>
              <a:buNone/>
              <a:defRPr/>
            </a:lvl1pPr>
          </a:lstStyle>
          <a:p>
            <a:pPr lvl="0"/>
            <a:r>
              <a:rPr lang="zh-CN" altLang="en-US" noProof="0"/>
              <a:t>单击此处编辑母版副标题样式</a:t>
            </a:r>
          </a:p>
        </p:txBody>
      </p:sp>
      <p:sp>
        <p:nvSpPr>
          <p:cNvPr id="7" name="Rectangle 7"/>
          <p:cNvSpPr>
            <a:spLocks noGrp="1" noChangeArrowheads="1"/>
          </p:cNvSpPr>
          <p:nvPr>
            <p:ph type="dt" sz="quarter" idx="10"/>
          </p:nvPr>
        </p:nvSpPr>
        <p:spPr/>
        <p:txBody>
          <a:bodyPr/>
          <a:lstStyle>
            <a:lvl1pPr>
              <a:defRPr/>
            </a:lvl1pPr>
          </a:lstStyle>
          <a:p>
            <a:pPr>
              <a:defRPr/>
            </a:pPr>
            <a:endParaRPr lang="en-US" altLang="zh-CN">
              <a:solidFill>
                <a:srgbClr val="FFFFFF"/>
              </a:solidFill>
            </a:endParaRPr>
          </a:p>
        </p:txBody>
      </p:sp>
      <p:sp>
        <p:nvSpPr>
          <p:cNvPr id="8" name="Rectangle 8"/>
          <p:cNvSpPr>
            <a:spLocks noGrp="1" noChangeArrowheads="1"/>
          </p:cNvSpPr>
          <p:nvPr>
            <p:ph type="ftr" sz="quarter" idx="11"/>
          </p:nvPr>
        </p:nvSpPr>
        <p:spPr/>
        <p:txBody>
          <a:bodyPr/>
          <a:lstStyle>
            <a:lvl1pPr>
              <a:defRPr/>
            </a:lvl1pPr>
          </a:lstStyle>
          <a:p>
            <a:pPr>
              <a:defRPr/>
            </a:pPr>
            <a:endParaRPr lang="en-US" altLang="zh-CN">
              <a:solidFill>
                <a:srgbClr val="FFFFFF"/>
              </a:solidFill>
            </a:endParaRPr>
          </a:p>
        </p:txBody>
      </p:sp>
      <p:sp>
        <p:nvSpPr>
          <p:cNvPr id="9" name="Rectangle 9"/>
          <p:cNvSpPr>
            <a:spLocks noGrp="1" noChangeArrowheads="1"/>
          </p:cNvSpPr>
          <p:nvPr>
            <p:ph type="sldNum" sz="quarter" idx="12"/>
          </p:nvPr>
        </p:nvSpPr>
        <p:spPr/>
        <p:txBody>
          <a:bodyPr/>
          <a:lstStyle>
            <a:lvl1pPr>
              <a:defRPr/>
            </a:lvl1pPr>
          </a:lstStyle>
          <a:p>
            <a:pPr>
              <a:defRPr/>
            </a:pPr>
            <a:fld id="{C2989E77-583B-40B1-8C45-71860EBF2BC9}" type="slidenum">
              <a:rPr lang="en-US" altLang="zh-CN">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3539063187"/>
      </p:ext>
    </p:extLst>
  </p:cSld>
  <p:clrMapOvr>
    <a:masterClrMapping/>
  </p:clrMapOvr>
  <p:transition>
    <p:zoom dir="in"/>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Rectangle 1030"/>
          <p:cNvSpPr>
            <a:spLocks noGrp="1" noChangeArrowheads="1"/>
          </p:cNvSpPr>
          <p:nvPr>
            <p:ph type="dt" sz="half" idx="10"/>
          </p:nvPr>
        </p:nvSpPr>
        <p:spPr>
          <a:ln/>
        </p:spPr>
        <p:txBody>
          <a:bodyPr/>
          <a:lstStyle>
            <a:lvl1pPr>
              <a:defRPr/>
            </a:lvl1pPr>
          </a:lstStyle>
          <a:p>
            <a:pPr>
              <a:defRPr/>
            </a:pPr>
            <a:endParaRPr lang="en-US" altLang="zh-CN">
              <a:solidFill>
                <a:srgbClr val="FFFFFF"/>
              </a:solidFill>
            </a:endParaRPr>
          </a:p>
        </p:txBody>
      </p:sp>
      <p:sp>
        <p:nvSpPr>
          <p:cNvPr id="5" name="Rectangle 1031"/>
          <p:cNvSpPr>
            <a:spLocks noGrp="1" noChangeArrowheads="1"/>
          </p:cNvSpPr>
          <p:nvPr>
            <p:ph type="ftr" sz="quarter" idx="11"/>
          </p:nvPr>
        </p:nvSpPr>
        <p:spPr>
          <a:ln/>
        </p:spPr>
        <p:txBody>
          <a:bodyPr/>
          <a:lstStyle>
            <a:lvl1pPr>
              <a:defRPr/>
            </a:lvl1pPr>
          </a:lstStyle>
          <a:p>
            <a:pPr>
              <a:defRPr/>
            </a:pPr>
            <a:endParaRPr lang="en-US" altLang="zh-CN">
              <a:solidFill>
                <a:srgbClr val="FFFFFF"/>
              </a:solidFill>
            </a:endParaRPr>
          </a:p>
        </p:txBody>
      </p:sp>
      <p:sp>
        <p:nvSpPr>
          <p:cNvPr id="6" name="Rectangle 1032"/>
          <p:cNvSpPr>
            <a:spLocks noGrp="1" noChangeArrowheads="1"/>
          </p:cNvSpPr>
          <p:nvPr>
            <p:ph type="sldNum" sz="quarter" idx="12"/>
          </p:nvPr>
        </p:nvSpPr>
        <p:spPr>
          <a:ln/>
        </p:spPr>
        <p:txBody>
          <a:bodyPr/>
          <a:lstStyle>
            <a:lvl1pPr>
              <a:defRPr/>
            </a:lvl1pPr>
          </a:lstStyle>
          <a:p>
            <a:pPr>
              <a:defRPr/>
            </a:pPr>
            <a:fld id="{01B425B3-363A-4625-BA35-0F2F3D71409A}" type="slidenum">
              <a:rPr lang="en-US" altLang="zh-CN">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3836528953"/>
      </p:ext>
    </p:extLst>
  </p:cSld>
  <p:clrMapOvr>
    <a:masterClrMapping/>
  </p:clrMapOvr>
  <p:transition>
    <p:zoom dir="in"/>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49"/>
            <a:ext cx="10363200" cy="1362075"/>
          </a:xfrm>
        </p:spPr>
        <p:txBody>
          <a:bodyPr anchor="t"/>
          <a:lstStyle>
            <a:lvl1pPr algn="l">
              <a:defRPr sz="4000" b="1" cap="all"/>
            </a:lvl1pPr>
          </a:lstStyle>
          <a:p>
            <a:r>
              <a:rPr lang="zh-CN" altLang="en-US"/>
              <a:t>单击此处编辑母版标题样式</a:t>
            </a:r>
            <a:endParaRPr 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1030"/>
          <p:cNvSpPr>
            <a:spLocks noGrp="1" noChangeArrowheads="1"/>
          </p:cNvSpPr>
          <p:nvPr>
            <p:ph type="dt" sz="half" idx="10"/>
          </p:nvPr>
        </p:nvSpPr>
        <p:spPr>
          <a:ln/>
        </p:spPr>
        <p:txBody>
          <a:bodyPr/>
          <a:lstStyle>
            <a:lvl1pPr>
              <a:defRPr/>
            </a:lvl1pPr>
          </a:lstStyle>
          <a:p>
            <a:pPr>
              <a:defRPr/>
            </a:pPr>
            <a:endParaRPr lang="en-US" altLang="zh-CN">
              <a:solidFill>
                <a:srgbClr val="FFFFFF"/>
              </a:solidFill>
            </a:endParaRPr>
          </a:p>
        </p:txBody>
      </p:sp>
      <p:sp>
        <p:nvSpPr>
          <p:cNvPr id="5" name="Rectangle 1031"/>
          <p:cNvSpPr>
            <a:spLocks noGrp="1" noChangeArrowheads="1"/>
          </p:cNvSpPr>
          <p:nvPr>
            <p:ph type="ftr" sz="quarter" idx="11"/>
          </p:nvPr>
        </p:nvSpPr>
        <p:spPr>
          <a:ln/>
        </p:spPr>
        <p:txBody>
          <a:bodyPr/>
          <a:lstStyle>
            <a:lvl1pPr>
              <a:defRPr/>
            </a:lvl1pPr>
          </a:lstStyle>
          <a:p>
            <a:pPr>
              <a:defRPr/>
            </a:pPr>
            <a:endParaRPr lang="en-US" altLang="zh-CN">
              <a:solidFill>
                <a:srgbClr val="FFFFFF"/>
              </a:solidFill>
            </a:endParaRPr>
          </a:p>
        </p:txBody>
      </p:sp>
      <p:sp>
        <p:nvSpPr>
          <p:cNvPr id="6" name="Rectangle 1032"/>
          <p:cNvSpPr>
            <a:spLocks noGrp="1" noChangeArrowheads="1"/>
          </p:cNvSpPr>
          <p:nvPr>
            <p:ph type="sldNum" sz="quarter" idx="12"/>
          </p:nvPr>
        </p:nvSpPr>
        <p:spPr>
          <a:ln/>
        </p:spPr>
        <p:txBody>
          <a:bodyPr/>
          <a:lstStyle>
            <a:lvl1pPr>
              <a:defRPr/>
            </a:lvl1pPr>
          </a:lstStyle>
          <a:p>
            <a:pPr>
              <a:defRPr/>
            </a:pPr>
            <a:fld id="{40DF020E-8AED-4141-8806-FB874CA5AD9D}" type="slidenum">
              <a:rPr lang="en-US" altLang="zh-CN">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2264421105"/>
      </p:ext>
    </p:extLst>
  </p:cSld>
  <p:clrMapOvr>
    <a:masterClrMapping/>
  </p:clrMapOvr>
  <p:transition>
    <p:zoom dir="in"/>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sz="half" idx="1"/>
          </p:nvPr>
        </p:nvSpPr>
        <p:spPr>
          <a:xfrm>
            <a:off x="9144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内容占位符 3"/>
          <p:cNvSpPr>
            <a:spLocks noGrp="1"/>
          </p:cNvSpPr>
          <p:nvPr>
            <p:ph sz="half" idx="2"/>
          </p:nvPr>
        </p:nvSpPr>
        <p:spPr>
          <a:xfrm>
            <a:off x="61976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Rectangle 1030"/>
          <p:cNvSpPr>
            <a:spLocks noGrp="1" noChangeArrowheads="1"/>
          </p:cNvSpPr>
          <p:nvPr>
            <p:ph type="dt" sz="half" idx="10"/>
          </p:nvPr>
        </p:nvSpPr>
        <p:spPr>
          <a:ln/>
        </p:spPr>
        <p:txBody>
          <a:bodyPr/>
          <a:lstStyle>
            <a:lvl1pPr>
              <a:defRPr/>
            </a:lvl1pPr>
          </a:lstStyle>
          <a:p>
            <a:pPr>
              <a:defRPr/>
            </a:pPr>
            <a:endParaRPr lang="en-US" altLang="zh-CN">
              <a:solidFill>
                <a:srgbClr val="FFFFFF"/>
              </a:solidFill>
            </a:endParaRPr>
          </a:p>
        </p:txBody>
      </p:sp>
      <p:sp>
        <p:nvSpPr>
          <p:cNvPr id="6" name="Rectangle 1031"/>
          <p:cNvSpPr>
            <a:spLocks noGrp="1" noChangeArrowheads="1"/>
          </p:cNvSpPr>
          <p:nvPr>
            <p:ph type="ftr" sz="quarter" idx="11"/>
          </p:nvPr>
        </p:nvSpPr>
        <p:spPr>
          <a:ln/>
        </p:spPr>
        <p:txBody>
          <a:bodyPr/>
          <a:lstStyle>
            <a:lvl1pPr>
              <a:defRPr/>
            </a:lvl1pPr>
          </a:lstStyle>
          <a:p>
            <a:pPr>
              <a:defRPr/>
            </a:pPr>
            <a:endParaRPr lang="en-US" altLang="zh-CN">
              <a:solidFill>
                <a:srgbClr val="FFFFFF"/>
              </a:solidFill>
            </a:endParaRPr>
          </a:p>
        </p:txBody>
      </p:sp>
      <p:sp>
        <p:nvSpPr>
          <p:cNvPr id="7" name="Rectangle 1032"/>
          <p:cNvSpPr>
            <a:spLocks noGrp="1" noChangeArrowheads="1"/>
          </p:cNvSpPr>
          <p:nvPr>
            <p:ph type="sldNum" sz="quarter" idx="12"/>
          </p:nvPr>
        </p:nvSpPr>
        <p:spPr>
          <a:ln/>
        </p:spPr>
        <p:txBody>
          <a:bodyPr/>
          <a:lstStyle>
            <a:lvl1pPr>
              <a:defRPr/>
            </a:lvl1pPr>
          </a:lstStyle>
          <a:p>
            <a:pPr>
              <a:defRPr/>
            </a:pPr>
            <a:fld id="{ED5ED07A-D0E3-4BCB-8C80-A049E1F16023}" type="slidenum">
              <a:rPr lang="en-US" altLang="zh-CN">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3409187968"/>
      </p:ext>
    </p:extLst>
  </p:cSld>
  <p:clrMapOvr>
    <a:masterClrMapping/>
  </p:clrMapOvr>
  <p:transition>
    <p:zoom dir="in"/>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文本占位符 4"/>
          <p:cNvSpPr>
            <a:spLocks noGrp="1"/>
          </p:cNvSpPr>
          <p:nvPr>
            <p:ph type="body" sz="quarter" idx="3"/>
          </p:nvPr>
        </p:nvSpPr>
        <p:spPr>
          <a:xfrm>
            <a:off x="6193400"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400"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Rectangle 1030"/>
          <p:cNvSpPr>
            <a:spLocks noGrp="1" noChangeArrowheads="1"/>
          </p:cNvSpPr>
          <p:nvPr>
            <p:ph type="dt" sz="half" idx="10"/>
          </p:nvPr>
        </p:nvSpPr>
        <p:spPr>
          <a:ln/>
        </p:spPr>
        <p:txBody>
          <a:bodyPr/>
          <a:lstStyle>
            <a:lvl1pPr>
              <a:defRPr/>
            </a:lvl1pPr>
          </a:lstStyle>
          <a:p>
            <a:pPr>
              <a:defRPr/>
            </a:pPr>
            <a:endParaRPr lang="en-US" altLang="zh-CN">
              <a:solidFill>
                <a:srgbClr val="FFFFFF"/>
              </a:solidFill>
            </a:endParaRPr>
          </a:p>
        </p:txBody>
      </p:sp>
      <p:sp>
        <p:nvSpPr>
          <p:cNvPr id="8" name="Rectangle 1031"/>
          <p:cNvSpPr>
            <a:spLocks noGrp="1" noChangeArrowheads="1"/>
          </p:cNvSpPr>
          <p:nvPr>
            <p:ph type="ftr" sz="quarter" idx="11"/>
          </p:nvPr>
        </p:nvSpPr>
        <p:spPr>
          <a:ln/>
        </p:spPr>
        <p:txBody>
          <a:bodyPr/>
          <a:lstStyle>
            <a:lvl1pPr>
              <a:defRPr/>
            </a:lvl1pPr>
          </a:lstStyle>
          <a:p>
            <a:pPr>
              <a:defRPr/>
            </a:pPr>
            <a:endParaRPr lang="en-US" altLang="zh-CN">
              <a:solidFill>
                <a:srgbClr val="FFFFFF"/>
              </a:solidFill>
            </a:endParaRPr>
          </a:p>
        </p:txBody>
      </p:sp>
      <p:sp>
        <p:nvSpPr>
          <p:cNvPr id="9" name="Rectangle 1032"/>
          <p:cNvSpPr>
            <a:spLocks noGrp="1" noChangeArrowheads="1"/>
          </p:cNvSpPr>
          <p:nvPr>
            <p:ph type="sldNum" sz="quarter" idx="12"/>
          </p:nvPr>
        </p:nvSpPr>
        <p:spPr>
          <a:ln/>
        </p:spPr>
        <p:txBody>
          <a:bodyPr/>
          <a:lstStyle>
            <a:lvl1pPr>
              <a:defRPr/>
            </a:lvl1pPr>
          </a:lstStyle>
          <a:p>
            <a:pPr>
              <a:defRPr/>
            </a:pPr>
            <a:fld id="{EA0D3DC7-5306-4B13-AB98-7CBB2926476B}" type="slidenum">
              <a:rPr lang="en-US" altLang="zh-CN">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3666846335"/>
      </p:ext>
    </p:extLst>
  </p:cSld>
  <p:clrMapOvr>
    <a:masterClrMapping/>
  </p:clrMapOvr>
  <p:transition>
    <p:zoom dir="in"/>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Rectangle 1030"/>
          <p:cNvSpPr>
            <a:spLocks noGrp="1" noChangeArrowheads="1"/>
          </p:cNvSpPr>
          <p:nvPr>
            <p:ph type="dt" sz="half" idx="10"/>
          </p:nvPr>
        </p:nvSpPr>
        <p:spPr>
          <a:ln/>
        </p:spPr>
        <p:txBody>
          <a:bodyPr/>
          <a:lstStyle>
            <a:lvl1pPr>
              <a:defRPr/>
            </a:lvl1pPr>
          </a:lstStyle>
          <a:p>
            <a:pPr>
              <a:defRPr/>
            </a:pPr>
            <a:endParaRPr lang="en-US" altLang="zh-CN">
              <a:solidFill>
                <a:srgbClr val="FFFFFF"/>
              </a:solidFill>
            </a:endParaRPr>
          </a:p>
        </p:txBody>
      </p:sp>
      <p:sp>
        <p:nvSpPr>
          <p:cNvPr id="4" name="Rectangle 1031"/>
          <p:cNvSpPr>
            <a:spLocks noGrp="1" noChangeArrowheads="1"/>
          </p:cNvSpPr>
          <p:nvPr>
            <p:ph type="ftr" sz="quarter" idx="11"/>
          </p:nvPr>
        </p:nvSpPr>
        <p:spPr>
          <a:ln/>
        </p:spPr>
        <p:txBody>
          <a:bodyPr/>
          <a:lstStyle>
            <a:lvl1pPr>
              <a:defRPr/>
            </a:lvl1pPr>
          </a:lstStyle>
          <a:p>
            <a:pPr>
              <a:defRPr/>
            </a:pPr>
            <a:endParaRPr lang="en-US" altLang="zh-CN">
              <a:solidFill>
                <a:srgbClr val="FFFFFF"/>
              </a:solidFill>
            </a:endParaRPr>
          </a:p>
        </p:txBody>
      </p:sp>
      <p:sp>
        <p:nvSpPr>
          <p:cNvPr id="5" name="Rectangle 1032"/>
          <p:cNvSpPr>
            <a:spLocks noGrp="1" noChangeArrowheads="1"/>
          </p:cNvSpPr>
          <p:nvPr>
            <p:ph type="sldNum" sz="quarter" idx="12"/>
          </p:nvPr>
        </p:nvSpPr>
        <p:spPr>
          <a:ln/>
        </p:spPr>
        <p:txBody>
          <a:bodyPr/>
          <a:lstStyle>
            <a:lvl1pPr>
              <a:defRPr/>
            </a:lvl1pPr>
          </a:lstStyle>
          <a:p>
            <a:pPr>
              <a:defRPr/>
            </a:pPr>
            <a:fld id="{2440D326-56D0-4D5D-94CF-BB059D12A31F}" type="slidenum">
              <a:rPr lang="en-US" altLang="zh-CN">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2934908190"/>
      </p:ext>
    </p:extLst>
  </p:cSld>
  <p:clrMapOvr>
    <a:masterClrMapping/>
  </p:clrMapOvr>
  <p:transition>
    <p:zoom dir="in"/>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030"/>
          <p:cNvSpPr>
            <a:spLocks noGrp="1" noChangeArrowheads="1"/>
          </p:cNvSpPr>
          <p:nvPr>
            <p:ph type="dt" sz="half" idx="10"/>
          </p:nvPr>
        </p:nvSpPr>
        <p:spPr>
          <a:ln/>
        </p:spPr>
        <p:txBody>
          <a:bodyPr/>
          <a:lstStyle>
            <a:lvl1pPr>
              <a:defRPr/>
            </a:lvl1pPr>
          </a:lstStyle>
          <a:p>
            <a:pPr>
              <a:defRPr/>
            </a:pPr>
            <a:endParaRPr lang="en-US" altLang="zh-CN">
              <a:solidFill>
                <a:srgbClr val="FFFFFF"/>
              </a:solidFill>
            </a:endParaRPr>
          </a:p>
        </p:txBody>
      </p:sp>
      <p:sp>
        <p:nvSpPr>
          <p:cNvPr id="3" name="Rectangle 1031"/>
          <p:cNvSpPr>
            <a:spLocks noGrp="1" noChangeArrowheads="1"/>
          </p:cNvSpPr>
          <p:nvPr>
            <p:ph type="ftr" sz="quarter" idx="11"/>
          </p:nvPr>
        </p:nvSpPr>
        <p:spPr>
          <a:ln/>
        </p:spPr>
        <p:txBody>
          <a:bodyPr/>
          <a:lstStyle>
            <a:lvl1pPr>
              <a:defRPr/>
            </a:lvl1pPr>
          </a:lstStyle>
          <a:p>
            <a:pPr>
              <a:defRPr/>
            </a:pPr>
            <a:endParaRPr lang="en-US" altLang="zh-CN">
              <a:solidFill>
                <a:srgbClr val="FFFFFF"/>
              </a:solidFill>
            </a:endParaRPr>
          </a:p>
        </p:txBody>
      </p:sp>
      <p:sp>
        <p:nvSpPr>
          <p:cNvPr id="4" name="Rectangle 1032"/>
          <p:cNvSpPr>
            <a:spLocks noGrp="1" noChangeArrowheads="1"/>
          </p:cNvSpPr>
          <p:nvPr>
            <p:ph type="sldNum" sz="quarter" idx="12"/>
          </p:nvPr>
        </p:nvSpPr>
        <p:spPr>
          <a:ln/>
        </p:spPr>
        <p:txBody>
          <a:bodyPr/>
          <a:lstStyle>
            <a:lvl1pPr>
              <a:defRPr/>
            </a:lvl1pPr>
          </a:lstStyle>
          <a:p>
            <a:pPr>
              <a:defRPr/>
            </a:pPr>
            <a:fld id="{D6682436-8E54-4774-A01F-66469BB840F4}" type="slidenum">
              <a:rPr lang="en-US" altLang="zh-CN">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3868727486"/>
      </p:ext>
    </p:extLst>
  </p:cSld>
  <p:clrMapOvr>
    <a:masterClrMapping/>
  </p:clrMapOvr>
  <p:transition>
    <p:zoom dir="in"/>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3" y="273050"/>
            <a:ext cx="4011084" cy="1162050"/>
          </a:xfrm>
        </p:spPr>
        <p:txBody>
          <a:bodyPr anchor="b"/>
          <a:lstStyle>
            <a:lvl1pPr algn="l">
              <a:defRPr sz="2000" b="1"/>
            </a:lvl1pPr>
          </a:lstStyle>
          <a:p>
            <a:r>
              <a:rPr lang="zh-CN" altLang="en-US"/>
              <a:t>单击此处编辑母版标题样式</a:t>
            </a:r>
            <a:endParaRPr lang="en-US"/>
          </a:p>
        </p:txBody>
      </p:sp>
      <p:sp>
        <p:nvSpPr>
          <p:cNvPr id="3" name="内容占位符 2"/>
          <p:cNvSpPr>
            <a:spLocks noGrp="1"/>
          </p:cNvSpPr>
          <p:nvPr>
            <p:ph idx="1"/>
          </p:nvPr>
        </p:nvSpPr>
        <p:spPr>
          <a:xfrm>
            <a:off x="4766733" y="273099"/>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文本占位符 3"/>
          <p:cNvSpPr>
            <a:spLocks noGrp="1"/>
          </p:cNvSpPr>
          <p:nvPr>
            <p:ph type="body" sz="half" idx="2"/>
          </p:nvPr>
        </p:nvSpPr>
        <p:spPr>
          <a:xfrm>
            <a:off x="609603"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030"/>
          <p:cNvSpPr>
            <a:spLocks noGrp="1" noChangeArrowheads="1"/>
          </p:cNvSpPr>
          <p:nvPr>
            <p:ph type="dt" sz="half" idx="10"/>
          </p:nvPr>
        </p:nvSpPr>
        <p:spPr>
          <a:ln/>
        </p:spPr>
        <p:txBody>
          <a:bodyPr/>
          <a:lstStyle>
            <a:lvl1pPr>
              <a:defRPr/>
            </a:lvl1pPr>
          </a:lstStyle>
          <a:p>
            <a:pPr>
              <a:defRPr/>
            </a:pPr>
            <a:endParaRPr lang="en-US" altLang="zh-CN">
              <a:solidFill>
                <a:srgbClr val="FFFFFF"/>
              </a:solidFill>
            </a:endParaRPr>
          </a:p>
        </p:txBody>
      </p:sp>
      <p:sp>
        <p:nvSpPr>
          <p:cNvPr id="6" name="Rectangle 1031"/>
          <p:cNvSpPr>
            <a:spLocks noGrp="1" noChangeArrowheads="1"/>
          </p:cNvSpPr>
          <p:nvPr>
            <p:ph type="ftr" sz="quarter" idx="11"/>
          </p:nvPr>
        </p:nvSpPr>
        <p:spPr>
          <a:ln/>
        </p:spPr>
        <p:txBody>
          <a:bodyPr/>
          <a:lstStyle>
            <a:lvl1pPr>
              <a:defRPr/>
            </a:lvl1pPr>
          </a:lstStyle>
          <a:p>
            <a:pPr>
              <a:defRPr/>
            </a:pPr>
            <a:endParaRPr lang="en-US" altLang="zh-CN">
              <a:solidFill>
                <a:srgbClr val="FFFFFF"/>
              </a:solidFill>
            </a:endParaRPr>
          </a:p>
        </p:txBody>
      </p:sp>
      <p:sp>
        <p:nvSpPr>
          <p:cNvPr id="7" name="Rectangle 1032"/>
          <p:cNvSpPr>
            <a:spLocks noGrp="1" noChangeArrowheads="1"/>
          </p:cNvSpPr>
          <p:nvPr>
            <p:ph type="sldNum" sz="quarter" idx="12"/>
          </p:nvPr>
        </p:nvSpPr>
        <p:spPr>
          <a:ln/>
        </p:spPr>
        <p:txBody>
          <a:bodyPr/>
          <a:lstStyle>
            <a:lvl1pPr>
              <a:defRPr/>
            </a:lvl1pPr>
          </a:lstStyle>
          <a:p>
            <a:pPr>
              <a:defRPr/>
            </a:pPr>
            <a:fld id="{E1B87BCE-FFCC-47CE-B1AC-167F8E5DC1A1}" type="slidenum">
              <a:rPr lang="en-US" altLang="zh-CN">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3108470616"/>
      </p:ext>
    </p:extLst>
  </p:cSld>
  <p:clrMapOvr>
    <a:masterClrMapping/>
  </p:clrMapOvr>
  <p:transition>
    <p:zoom dir="in"/>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endParaRPr 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030"/>
          <p:cNvSpPr>
            <a:spLocks noGrp="1" noChangeArrowheads="1"/>
          </p:cNvSpPr>
          <p:nvPr>
            <p:ph type="dt" sz="half" idx="10"/>
          </p:nvPr>
        </p:nvSpPr>
        <p:spPr>
          <a:ln/>
        </p:spPr>
        <p:txBody>
          <a:bodyPr/>
          <a:lstStyle>
            <a:lvl1pPr>
              <a:defRPr/>
            </a:lvl1pPr>
          </a:lstStyle>
          <a:p>
            <a:pPr>
              <a:defRPr/>
            </a:pPr>
            <a:endParaRPr lang="en-US" altLang="zh-CN">
              <a:solidFill>
                <a:srgbClr val="FFFFFF"/>
              </a:solidFill>
            </a:endParaRPr>
          </a:p>
        </p:txBody>
      </p:sp>
      <p:sp>
        <p:nvSpPr>
          <p:cNvPr id="6" name="Rectangle 1031"/>
          <p:cNvSpPr>
            <a:spLocks noGrp="1" noChangeArrowheads="1"/>
          </p:cNvSpPr>
          <p:nvPr>
            <p:ph type="ftr" sz="quarter" idx="11"/>
          </p:nvPr>
        </p:nvSpPr>
        <p:spPr>
          <a:ln/>
        </p:spPr>
        <p:txBody>
          <a:bodyPr/>
          <a:lstStyle>
            <a:lvl1pPr>
              <a:defRPr/>
            </a:lvl1pPr>
          </a:lstStyle>
          <a:p>
            <a:pPr>
              <a:defRPr/>
            </a:pPr>
            <a:endParaRPr lang="en-US" altLang="zh-CN">
              <a:solidFill>
                <a:srgbClr val="FFFFFF"/>
              </a:solidFill>
            </a:endParaRPr>
          </a:p>
        </p:txBody>
      </p:sp>
      <p:sp>
        <p:nvSpPr>
          <p:cNvPr id="7" name="Rectangle 1032"/>
          <p:cNvSpPr>
            <a:spLocks noGrp="1" noChangeArrowheads="1"/>
          </p:cNvSpPr>
          <p:nvPr>
            <p:ph type="sldNum" sz="quarter" idx="12"/>
          </p:nvPr>
        </p:nvSpPr>
        <p:spPr>
          <a:ln/>
        </p:spPr>
        <p:txBody>
          <a:bodyPr/>
          <a:lstStyle>
            <a:lvl1pPr>
              <a:defRPr/>
            </a:lvl1pPr>
          </a:lstStyle>
          <a:p>
            <a:pPr>
              <a:defRPr/>
            </a:pPr>
            <a:fld id="{988D36B8-A307-4C0E-8D52-1D3465C64974}" type="slidenum">
              <a:rPr lang="en-US" altLang="zh-CN">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3129893458"/>
      </p:ext>
    </p:extLst>
  </p:cSld>
  <p:clrMapOvr>
    <a:masterClrMapping/>
  </p:clrMapOvr>
  <p:transition>
    <p:zoom dir="in"/>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Rectangle 1030"/>
          <p:cNvSpPr>
            <a:spLocks noGrp="1" noChangeArrowheads="1"/>
          </p:cNvSpPr>
          <p:nvPr>
            <p:ph type="dt" sz="half" idx="10"/>
          </p:nvPr>
        </p:nvSpPr>
        <p:spPr>
          <a:ln/>
        </p:spPr>
        <p:txBody>
          <a:bodyPr/>
          <a:lstStyle>
            <a:lvl1pPr>
              <a:defRPr/>
            </a:lvl1pPr>
          </a:lstStyle>
          <a:p>
            <a:pPr>
              <a:defRPr/>
            </a:pPr>
            <a:endParaRPr lang="en-US" altLang="zh-CN">
              <a:solidFill>
                <a:srgbClr val="FFFFFF"/>
              </a:solidFill>
            </a:endParaRPr>
          </a:p>
        </p:txBody>
      </p:sp>
      <p:sp>
        <p:nvSpPr>
          <p:cNvPr id="5" name="Rectangle 1031"/>
          <p:cNvSpPr>
            <a:spLocks noGrp="1" noChangeArrowheads="1"/>
          </p:cNvSpPr>
          <p:nvPr>
            <p:ph type="ftr" sz="quarter" idx="11"/>
          </p:nvPr>
        </p:nvSpPr>
        <p:spPr>
          <a:ln/>
        </p:spPr>
        <p:txBody>
          <a:bodyPr/>
          <a:lstStyle>
            <a:lvl1pPr>
              <a:defRPr/>
            </a:lvl1pPr>
          </a:lstStyle>
          <a:p>
            <a:pPr>
              <a:defRPr/>
            </a:pPr>
            <a:endParaRPr lang="en-US" altLang="zh-CN">
              <a:solidFill>
                <a:srgbClr val="FFFFFF"/>
              </a:solidFill>
            </a:endParaRPr>
          </a:p>
        </p:txBody>
      </p:sp>
      <p:sp>
        <p:nvSpPr>
          <p:cNvPr id="6" name="Rectangle 1032"/>
          <p:cNvSpPr>
            <a:spLocks noGrp="1" noChangeArrowheads="1"/>
          </p:cNvSpPr>
          <p:nvPr>
            <p:ph type="sldNum" sz="quarter" idx="12"/>
          </p:nvPr>
        </p:nvSpPr>
        <p:spPr>
          <a:ln/>
        </p:spPr>
        <p:txBody>
          <a:bodyPr/>
          <a:lstStyle>
            <a:lvl1pPr>
              <a:defRPr/>
            </a:lvl1pPr>
          </a:lstStyle>
          <a:p>
            <a:pPr>
              <a:defRPr/>
            </a:pPr>
            <a:fld id="{F19172E7-0D71-4CAA-9AC8-B1E058FC369B}" type="slidenum">
              <a:rPr lang="en-US" altLang="zh-CN">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1220364876"/>
      </p:ext>
    </p:extLst>
  </p:cSld>
  <p:clrMapOvr>
    <a:masterClrMapping/>
  </p:clrMapOvr>
  <p:transition>
    <p:zoom dir="in"/>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686800" y="609600"/>
            <a:ext cx="2590800" cy="5486400"/>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914400" y="609600"/>
            <a:ext cx="75692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Rectangle 1030"/>
          <p:cNvSpPr>
            <a:spLocks noGrp="1" noChangeArrowheads="1"/>
          </p:cNvSpPr>
          <p:nvPr>
            <p:ph type="dt" sz="half" idx="10"/>
          </p:nvPr>
        </p:nvSpPr>
        <p:spPr>
          <a:ln/>
        </p:spPr>
        <p:txBody>
          <a:bodyPr/>
          <a:lstStyle>
            <a:lvl1pPr>
              <a:defRPr/>
            </a:lvl1pPr>
          </a:lstStyle>
          <a:p>
            <a:pPr>
              <a:defRPr/>
            </a:pPr>
            <a:endParaRPr lang="en-US" altLang="zh-CN">
              <a:solidFill>
                <a:srgbClr val="FFFFFF"/>
              </a:solidFill>
            </a:endParaRPr>
          </a:p>
        </p:txBody>
      </p:sp>
      <p:sp>
        <p:nvSpPr>
          <p:cNvPr id="5" name="Rectangle 1031"/>
          <p:cNvSpPr>
            <a:spLocks noGrp="1" noChangeArrowheads="1"/>
          </p:cNvSpPr>
          <p:nvPr>
            <p:ph type="ftr" sz="quarter" idx="11"/>
          </p:nvPr>
        </p:nvSpPr>
        <p:spPr>
          <a:ln/>
        </p:spPr>
        <p:txBody>
          <a:bodyPr/>
          <a:lstStyle>
            <a:lvl1pPr>
              <a:defRPr/>
            </a:lvl1pPr>
          </a:lstStyle>
          <a:p>
            <a:pPr>
              <a:defRPr/>
            </a:pPr>
            <a:endParaRPr lang="en-US" altLang="zh-CN">
              <a:solidFill>
                <a:srgbClr val="FFFFFF"/>
              </a:solidFill>
            </a:endParaRPr>
          </a:p>
        </p:txBody>
      </p:sp>
      <p:sp>
        <p:nvSpPr>
          <p:cNvPr id="6" name="Rectangle 1032"/>
          <p:cNvSpPr>
            <a:spLocks noGrp="1" noChangeArrowheads="1"/>
          </p:cNvSpPr>
          <p:nvPr>
            <p:ph type="sldNum" sz="quarter" idx="12"/>
          </p:nvPr>
        </p:nvSpPr>
        <p:spPr>
          <a:ln/>
        </p:spPr>
        <p:txBody>
          <a:bodyPr/>
          <a:lstStyle>
            <a:lvl1pPr>
              <a:defRPr/>
            </a:lvl1pPr>
          </a:lstStyle>
          <a:p>
            <a:pPr>
              <a:defRPr/>
            </a:pPr>
            <a:fld id="{27993D8C-C178-41F6-B800-1A59803D963B}" type="slidenum">
              <a:rPr lang="en-US" altLang="zh-CN">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1692072161"/>
      </p:ext>
    </p:extLst>
  </p:cSld>
  <p:clrMapOvr>
    <a:masterClrMapping/>
  </p:clrMapOvr>
  <p:transition>
    <p:zoom dir="in"/>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Freeform 17"/>
          <p:cNvSpPr>
            <a:spLocks/>
          </p:cNvSpPr>
          <p:nvPr/>
        </p:nvSpPr>
        <p:spPr bwMode="gray">
          <a:xfrm>
            <a:off x="0" y="0"/>
            <a:ext cx="10236200" cy="6858000"/>
          </a:xfrm>
          <a:custGeom>
            <a:avLst/>
            <a:gdLst>
              <a:gd name="T0" fmla="*/ 0 w 4272"/>
              <a:gd name="T1" fmla="*/ 0 h 4320"/>
              <a:gd name="T2" fmla="*/ 4272 w 4272"/>
              <a:gd name="T3" fmla="*/ 0 h 4320"/>
              <a:gd name="T4" fmla="*/ 2832 w 4272"/>
              <a:gd name="T5" fmla="*/ 4320 h 4320"/>
              <a:gd name="T6" fmla="*/ 0 w 4272"/>
              <a:gd name="T7" fmla="*/ 4320 h 4320"/>
              <a:gd name="T8" fmla="*/ 0 w 4272"/>
              <a:gd name="T9" fmla="*/ 0 h 4320"/>
            </a:gdLst>
            <a:ahLst/>
            <a:cxnLst>
              <a:cxn ang="0">
                <a:pos x="T0" y="T1"/>
              </a:cxn>
              <a:cxn ang="0">
                <a:pos x="T2" y="T3"/>
              </a:cxn>
              <a:cxn ang="0">
                <a:pos x="T4" y="T5"/>
              </a:cxn>
              <a:cxn ang="0">
                <a:pos x="T6" y="T7"/>
              </a:cxn>
              <a:cxn ang="0">
                <a:pos x="T8" y="T9"/>
              </a:cxn>
            </a:cxnLst>
            <a:rect l="0" t="0" r="r" b="b"/>
            <a:pathLst>
              <a:path w="4272" h="4320">
                <a:moveTo>
                  <a:pt x="0" y="0"/>
                </a:moveTo>
                <a:lnTo>
                  <a:pt x="4272" y="0"/>
                </a:lnTo>
                <a:lnTo>
                  <a:pt x="2832" y="4320"/>
                </a:lnTo>
                <a:lnTo>
                  <a:pt x="0" y="4320"/>
                </a:lnTo>
                <a:lnTo>
                  <a:pt x="0" y="0"/>
                </a:lnTo>
                <a:close/>
              </a:path>
            </a:pathLst>
          </a:custGeom>
          <a:gradFill rotWithShape="1">
            <a:gsLst>
              <a:gs pos="0">
                <a:schemeClr val="folHlink">
                  <a:gamma/>
                  <a:tint val="19216"/>
                  <a:invGamma/>
                </a:schemeClr>
              </a:gs>
              <a:gs pos="100000">
                <a:schemeClr val="folHlink">
                  <a:alpha val="23000"/>
                </a:schemeClr>
              </a:gs>
            </a:gsLst>
            <a:lin ang="27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76200" algn="ctr" rotWithShape="0">
                    <a:schemeClr val="bg2">
                      <a:alpha val="50000"/>
                    </a:schemeClr>
                  </a:outerShdw>
                </a:effectLst>
              </a14:hiddenEffects>
            </a:ext>
          </a:extLst>
        </p:spPr>
        <p:txBody>
          <a:bodyPr/>
          <a:lstStyle/>
          <a:p>
            <a:pPr fontAlgn="base">
              <a:spcBef>
                <a:spcPct val="0"/>
              </a:spcBef>
              <a:spcAft>
                <a:spcPct val="0"/>
              </a:spcAft>
              <a:defRPr/>
            </a:pPr>
            <a:endParaRPr lang="en-US" sz="2800" b="1">
              <a:solidFill>
                <a:srgbClr val="000000"/>
              </a:solidFill>
              <a:latin typeface="Arial" pitchFamily="34" charset="0"/>
              <a:ea typeface="宋体" pitchFamily="2" charset="-122"/>
            </a:endParaRPr>
          </a:p>
        </p:txBody>
      </p:sp>
      <p:sp>
        <p:nvSpPr>
          <p:cNvPr id="5" name="Rectangle 18"/>
          <p:cNvSpPr>
            <a:spLocks noChangeArrowheads="1"/>
          </p:cNvSpPr>
          <p:nvPr/>
        </p:nvSpPr>
        <p:spPr bwMode="gray">
          <a:xfrm>
            <a:off x="0" y="762000"/>
            <a:ext cx="12192000" cy="2386013"/>
          </a:xfrm>
          <a:prstGeom prst="rect">
            <a:avLst/>
          </a:prstGeom>
          <a:solidFill>
            <a:schemeClr val="hlink">
              <a:alpha val="96077"/>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fontAlgn="base" hangingPunct="1">
              <a:spcBef>
                <a:spcPct val="0"/>
              </a:spcBef>
              <a:spcAft>
                <a:spcPct val="0"/>
              </a:spcAft>
              <a:defRPr/>
            </a:pPr>
            <a:endParaRPr kumimoji="0" lang="en-US" altLang="en-US" sz="2800">
              <a:solidFill>
                <a:srgbClr val="000000"/>
              </a:solidFill>
              <a:latin typeface="Arial" charset="0"/>
            </a:endParaRPr>
          </a:p>
        </p:txBody>
      </p:sp>
      <p:sp>
        <p:nvSpPr>
          <p:cNvPr id="6" name="Rectangle 19"/>
          <p:cNvSpPr>
            <a:spLocks noChangeArrowheads="1"/>
          </p:cNvSpPr>
          <p:nvPr/>
        </p:nvSpPr>
        <p:spPr bwMode="gray">
          <a:xfrm>
            <a:off x="0" y="6477000"/>
            <a:ext cx="12192000" cy="381000"/>
          </a:xfrm>
          <a:prstGeom prst="rect">
            <a:avLst/>
          </a:prstGeom>
          <a:solidFill>
            <a:srgbClr val="969696">
              <a:alpha val="56078"/>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fontAlgn="base" hangingPunct="1">
              <a:spcBef>
                <a:spcPct val="0"/>
              </a:spcBef>
              <a:spcAft>
                <a:spcPct val="0"/>
              </a:spcAft>
              <a:defRPr/>
            </a:pPr>
            <a:endParaRPr kumimoji="0" lang="en-US" altLang="en-US" sz="2800">
              <a:solidFill>
                <a:srgbClr val="000000"/>
              </a:solidFill>
              <a:latin typeface="Arial" charset="0"/>
            </a:endParaRPr>
          </a:p>
        </p:txBody>
      </p:sp>
      <p:sp>
        <p:nvSpPr>
          <p:cNvPr id="7" name="Freeform 20" descr="gbc_1"/>
          <p:cNvSpPr>
            <a:spLocks/>
          </p:cNvSpPr>
          <p:nvPr/>
        </p:nvSpPr>
        <p:spPr bwMode="gray">
          <a:xfrm>
            <a:off x="22" y="914401"/>
            <a:ext cx="9768417" cy="2233613"/>
          </a:xfrm>
          <a:custGeom>
            <a:avLst/>
            <a:gdLst>
              <a:gd name="T0" fmla="*/ 0 w 4615"/>
              <a:gd name="T1" fmla="*/ 0 h 1407"/>
              <a:gd name="T2" fmla="*/ 2147483647 w 4615"/>
              <a:gd name="T3" fmla="*/ 0 h 1407"/>
              <a:gd name="T4" fmla="*/ 2147483647 w 4615"/>
              <a:gd name="T5" fmla="*/ 2147483647 h 1407"/>
              <a:gd name="T6" fmla="*/ 0 w 4615"/>
              <a:gd name="T7" fmla="*/ 2147483647 h 1407"/>
              <a:gd name="T8" fmla="*/ 0 w 4615"/>
              <a:gd name="T9" fmla="*/ 0 h 140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15" h="1407">
                <a:moveTo>
                  <a:pt x="0" y="0"/>
                </a:moveTo>
                <a:lnTo>
                  <a:pt x="4615" y="0"/>
                </a:lnTo>
                <a:lnTo>
                  <a:pt x="4092" y="1386"/>
                </a:lnTo>
                <a:lnTo>
                  <a:pt x="0" y="1407"/>
                </a:lnTo>
                <a:lnTo>
                  <a:pt x="0" y="0"/>
                </a:lnTo>
                <a:close/>
              </a:path>
            </a:pathLst>
          </a:custGeom>
          <a:blipFill dpi="0" rotWithShape="1">
            <a:blip r:embed="rId2"/>
            <a:srcRect/>
            <a:stretch>
              <a:fillRect/>
            </a:stretch>
          </a:bli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US" sz="2400" b="1">
              <a:solidFill>
                <a:srgbClr val="000000"/>
              </a:solidFill>
              <a:latin typeface="Times New Roman" pitchFamily="18" charset="0"/>
              <a:ea typeface="宋体" pitchFamily="2" charset="-122"/>
            </a:endParaRPr>
          </a:p>
        </p:txBody>
      </p:sp>
      <p:sp>
        <p:nvSpPr>
          <p:cNvPr id="8" name="Rectangle 21"/>
          <p:cNvSpPr>
            <a:spLocks noChangeArrowheads="1"/>
          </p:cNvSpPr>
          <p:nvPr/>
        </p:nvSpPr>
        <p:spPr bwMode="gray">
          <a:xfrm>
            <a:off x="0" y="3124200"/>
            <a:ext cx="12192000" cy="762000"/>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fontAlgn="base" hangingPunct="1">
              <a:spcBef>
                <a:spcPct val="0"/>
              </a:spcBef>
              <a:spcAft>
                <a:spcPct val="0"/>
              </a:spcAft>
              <a:defRPr/>
            </a:pPr>
            <a:endParaRPr kumimoji="0" lang="en-US" altLang="en-US" sz="2800">
              <a:solidFill>
                <a:srgbClr val="000000"/>
              </a:solidFill>
              <a:latin typeface="Arial" charset="0"/>
            </a:endParaRPr>
          </a:p>
        </p:txBody>
      </p:sp>
      <p:sp>
        <p:nvSpPr>
          <p:cNvPr id="9" name="Text Box 14"/>
          <p:cNvSpPr txBox="1">
            <a:spLocks noChangeArrowheads="1"/>
          </p:cNvSpPr>
          <p:nvPr/>
        </p:nvSpPr>
        <p:spPr bwMode="auto">
          <a:xfrm>
            <a:off x="406400" y="176213"/>
            <a:ext cx="152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b="1">
                <a:solidFill>
                  <a:schemeClr val="tx1"/>
                </a:solidFill>
                <a:latin typeface="Arial" charset="0"/>
              </a:defRPr>
            </a:lvl1pPr>
            <a:lvl2pPr marL="742950" indent="-285750" eaLnBrk="0" hangingPunct="0">
              <a:defRPr sz="2800" b="1">
                <a:solidFill>
                  <a:schemeClr val="tx1"/>
                </a:solidFill>
                <a:latin typeface="Arial" charset="0"/>
              </a:defRPr>
            </a:lvl2pPr>
            <a:lvl3pPr marL="1143000" indent="-228600" eaLnBrk="0" hangingPunct="0">
              <a:defRPr sz="2800" b="1">
                <a:solidFill>
                  <a:schemeClr val="tx1"/>
                </a:solidFill>
                <a:latin typeface="Arial" charset="0"/>
              </a:defRPr>
            </a:lvl3pPr>
            <a:lvl4pPr marL="1600200" indent="-228600" eaLnBrk="0" hangingPunct="0">
              <a:defRPr sz="2800" b="1">
                <a:solidFill>
                  <a:schemeClr val="tx1"/>
                </a:solidFill>
                <a:latin typeface="Arial" charset="0"/>
              </a:defRPr>
            </a:lvl4pPr>
            <a:lvl5pPr marL="2057400" indent="-228600" eaLnBrk="0" hangingPunct="0">
              <a:defRPr sz="2800" b="1">
                <a:solidFill>
                  <a:schemeClr val="tx1"/>
                </a:solidFill>
                <a:latin typeface="Arial" charset="0"/>
              </a:defRPr>
            </a:lvl5pPr>
            <a:lvl6pPr marL="2514600" indent="-228600" eaLnBrk="0" fontAlgn="base" hangingPunct="0">
              <a:spcBef>
                <a:spcPct val="0"/>
              </a:spcBef>
              <a:spcAft>
                <a:spcPct val="0"/>
              </a:spcAft>
              <a:defRPr sz="2800" b="1">
                <a:solidFill>
                  <a:schemeClr val="tx1"/>
                </a:solidFill>
                <a:latin typeface="Arial" charset="0"/>
              </a:defRPr>
            </a:lvl6pPr>
            <a:lvl7pPr marL="2971800" indent="-228600" eaLnBrk="0" fontAlgn="base" hangingPunct="0">
              <a:spcBef>
                <a:spcPct val="0"/>
              </a:spcBef>
              <a:spcAft>
                <a:spcPct val="0"/>
              </a:spcAft>
              <a:defRPr sz="2800" b="1">
                <a:solidFill>
                  <a:schemeClr val="tx1"/>
                </a:solidFill>
                <a:latin typeface="Arial" charset="0"/>
              </a:defRPr>
            </a:lvl7pPr>
            <a:lvl8pPr marL="3429000" indent="-228600" eaLnBrk="0" fontAlgn="base" hangingPunct="0">
              <a:spcBef>
                <a:spcPct val="0"/>
              </a:spcBef>
              <a:spcAft>
                <a:spcPct val="0"/>
              </a:spcAft>
              <a:defRPr sz="2800" b="1">
                <a:solidFill>
                  <a:schemeClr val="tx1"/>
                </a:solidFill>
                <a:latin typeface="Arial" charset="0"/>
              </a:defRPr>
            </a:lvl8pPr>
            <a:lvl9pPr marL="3886200" indent="-228600" eaLnBrk="0" fontAlgn="base" hangingPunct="0">
              <a:spcBef>
                <a:spcPct val="0"/>
              </a:spcBef>
              <a:spcAft>
                <a:spcPct val="0"/>
              </a:spcAft>
              <a:defRPr sz="2800" b="1">
                <a:solidFill>
                  <a:schemeClr val="tx1"/>
                </a:solidFill>
                <a:latin typeface="Arial" charset="0"/>
              </a:defRPr>
            </a:lvl9pPr>
          </a:lstStyle>
          <a:p>
            <a:pPr algn="r" eaLnBrk="1" fontAlgn="base" hangingPunct="1">
              <a:spcBef>
                <a:spcPct val="0"/>
              </a:spcBef>
              <a:spcAft>
                <a:spcPct val="0"/>
              </a:spcAft>
              <a:defRPr/>
            </a:pPr>
            <a:r>
              <a:rPr lang="en-US" altLang="zh-CN" sz="2400">
                <a:solidFill>
                  <a:srgbClr val="173D89"/>
                </a:solidFill>
                <a:latin typeface="Verdana" pitchFamily="34" charset="0"/>
                <a:ea typeface="宋体" pitchFamily="2" charset="-122"/>
              </a:rPr>
              <a:t>LOGO</a:t>
            </a:r>
          </a:p>
        </p:txBody>
      </p:sp>
      <p:sp>
        <p:nvSpPr>
          <p:cNvPr id="3074" name="Rectangle 2"/>
          <p:cNvSpPr>
            <a:spLocks noGrp="1" noChangeArrowheads="1"/>
          </p:cNvSpPr>
          <p:nvPr>
            <p:ph type="ctrTitle"/>
          </p:nvPr>
        </p:nvSpPr>
        <p:spPr>
          <a:xfrm>
            <a:off x="1219200" y="3200400"/>
            <a:ext cx="9652000" cy="609600"/>
          </a:xfrm>
        </p:spPr>
        <p:txBody>
          <a:bodyPr/>
          <a:lstStyle>
            <a:lvl1pPr>
              <a:defRPr sz="4000"/>
            </a:lvl1pPr>
          </a:lstStyle>
          <a:p>
            <a:pPr lvl="0"/>
            <a:r>
              <a:rPr lang="en-US" altLang="zh-CN" noProof="0"/>
              <a:t>Click to edit Master title style</a:t>
            </a:r>
          </a:p>
        </p:txBody>
      </p:sp>
      <p:sp>
        <p:nvSpPr>
          <p:cNvPr id="3075" name="Rectangle 3"/>
          <p:cNvSpPr>
            <a:spLocks noGrp="1" noChangeArrowheads="1"/>
          </p:cNvSpPr>
          <p:nvPr>
            <p:ph type="subTitle" idx="1"/>
          </p:nvPr>
        </p:nvSpPr>
        <p:spPr bwMode="white">
          <a:xfrm>
            <a:off x="7112000" y="6038850"/>
            <a:ext cx="4775200" cy="304800"/>
          </a:xfrm>
        </p:spPr>
        <p:txBody>
          <a:bodyPr/>
          <a:lstStyle>
            <a:lvl1pPr marL="0" indent="0" algn="ctr">
              <a:buFont typeface="Wingdings" pitchFamily="2" charset="2"/>
              <a:buNone/>
              <a:defRPr sz="1600">
                <a:solidFill>
                  <a:schemeClr val="tx2"/>
                </a:solidFill>
              </a:defRPr>
            </a:lvl1pPr>
          </a:lstStyle>
          <a:p>
            <a:pPr lvl="0"/>
            <a:r>
              <a:rPr lang="en-US" altLang="zh-CN" noProof="0"/>
              <a:t>Click to edit Master subtitle style</a:t>
            </a:r>
          </a:p>
        </p:txBody>
      </p:sp>
      <p:sp>
        <p:nvSpPr>
          <p:cNvPr id="10" name="Rectangle 4"/>
          <p:cNvSpPr>
            <a:spLocks noGrp="1" noChangeArrowheads="1"/>
          </p:cNvSpPr>
          <p:nvPr>
            <p:ph type="dt" sz="half" idx="10"/>
          </p:nvPr>
        </p:nvSpPr>
        <p:spPr>
          <a:xfrm>
            <a:off x="609600" y="6556375"/>
            <a:ext cx="2844800" cy="134938"/>
          </a:xfrm>
        </p:spPr>
        <p:txBody>
          <a:bodyPr/>
          <a:lstStyle>
            <a:lvl1pPr>
              <a:defRPr kumimoji="1">
                <a:latin typeface="Arial" pitchFamily="34" charset="0"/>
              </a:defRPr>
            </a:lvl1pPr>
          </a:lstStyle>
          <a:p>
            <a:pPr>
              <a:defRPr/>
            </a:pPr>
            <a:endParaRPr lang="en-US" altLang="zh-CN"/>
          </a:p>
        </p:txBody>
      </p:sp>
      <p:sp>
        <p:nvSpPr>
          <p:cNvPr id="11" name="Rectangle 5"/>
          <p:cNvSpPr>
            <a:spLocks noGrp="1" noChangeArrowheads="1"/>
          </p:cNvSpPr>
          <p:nvPr>
            <p:ph type="ftr" sz="quarter" idx="11"/>
          </p:nvPr>
        </p:nvSpPr>
        <p:spPr bwMode="auto">
          <a:xfrm>
            <a:off x="4318000" y="6578600"/>
            <a:ext cx="3860800" cy="1714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kumimoji="0" sz="1000" b="0">
                <a:solidFill>
                  <a:srgbClr val="000000"/>
                </a:solidFill>
                <a:latin typeface="Arial" pitchFamily="34" charset="0"/>
                <a:ea typeface="宋体" pitchFamily="2" charset="-122"/>
                <a:cs typeface="+mn-cs"/>
              </a:defRPr>
            </a:lvl1pPr>
          </a:lstStyle>
          <a:p>
            <a:pPr fontAlgn="base">
              <a:spcBef>
                <a:spcPct val="0"/>
              </a:spcBef>
              <a:spcAft>
                <a:spcPct val="0"/>
              </a:spcAft>
              <a:defRPr/>
            </a:pPr>
            <a:endParaRPr lang="en-US" altLang="zh-CN"/>
          </a:p>
        </p:txBody>
      </p:sp>
      <p:sp>
        <p:nvSpPr>
          <p:cNvPr id="12" name="Rectangle 6"/>
          <p:cNvSpPr>
            <a:spLocks noGrp="1" noChangeArrowheads="1"/>
          </p:cNvSpPr>
          <p:nvPr>
            <p:ph type="sldNum" sz="quarter" idx="12"/>
          </p:nvPr>
        </p:nvSpPr>
        <p:spPr>
          <a:xfrm>
            <a:off x="11277600" y="6588158"/>
            <a:ext cx="609600" cy="168275"/>
          </a:xfrm>
        </p:spPr>
        <p:txBody>
          <a:bodyPr/>
          <a:lstStyle>
            <a:lvl1pPr algn="r">
              <a:defRPr kumimoji="1">
                <a:latin typeface="Arial" pitchFamily="34" charset="0"/>
              </a:defRPr>
            </a:lvl1pPr>
          </a:lstStyle>
          <a:p>
            <a:pPr>
              <a:defRPr/>
            </a:pPr>
            <a:fld id="{A018DBA2-97BC-4D80-896A-FCC930E898DB}" type="slidenum">
              <a:rPr lang="zh-CN" altLang="en-US"/>
              <a:pPr>
                <a:defRPr/>
              </a:pPr>
              <a:t>‹#›</a:t>
            </a:fld>
            <a:endParaRPr lang="en-US" altLang="zh-CN"/>
          </a:p>
        </p:txBody>
      </p:sp>
    </p:spTree>
    <p:extLst>
      <p:ext uri="{BB962C8B-B14F-4D97-AF65-F5344CB8AC3E}">
        <p14:creationId xmlns:p14="http://schemas.microsoft.com/office/powerpoint/2010/main" val="130153335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Rectangle 4"/>
          <p:cNvSpPr>
            <a:spLocks noGrp="1" noChangeArrowheads="1"/>
          </p:cNvSpPr>
          <p:nvPr>
            <p:ph type="dt" sz="half" idx="10"/>
          </p:nvPr>
        </p:nvSpPr>
        <p:spPr/>
        <p:txBody>
          <a:bodyPr/>
          <a:lstStyle>
            <a:lvl1pPr>
              <a:defRPr kumimoji="1"/>
            </a:lvl1pPr>
          </a:lstStyle>
          <a:p>
            <a:pPr>
              <a:defRPr/>
            </a:pPr>
            <a:endParaRPr lang="en-US" altLang="zh-CN"/>
          </a:p>
        </p:txBody>
      </p:sp>
      <p:sp>
        <p:nvSpPr>
          <p:cNvPr id="5" name="Rectangle 6"/>
          <p:cNvSpPr>
            <a:spLocks noGrp="1" noChangeArrowheads="1"/>
          </p:cNvSpPr>
          <p:nvPr>
            <p:ph type="sldNum" sz="quarter" idx="11"/>
          </p:nvPr>
        </p:nvSpPr>
        <p:spPr/>
        <p:txBody>
          <a:bodyPr/>
          <a:lstStyle>
            <a:lvl1pPr>
              <a:defRPr kumimoji="1"/>
            </a:lvl1pPr>
          </a:lstStyle>
          <a:p>
            <a:pPr>
              <a:defRPr/>
            </a:pPr>
            <a:fld id="{51A8DE53-CF1E-4615-8F25-534DD026D584}" type="slidenum">
              <a:rPr lang="zh-CN" altLang="en-US"/>
              <a:pPr>
                <a:defRPr/>
              </a:pPr>
              <a:t>‹#›</a:t>
            </a:fld>
            <a:endParaRPr lang="en-US" altLang="zh-CN"/>
          </a:p>
        </p:txBody>
      </p:sp>
    </p:spTree>
    <p:extLst>
      <p:ext uri="{BB962C8B-B14F-4D97-AF65-F5344CB8AC3E}">
        <p14:creationId xmlns:p14="http://schemas.microsoft.com/office/powerpoint/2010/main" val="401592836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33"/>
            <a:ext cx="10363200" cy="1362075"/>
          </a:xfrm>
        </p:spPr>
        <p:txBody>
          <a:bodyPr anchor="t"/>
          <a:lstStyle>
            <a:lvl1pPr algn="l">
              <a:defRPr sz="4000" b="1" cap="all"/>
            </a:lvl1pPr>
          </a:lstStyle>
          <a:p>
            <a:r>
              <a:rPr lang="zh-CN" altLang="en-US"/>
              <a:t>单击此处编辑母版标题样式</a:t>
            </a:r>
            <a:endParaRPr 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p:txBody>
          <a:bodyPr/>
          <a:lstStyle>
            <a:lvl1pPr>
              <a:defRPr kumimoji="1"/>
            </a:lvl1pPr>
          </a:lstStyle>
          <a:p>
            <a:pPr>
              <a:defRPr/>
            </a:pPr>
            <a:endParaRPr lang="en-US" altLang="zh-CN"/>
          </a:p>
        </p:txBody>
      </p:sp>
      <p:sp>
        <p:nvSpPr>
          <p:cNvPr id="5" name="Rectangle 6"/>
          <p:cNvSpPr>
            <a:spLocks noGrp="1" noChangeArrowheads="1"/>
          </p:cNvSpPr>
          <p:nvPr>
            <p:ph type="sldNum" sz="quarter" idx="11"/>
          </p:nvPr>
        </p:nvSpPr>
        <p:spPr/>
        <p:txBody>
          <a:bodyPr/>
          <a:lstStyle>
            <a:lvl1pPr>
              <a:defRPr kumimoji="1"/>
            </a:lvl1pPr>
          </a:lstStyle>
          <a:p>
            <a:pPr>
              <a:defRPr/>
            </a:pPr>
            <a:fld id="{9E913C27-0AD5-4BC6-849F-D2502E105480}" type="slidenum">
              <a:rPr lang="zh-CN" altLang="en-US"/>
              <a:pPr>
                <a:defRPr/>
              </a:pPr>
              <a:t>‹#›</a:t>
            </a:fld>
            <a:endParaRPr lang="en-US" altLang="zh-CN"/>
          </a:p>
        </p:txBody>
      </p:sp>
    </p:spTree>
    <p:extLst>
      <p:ext uri="{BB962C8B-B14F-4D97-AF65-F5344CB8AC3E}">
        <p14:creationId xmlns:p14="http://schemas.microsoft.com/office/powerpoint/2010/main" val="279719324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sz="half" idx="1"/>
          </p:nvPr>
        </p:nvSpPr>
        <p:spPr>
          <a:xfrm>
            <a:off x="609600" y="1066801"/>
            <a:ext cx="53848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内容占位符 3"/>
          <p:cNvSpPr>
            <a:spLocks noGrp="1"/>
          </p:cNvSpPr>
          <p:nvPr>
            <p:ph sz="half" idx="2"/>
          </p:nvPr>
        </p:nvSpPr>
        <p:spPr>
          <a:xfrm>
            <a:off x="6197600" y="1066801"/>
            <a:ext cx="53848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Rectangle 4"/>
          <p:cNvSpPr>
            <a:spLocks noGrp="1" noChangeArrowheads="1"/>
          </p:cNvSpPr>
          <p:nvPr>
            <p:ph type="dt" sz="half" idx="10"/>
          </p:nvPr>
        </p:nvSpPr>
        <p:spPr/>
        <p:txBody>
          <a:bodyPr/>
          <a:lstStyle>
            <a:lvl1pPr>
              <a:defRPr kumimoji="1"/>
            </a:lvl1pPr>
          </a:lstStyle>
          <a:p>
            <a:pPr>
              <a:defRPr/>
            </a:pPr>
            <a:endParaRPr lang="en-US" altLang="zh-CN"/>
          </a:p>
        </p:txBody>
      </p:sp>
      <p:sp>
        <p:nvSpPr>
          <p:cNvPr id="6" name="Rectangle 6"/>
          <p:cNvSpPr>
            <a:spLocks noGrp="1" noChangeArrowheads="1"/>
          </p:cNvSpPr>
          <p:nvPr>
            <p:ph type="sldNum" sz="quarter" idx="11"/>
          </p:nvPr>
        </p:nvSpPr>
        <p:spPr/>
        <p:txBody>
          <a:bodyPr/>
          <a:lstStyle>
            <a:lvl1pPr>
              <a:defRPr kumimoji="1"/>
            </a:lvl1pPr>
          </a:lstStyle>
          <a:p>
            <a:pPr>
              <a:defRPr/>
            </a:pPr>
            <a:fld id="{A3E9D00D-3B01-4474-ACFD-9A86EFA12AD1}" type="slidenum">
              <a:rPr lang="zh-CN" altLang="en-US"/>
              <a:pPr>
                <a:defRPr/>
              </a:pPr>
              <a:t>‹#›</a:t>
            </a:fld>
            <a:endParaRPr lang="en-US" altLang="zh-CN"/>
          </a:p>
        </p:txBody>
      </p:sp>
    </p:spTree>
    <p:extLst>
      <p:ext uri="{BB962C8B-B14F-4D97-AF65-F5344CB8AC3E}">
        <p14:creationId xmlns:p14="http://schemas.microsoft.com/office/powerpoint/2010/main" val="314671828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文本占位符 4"/>
          <p:cNvSpPr>
            <a:spLocks noGrp="1"/>
          </p:cNvSpPr>
          <p:nvPr>
            <p:ph type="body" sz="quarter" idx="3"/>
          </p:nvPr>
        </p:nvSpPr>
        <p:spPr>
          <a:xfrm>
            <a:off x="619338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8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Rectangle 4"/>
          <p:cNvSpPr>
            <a:spLocks noGrp="1" noChangeArrowheads="1"/>
          </p:cNvSpPr>
          <p:nvPr>
            <p:ph type="dt" sz="half" idx="10"/>
          </p:nvPr>
        </p:nvSpPr>
        <p:spPr/>
        <p:txBody>
          <a:bodyPr/>
          <a:lstStyle>
            <a:lvl1pPr>
              <a:defRPr kumimoji="1"/>
            </a:lvl1pPr>
          </a:lstStyle>
          <a:p>
            <a:pPr>
              <a:defRPr/>
            </a:pPr>
            <a:endParaRPr lang="en-US" altLang="zh-CN"/>
          </a:p>
        </p:txBody>
      </p:sp>
      <p:sp>
        <p:nvSpPr>
          <p:cNvPr id="8" name="Rectangle 6"/>
          <p:cNvSpPr>
            <a:spLocks noGrp="1" noChangeArrowheads="1"/>
          </p:cNvSpPr>
          <p:nvPr>
            <p:ph type="sldNum" sz="quarter" idx="11"/>
          </p:nvPr>
        </p:nvSpPr>
        <p:spPr/>
        <p:txBody>
          <a:bodyPr/>
          <a:lstStyle>
            <a:lvl1pPr>
              <a:defRPr kumimoji="1"/>
            </a:lvl1pPr>
          </a:lstStyle>
          <a:p>
            <a:pPr>
              <a:defRPr/>
            </a:pPr>
            <a:fld id="{F6B5868B-8ACB-440E-A414-1C0C36CF9F87}" type="slidenum">
              <a:rPr lang="zh-CN" altLang="en-US"/>
              <a:pPr>
                <a:defRPr/>
              </a:pPr>
              <a:t>‹#›</a:t>
            </a:fld>
            <a:endParaRPr lang="en-US" altLang="zh-CN"/>
          </a:p>
        </p:txBody>
      </p:sp>
    </p:spTree>
    <p:extLst>
      <p:ext uri="{BB962C8B-B14F-4D97-AF65-F5344CB8AC3E}">
        <p14:creationId xmlns:p14="http://schemas.microsoft.com/office/powerpoint/2010/main" val="145285669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Rectangle 4"/>
          <p:cNvSpPr>
            <a:spLocks noGrp="1" noChangeArrowheads="1"/>
          </p:cNvSpPr>
          <p:nvPr>
            <p:ph type="dt" sz="half" idx="10"/>
          </p:nvPr>
        </p:nvSpPr>
        <p:spPr/>
        <p:txBody>
          <a:bodyPr/>
          <a:lstStyle>
            <a:lvl1pPr>
              <a:defRPr kumimoji="1"/>
            </a:lvl1pPr>
          </a:lstStyle>
          <a:p>
            <a:pPr>
              <a:defRPr/>
            </a:pPr>
            <a:endParaRPr lang="en-US" altLang="zh-CN"/>
          </a:p>
        </p:txBody>
      </p:sp>
      <p:sp>
        <p:nvSpPr>
          <p:cNvPr id="4" name="Rectangle 6"/>
          <p:cNvSpPr>
            <a:spLocks noGrp="1" noChangeArrowheads="1"/>
          </p:cNvSpPr>
          <p:nvPr>
            <p:ph type="sldNum" sz="quarter" idx="11"/>
          </p:nvPr>
        </p:nvSpPr>
        <p:spPr/>
        <p:txBody>
          <a:bodyPr/>
          <a:lstStyle>
            <a:lvl1pPr>
              <a:defRPr kumimoji="1"/>
            </a:lvl1pPr>
          </a:lstStyle>
          <a:p>
            <a:pPr>
              <a:defRPr/>
            </a:pPr>
            <a:fld id="{0218DF5C-B034-42D6-931A-5026B7D7F30E}" type="slidenum">
              <a:rPr lang="zh-CN" altLang="en-US"/>
              <a:pPr>
                <a:defRPr/>
              </a:pPr>
              <a:t>‹#›</a:t>
            </a:fld>
            <a:endParaRPr lang="en-US" altLang="zh-CN"/>
          </a:p>
        </p:txBody>
      </p:sp>
    </p:spTree>
    <p:extLst>
      <p:ext uri="{BB962C8B-B14F-4D97-AF65-F5344CB8AC3E}">
        <p14:creationId xmlns:p14="http://schemas.microsoft.com/office/powerpoint/2010/main" val="270366265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kumimoji="1"/>
            </a:lvl1pPr>
          </a:lstStyle>
          <a:p>
            <a:pPr>
              <a:defRPr/>
            </a:pPr>
            <a:endParaRPr lang="en-US" altLang="zh-CN"/>
          </a:p>
        </p:txBody>
      </p:sp>
      <p:sp>
        <p:nvSpPr>
          <p:cNvPr id="3" name="Rectangle 6"/>
          <p:cNvSpPr>
            <a:spLocks noGrp="1" noChangeArrowheads="1"/>
          </p:cNvSpPr>
          <p:nvPr>
            <p:ph type="sldNum" sz="quarter" idx="11"/>
          </p:nvPr>
        </p:nvSpPr>
        <p:spPr/>
        <p:txBody>
          <a:bodyPr/>
          <a:lstStyle>
            <a:lvl1pPr>
              <a:defRPr kumimoji="1"/>
            </a:lvl1pPr>
          </a:lstStyle>
          <a:p>
            <a:pPr>
              <a:defRPr/>
            </a:pPr>
            <a:fld id="{8A6F02DF-EA92-413F-B5B7-1DA94D76C61C}" type="slidenum">
              <a:rPr lang="zh-CN" altLang="en-US"/>
              <a:pPr>
                <a:defRPr/>
              </a:pPr>
              <a:t>‹#›</a:t>
            </a:fld>
            <a:endParaRPr lang="en-US" altLang="zh-CN"/>
          </a:p>
        </p:txBody>
      </p:sp>
    </p:spTree>
    <p:extLst>
      <p:ext uri="{BB962C8B-B14F-4D97-AF65-F5344CB8AC3E}">
        <p14:creationId xmlns:p14="http://schemas.microsoft.com/office/powerpoint/2010/main" val="424231479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3" y="273050"/>
            <a:ext cx="4011084" cy="1162050"/>
          </a:xfrm>
        </p:spPr>
        <p:txBody>
          <a:bodyPr anchor="b"/>
          <a:lstStyle>
            <a:lvl1pPr algn="l">
              <a:defRPr sz="2000" b="1"/>
            </a:lvl1pPr>
          </a:lstStyle>
          <a:p>
            <a:r>
              <a:rPr lang="zh-CN" altLang="en-US"/>
              <a:t>单击此处编辑母版标题样式</a:t>
            </a:r>
            <a:endParaRPr lang="en-US"/>
          </a:p>
        </p:txBody>
      </p:sp>
      <p:sp>
        <p:nvSpPr>
          <p:cNvPr id="3" name="内容占位符 2"/>
          <p:cNvSpPr>
            <a:spLocks noGrp="1"/>
          </p:cNvSpPr>
          <p:nvPr>
            <p:ph idx="1"/>
          </p:nvPr>
        </p:nvSpPr>
        <p:spPr>
          <a:xfrm>
            <a:off x="4766733" y="27308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文本占位符 3"/>
          <p:cNvSpPr>
            <a:spLocks noGrp="1"/>
          </p:cNvSpPr>
          <p:nvPr>
            <p:ph type="body" sz="half" idx="2"/>
          </p:nvPr>
        </p:nvSpPr>
        <p:spPr>
          <a:xfrm>
            <a:off x="609603"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kumimoji="1"/>
            </a:lvl1pPr>
          </a:lstStyle>
          <a:p>
            <a:pPr>
              <a:defRPr/>
            </a:pPr>
            <a:endParaRPr lang="en-US" altLang="zh-CN"/>
          </a:p>
        </p:txBody>
      </p:sp>
      <p:sp>
        <p:nvSpPr>
          <p:cNvPr id="6" name="Rectangle 6"/>
          <p:cNvSpPr>
            <a:spLocks noGrp="1" noChangeArrowheads="1"/>
          </p:cNvSpPr>
          <p:nvPr>
            <p:ph type="sldNum" sz="quarter" idx="11"/>
          </p:nvPr>
        </p:nvSpPr>
        <p:spPr/>
        <p:txBody>
          <a:bodyPr/>
          <a:lstStyle>
            <a:lvl1pPr>
              <a:defRPr kumimoji="1"/>
            </a:lvl1pPr>
          </a:lstStyle>
          <a:p>
            <a:pPr>
              <a:defRPr/>
            </a:pPr>
            <a:fld id="{31126BB8-89AC-4D42-A1D2-94AFECDC5574}" type="slidenum">
              <a:rPr lang="zh-CN" altLang="en-US"/>
              <a:pPr>
                <a:defRPr/>
              </a:pPr>
              <a:t>‹#›</a:t>
            </a:fld>
            <a:endParaRPr lang="en-US" altLang="zh-CN"/>
          </a:p>
        </p:txBody>
      </p:sp>
    </p:spTree>
    <p:extLst>
      <p:ext uri="{BB962C8B-B14F-4D97-AF65-F5344CB8AC3E}">
        <p14:creationId xmlns:p14="http://schemas.microsoft.com/office/powerpoint/2010/main" val="127907571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endParaRPr 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kumimoji="1"/>
            </a:lvl1pPr>
          </a:lstStyle>
          <a:p>
            <a:pPr>
              <a:defRPr/>
            </a:pPr>
            <a:endParaRPr lang="en-US" altLang="zh-CN"/>
          </a:p>
        </p:txBody>
      </p:sp>
      <p:sp>
        <p:nvSpPr>
          <p:cNvPr id="6" name="Rectangle 6"/>
          <p:cNvSpPr>
            <a:spLocks noGrp="1" noChangeArrowheads="1"/>
          </p:cNvSpPr>
          <p:nvPr>
            <p:ph type="sldNum" sz="quarter" idx="11"/>
          </p:nvPr>
        </p:nvSpPr>
        <p:spPr/>
        <p:txBody>
          <a:bodyPr/>
          <a:lstStyle>
            <a:lvl1pPr>
              <a:defRPr kumimoji="1"/>
            </a:lvl1pPr>
          </a:lstStyle>
          <a:p>
            <a:pPr>
              <a:defRPr/>
            </a:pPr>
            <a:fld id="{AB6C4215-0EFF-4D89-9E47-D850BDDF8DB4}" type="slidenum">
              <a:rPr lang="zh-CN" altLang="en-US"/>
              <a:pPr>
                <a:defRPr/>
              </a:pPr>
              <a:t>‹#›</a:t>
            </a:fld>
            <a:endParaRPr lang="en-US" altLang="zh-CN"/>
          </a:p>
        </p:txBody>
      </p:sp>
    </p:spTree>
    <p:extLst>
      <p:ext uri="{BB962C8B-B14F-4D97-AF65-F5344CB8AC3E}">
        <p14:creationId xmlns:p14="http://schemas.microsoft.com/office/powerpoint/2010/main" val="175671052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Rectangle 4"/>
          <p:cNvSpPr>
            <a:spLocks noGrp="1" noChangeArrowheads="1"/>
          </p:cNvSpPr>
          <p:nvPr>
            <p:ph type="dt" sz="half" idx="10"/>
          </p:nvPr>
        </p:nvSpPr>
        <p:spPr/>
        <p:txBody>
          <a:bodyPr/>
          <a:lstStyle>
            <a:lvl1pPr>
              <a:defRPr kumimoji="1"/>
            </a:lvl1pPr>
          </a:lstStyle>
          <a:p>
            <a:pPr>
              <a:defRPr/>
            </a:pPr>
            <a:endParaRPr lang="en-US" altLang="zh-CN"/>
          </a:p>
        </p:txBody>
      </p:sp>
      <p:sp>
        <p:nvSpPr>
          <p:cNvPr id="5" name="Rectangle 6"/>
          <p:cNvSpPr>
            <a:spLocks noGrp="1" noChangeArrowheads="1"/>
          </p:cNvSpPr>
          <p:nvPr>
            <p:ph type="sldNum" sz="quarter" idx="11"/>
          </p:nvPr>
        </p:nvSpPr>
        <p:spPr/>
        <p:txBody>
          <a:bodyPr/>
          <a:lstStyle>
            <a:lvl1pPr>
              <a:defRPr kumimoji="1"/>
            </a:lvl1pPr>
          </a:lstStyle>
          <a:p>
            <a:pPr>
              <a:defRPr/>
            </a:pPr>
            <a:fld id="{D32A9528-4ED2-4C93-A7C7-A49A04061D2B}" type="slidenum">
              <a:rPr lang="zh-CN" altLang="en-US"/>
              <a:pPr>
                <a:defRPr/>
              </a:pPr>
              <a:t>‹#›</a:t>
            </a:fld>
            <a:endParaRPr lang="en-US" altLang="zh-CN"/>
          </a:p>
        </p:txBody>
      </p:sp>
    </p:spTree>
    <p:extLst>
      <p:ext uri="{BB962C8B-B14F-4D97-AF65-F5344CB8AC3E}">
        <p14:creationId xmlns:p14="http://schemas.microsoft.com/office/powerpoint/2010/main" val="214531715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915400" y="412783"/>
            <a:ext cx="2768600" cy="5902325"/>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609600" y="412783"/>
            <a:ext cx="8102600" cy="59023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Rectangle 4"/>
          <p:cNvSpPr>
            <a:spLocks noGrp="1" noChangeArrowheads="1"/>
          </p:cNvSpPr>
          <p:nvPr>
            <p:ph type="dt" sz="half" idx="10"/>
          </p:nvPr>
        </p:nvSpPr>
        <p:spPr/>
        <p:txBody>
          <a:bodyPr/>
          <a:lstStyle>
            <a:lvl1pPr>
              <a:defRPr kumimoji="1"/>
            </a:lvl1pPr>
          </a:lstStyle>
          <a:p>
            <a:pPr>
              <a:defRPr/>
            </a:pPr>
            <a:endParaRPr lang="en-US" altLang="zh-CN"/>
          </a:p>
        </p:txBody>
      </p:sp>
      <p:sp>
        <p:nvSpPr>
          <p:cNvPr id="5" name="Rectangle 6"/>
          <p:cNvSpPr>
            <a:spLocks noGrp="1" noChangeArrowheads="1"/>
          </p:cNvSpPr>
          <p:nvPr>
            <p:ph type="sldNum" sz="quarter" idx="11"/>
          </p:nvPr>
        </p:nvSpPr>
        <p:spPr/>
        <p:txBody>
          <a:bodyPr/>
          <a:lstStyle>
            <a:lvl1pPr>
              <a:defRPr kumimoji="1"/>
            </a:lvl1pPr>
          </a:lstStyle>
          <a:p>
            <a:pPr>
              <a:defRPr/>
            </a:pPr>
            <a:fld id="{8C22D304-73C2-482E-824B-3F3A667862FF}" type="slidenum">
              <a:rPr lang="zh-CN" altLang="en-US"/>
              <a:pPr>
                <a:defRPr/>
              </a:pPr>
              <a:t>‹#›</a:t>
            </a:fld>
            <a:endParaRPr lang="en-US" altLang="zh-CN"/>
          </a:p>
        </p:txBody>
      </p:sp>
    </p:spTree>
    <p:extLst>
      <p:ext uri="{BB962C8B-B14F-4D97-AF65-F5344CB8AC3E}">
        <p14:creationId xmlns:p14="http://schemas.microsoft.com/office/powerpoint/2010/main" val="163081322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25"/>
            <a:ext cx="1447800" cy="6854825"/>
            <a:chOff x="0" y="0"/>
            <a:chExt cx="684" cy="4318"/>
          </a:xfrm>
        </p:grpSpPr>
        <p:sp>
          <p:nvSpPr>
            <p:cNvPr id="5" name="Rectangle 3"/>
            <p:cNvSpPr>
              <a:spLocks noChangeArrowheads="1"/>
            </p:cNvSpPr>
            <p:nvPr/>
          </p:nvSpPr>
          <p:spPr bwMode="auto">
            <a:xfrm>
              <a:off x="0" y="0"/>
              <a:ext cx="684" cy="4318"/>
            </a:xfrm>
            <a:prstGeom prst="rect">
              <a:avLst/>
            </a:prstGeom>
            <a:gradFill rotWithShape="0">
              <a:gsLst>
                <a:gs pos="0">
                  <a:schemeClr val="bg1"/>
                </a:gs>
                <a:gs pos="50000">
                  <a:schemeClr val="bg2"/>
                </a:gs>
                <a:gs pos="100000">
                  <a:schemeClr val="bg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defRPr/>
              </a:pPr>
              <a:endParaRPr kumimoji="1" lang="en-US" sz="2400">
                <a:solidFill>
                  <a:srgbClr val="FFFFFF"/>
                </a:solidFill>
              </a:endParaRPr>
            </a:p>
          </p:txBody>
        </p:sp>
        <p:grpSp>
          <p:nvGrpSpPr>
            <p:cNvPr id="6" name="Group 4"/>
            <p:cNvGrpSpPr>
              <a:grpSpLocks/>
            </p:cNvGrpSpPr>
            <p:nvPr/>
          </p:nvGrpSpPr>
          <p:grpSpPr bwMode="auto">
            <a:xfrm>
              <a:off x="48" y="103"/>
              <a:ext cx="96" cy="4126"/>
              <a:chOff x="48" y="103"/>
              <a:chExt cx="96" cy="4126"/>
            </a:xfrm>
          </p:grpSpPr>
          <p:sp>
            <p:nvSpPr>
              <p:cNvPr id="7" name="Rectangle 5"/>
              <p:cNvSpPr>
                <a:spLocks noChangeArrowheads="1"/>
              </p:cNvSpPr>
              <p:nvPr/>
            </p:nvSpPr>
            <p:spPr bwMode="auto">
              <a:xfrm>
                <a:off x="48" y="1105"/>
                <a:ext cx="96" cy="97"/>
              </a:xfrm>
              <a:prstGeom prst="rect">
                <a:avLst/>
              </a:prstGeom>
              <a:solidFill>
                <a:schemeClr val="bg1">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fontAlgn="base" hangingPunct="1">
                  <a:spcBef>
                    <a:spcPct val="0"/>
                  </a:spcBef>
                  <a:spcAft>
                    <a:spcPct val="0"/>
                  </a:spcAft>
                  <a:defRPr/>
                </a:pPr>
                <a:endParaRPr lang="en-US" altLang="en-US">
                  <a:solidFill>
                    <a:srgbClr val="FFFFFF"/>
                  </a:solidFill>
                </a:endParaRPr>
              </a:p>
            </p:txBody>
          </p:sp>
          <p:sp>
            <p:nvSpPr>
              <p:cNvPr id="8" name="Rectangle 6"/>
              <p:cNvSpPr>
                <a:spLocks noChangeArrowheads="1"/>
              </p:cNvSpPr>
              <p:nvPr/>
            </p:nvSpPr>
            <p:spPr bwMode="auto">
              <a:xfrm>
                <a:off x="48" y="1250"/>
                <a:ext cx="96" cy="97"/>
              </a:xfrm>
              <a:prstGeom prst="rect">
                <a:avLst/>
              </a:prstGeom>
              <a:solidFill>
                <a:schemeClr val="bg1">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fontAlgn="base" hangingPunct="1">
                  <a:spcBef>
                    <a:spcPct val="0"/>
                  </a:spcBef>
                  <a:spcAft>
                    <a:spcPct val="0"/>
                  </a:spcAft>
                  <a:defRPr/>
                </a:pPr>
                <a:endParaRPr lang="en-US" altLang="en-US">
                  <a:solidFill>
                    <a:srgbClr val="FFFFFF"/>
                  </a:solidFill>
                </a:endParaRPr>
              </a:p>
            </p:txBody>
          </p:sp>
          <p:sp>
            <p:nvSpPr>
              <p:cNvPr id="9" name="Rectangle 7"/>
              <p:cNvSpPr>
                <a:spLocks noChangeArrowheads="1"/>
              </p:cNvSpPr>
              <p:nvPr/>
            </p:nvSpPr>
            <p:spPr bwMode="auto">
              <a:xfrm>
                <a:off x="48" y="1393"/>
                <a:ext cx="96" cy="97"/>
              </a:xfrm>
              <a:prstGeom prst="rect">
                <a:avLst/>
              </a:prstGeom>
              <a:solidFill>
                <a:schemeClr val="bg1">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fontAlgn="base" hangingPunct="1">
                  <a:spcBef>
                    <a:spcPct val="0"/>
                  </a:spcBef>
                  <a:spcAft>
                    <a:spcPct val="0"/>
                  </a:spcAft>
                  <a:defRPr/>
                </a:pPr>
                <a:endParaRPr lang="en-US" altLang="en-US">
                  <a:solidFill>
                    <a:srgbClr val="FFFFFF"/>
                  </a:solidFill>
                </a:endParaRPr>
              </a:p>
            </p:txBody>
          </p:sp>
          <p:sp>
            <p:nvSpPr>
              <p:cNvPr id="10" name="Rectangle 8"/>
              <p:cNvSpPr>
                <a:spLocks noChangeArrowheads="1"/>
              </p:cNvSpPr>
              <p:nvPr/>
            </p:nvSpPr>
            <p:spPr bwMode="auto">
              <a:xfrm>
                <a:off x="48" y="1538"/>
                <a:ext cx="96" cy="97"/>
              </a:xfrm>
              <a:prstGeom prst="rect">
                <a:avLst/>
              </a:prstGeom>
              <a:solidFill>
                <a:schemeClr val="bg1">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fontAlgn="base" hangingPunct="1">
                  <a:spcBef>
                    <a:spcPct val="0"/>
                  </a:spcBef>
                  <a:spcAft>
                    <a:spcPct val="0"/>
                  </a:spcAft>
                  <a:defRPr/>
                </a:pPr>
                <a:endParaRPr lang="en-US" altLang="en-US">
                  <a:solidFill>
                    <a:srgbClr val="FFFFFF"/>
                  </a:solidFill>
                </a:endParaRPr>
              </a:p>
            </p:txBody>
          </p:sp>
          <p:sp>
            <p:nvSpPr>
              <p:cNvPr id="11" name="Rectangle 9"/>
              <p:cNvSpPr>
                <a:spLocks noChangeArrowheads="1"/>
              </p:cNvSpPr>
              <p:nvPr/>
            </p:nvSpPr>
            <p:spPr bwMode="auto">
              <a:xfrm>
                <a:off x="48" y="1683"/>
                <a:ext cx="96" cy="95"/>
              </a:xfrm>
              <a:prstGeom prst="rect">
                <a:avLst/>
              </a:prstGeom>
              <a:solidFill>
                <a:schemeClr val="bg1">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fontAlgn="base" hangingPunct="1">
                  <a:spcBef>
                    <a:spcPct val="0"/>
                  </a:spcBef>
                  <a:spcAft>
                    <a:spcPct val="0"/>
                  </a:spcAft>
                  <a:defRPr/>
                </a:pPr>
                <a:endParaRPr lang="en-US" altLang="en-US">
                  <a:solidFill>
                    <a:srgbClr val="FFFFFF"/>
                  </a:solidFill>
                </a:endParaRPr>
              </a:p>
            </p:txBody>
          </p:sp>
          <p:sp>
            <p:nvSpPr>
              <p:cNvPr id="12" name="Rectangle 10"/>
              <p:cNvSpPr>
                <a:spLocks noChangeArrowheads="1"/>
              </p:cNvSpPr>
              <p:nvPr/>
            </p:nvSpPr>
            <p:spPr bwMode="auto">
              <a:xfrm>
                <a:off x="48" y="1826"/>
                <a:ext cx="96" cy="96"/>
              </a:xfrm>
              <a:prstGeom prst="rect">
                <a:avLst/>
              </a:prstGeom>
              <a:solidFill>
                <a:schemeClr val="bg1">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fontAlgn="base" hangingPunct="1">
                  <a:spcBef>
                    <a:spcPct val="0"/>
                  </a:spcBef>
                  <a:spcAft>
                    <a:spcPct val="0"/>
                  </a:spcAft>
                  <a:defRPr/>
                </a:pPr>
                <a:endParaRPr lang="en-US" altLang="en-US">
                  <a:solidFill>
                    <a:srgbClr val="FFFFFF"/>
                  </a:solidFill>
                </a:endParaRPr>
              </a:p>
            </p:txBody>
          </p:sp>
          <p:sp>
            <p:nvSpPr>
              <p:cNvPr id="13" name="Rectangle 11"/>
              <p:cNvSpPr>
                <a:spLocks noChangeArrowheads="1"/>
              </p:cNvSpPr>
              <p:nvPr/>
            </p:nvSpPr>
            <p:spPr bwMode="auto">
              <a:xfrm>
                <a:off x="48" y="1971"/>
                <a:ext cx="96" cy="96"/>
              </a:xfrm>
              <a:prstGeom prst="rect">
                <a:avLst/>
              </a:prstGeom>
              <a:solidFill>
                <a:schemeClr val="bg1">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fontAlgn="base" hangingPunct="1">
                  <a:spcBef>
                    <a:spcPct val="0"/>
                  </a:spcBef>
                  <a:spcAft>
                    <a:spcPct val="0"/>
                  </a:spcAft>
                  <a:defRPr/>
                </a:pPr>
                <a:endParaRPr lang="en-US" altLang="en-US">
                  <a:solidFill>
                    <a:srgbClr val="FFFFFF"/>
                  </a:solidFill>
                </a:endParaRPr>
              </a:p>
            </p:txBody>
          </p:sp>
          <p:sp>
            <p:nvSpPr>
              <p:cNvPr id="14" name="Rectangle 12"/>
              <p:cNvSpPr>
                <a:spLocks noChangeArrowheads="1"/>
              </p:cNvSpPr>
              <p:nvPr/>
            </p:nvSpPr>
            <p:spPr bwMode="auto">
              <a:xfrm>
                <a:off x="48" y="2116"/>
                <a:ext cx="96" cy="94"/>
              </a:xfrm>
              <a:prstGeom prst="rect">
                <a:avLst/>
              </a:prstGeom>
              <a:solidFill>
                <a:schemeClr val="bg1">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fontAlgn="base" hangingPunct="1">
                  <a:spcBef>
                    <a:spcPct val="0"/>
                  </a:spcBef>
                  <a:spcAft>
                    <a:spcPct val="0"/>
                  </a:spcAft>
                  <a:defRPr/>
                </a:pPr>
                <a:endParaRPr lang="en-US" altLang="en-US">
                  <a:solidFill>
                    <a:srgbClr val="FFFFFF"/>
                  </a:solidFill>
                </a:endParaRPr>
              </a:p>
            </p:txBody>
          </p:sp>
          <p:sp>
            <p:nvSpPr>
              <p:cNvPr id="15" name="Rectangle 13"/>
              <p:cNvSpPr>
                <a:spLocks noChangeArrowheads="1"/>
              </p:cNvSpPr>
              <p:nvPr/>
            </p:nvSpPr>
            <p:spPr bwMode="auto">
              <a:xfrm>
                <a:off x="48" y="2259"/>
                <a:ext cx="96" cy="96"/>
              </a:xfrm>
              <a:prstGeom prst="rect">
                <a:avLst/>
              </a:prstGeom>
              <a:solidFill>
                <a:schemeClr val="bg1">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fontAlgn="base" hangingPunct="1">
                  <a:spcBef>
                    <a:spcPct val="0"/>
                  </a:spcBef>
                  <a:spcAft>
                    <a:spcPct val="0"/>
                  </a:spcAft>
                  <a:defRPr/>
                </a:pPr>
                <a:endParaRPr lang="en-US" altLang="en-US">
                  <a:solidFill>
                    <a:srgbClr val="FFFFFF"/>
                  </a:solidFill>
                </a:endParaRPr>
              </a:p>
            </p:txBody>
          </p:sp>
          <p:sp>
            <p:nvSpPr>
              <p:cNvPr id="16" name="Rectangle 14"/>
              <p:cNvSpPr>
                <a:spLocks noChangeArrowheads="1"/>
              </p:cNvSpPr>
              <p:nvPr/>
            </p:nvSpPr>
            <p:spPr bwMode="auto">
              <a:xfrm>
                <a:off x="48" y="2404"/>
                <a:ext cx="96" cy="96"/>
              </a:xfrm>
              <a:prstGeom prst="rect">
                <a:avLst/>
              </a:prstGeom>
              <a:solidFill>
                <a:schemeClr val="bg1">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fontAlgn="base" hangingPunct="1">
                  <a:spcBef>
                    <a:spcPct val="0"/>
                  </a:spcBef>
                  <a:spcAft>
                    <a:spcPct val="0"/>
                  </a:spcAft>
                  <a:defRPr/>
                </a:pPr>
                <a:endParaRPr lang="en-US" altLang="en-US">
                  <a:solidFill>
                    <a:srgbClr val="FFFFFF"/>
                  </a:solidFill>
                </a:endParaRPr>
              </a:p>
            </p:txBody>
          </p:sp>
          <p:sp>
            <p:nvSpPr>
              <p:cNvPr id="17" name="Rectangle 15"/>
              <p:cNvSpPr>
                <a:spLocks noChangeArrowheads="1"/>
              </p:cNvSpPr>
              <p:nvPr/>
            </p:nvSpPr>
            <p:spPr bwMode="auto">
              <a:xfrm>
                <a:off x="48" y="2549"/>
                <a:ext cx="96" cy="94"/>
              </a:xfrm>
              <a:prstGeom prst="rect">
                <a:avLst/>
              </a:prstGeom>
              <a:solidFill>
                <a:schemeClr val="bg1">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fontAlgn="base" hangingPunct="1">
                  <a:spcBef>
                    <a:spcPct val="0"/>
                  </a:spcBef>
                  <a:spcAft>
                    <a:spcPct val="0"/>
                  </a:spcAft>
                  <a:defRPr/>
                </a:pPr>
                <a:endParaRPr lang="en-US" altLang="en-US">
                  <a:solidFill>
                    <a:srgbClr val="FFFFFF"/>
                  </a:solidFill>
                </a:endParaRPr>
              </a:p>
            </p:txBody>
          </p:sp>
          <p:sp>
            <p:nvSpPr>
              <p:cNvPr id="18" name="Rectangle 16"/>
              <p:cNvSpPr>
                <a:spLocks noChangeArrowheads="1"/>
              </p:cNvSpPr>
              <p:nvPr/>
            </p:nvSpPr>
            <p:spPr bwMode="auto">
              <a:xfrm>
                <a:off x="48" y="2691"/>
                <a:ext cx="96" cy="97"/>
              </a:xfrm>
              <a:prstGeom prst="rect">
                <a:avLst/>
              </a:prstGeom>
              <a:solidFill>
                <a:schemeClr val="bg1">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fontAlgn="base" hangingPunct="1">
                  <a:spcBef>
                    <a:spcPct val="0"/>
                  </a:spcBef>
                  <a:spcAft>
                    <a:spcPct val="0"/>
                  </a:spcAft>
                  <a:defRPr/>
                </a:pPr>
                <a:endParaRPr lang="en-US" altLang="en-US">
                  <a:solidFill>
                    <a:srgbClr val="FFFFFF"/>
                  </a:solidFill>
                </a:endParaRPr>
              </a:p>
            </p:txBody>
          </p:sp>
          <p:sp>
            <p:nvSpPr>
              <p:cNvPr id="19" name="Rectangle 17"/>
              <p:cNvSpPr>
                <a:spLocks noChangeArrowheads="1"/>
              </p:cNvSpPr>
              <p:nvPr/>
            </p:nvSpPr>
            <p:spPr bwMode="auto">
              <a:xfrm>
                <a:off x="48" y="2836"/>
                <a:ext cx="96" cy="97"/>
              </a:xfrm>
              <a:prstGeom prst="rect">
                <a:avLst/>
              </a:prstGeom>
              <a:solidFill>
                <a:schemeClr val="bg1">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fontAlgn="base" hangingPunct="1">
                  <a:spcBef>
                    <a:spcPct val="0"/>
                  </a:spcBef>
                  <a:spcAft>
                    <a:spcPct val="0"/>
                  </a:spcAft>
                  <a:defRPr/>
                </a:pPr>
                <a:endParaRPr lang="en-US" altLang="en-US">
                  <a:solidFill>
                    <a:srgbClr val="FFFFFF"/>
                  </a:solidFill>
                </a:endParaRPr>
              </a:p>
            </p:txBody>
          </p:sp>
          <p:sp>
            <p:nvSpPr>
              <p:cNvPr id="20" name="Rectangle 18"/>
              <p:cNvSpPr>
                <a:spLocks noChangeArrowheads="1"/>
              </p:cNvSpPr>
              <p:nvPr/>
            </p:nvSpPr>
            <p:spPr bwMode="auto">
              <a:xfrm>
                <a:off x="48" y="2979"/>
                <a:ext cx="96" cy="97"/>
              </a:xfrm>
              <a:prstGeom prst="rect">
                <a:avLst/>
              </a:prstGeom>
              <a:solidFill>
                <a:schemeClr val="bg1">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fontAlgn="base" hangingPunct="1">
                  <a:spcBef>
                    <a:spcPct val="0"/>
                  </a:spcBef>
                  <a:spcAft>
                    <a:spcPct val="0"/>
                  </a:spcAft>
                  <a:defRPr/>
                </a:pPr>
                <a:endParaRPr lang="en-US" altLang="en-US">
                  <a:solidFill>
                    <a:srgbClr val="FFFFFF"/>
                  </a:solidFill>
                </a:endParaRPr>
              </a:p>
            </p:txBody>
          </p:sp>
          <p:sp>
            <p:nvSpPr>
              <p:cNvPr id="21" name="Rectangle 19"/>
              <p:cNvSpPr>
                <a:spLocks noChangeArrowheads="1"/>
              </p:cNvSpPr>
              <p:nvPr/>
            </p:nvSpPr>
            <p:spPr bwMode="auto">
              <a:xfrm>
                <a:off x="48" y="3124"/>
                <a:ext cx="96" cy="97"/>
              </a:xfrm>
              <a:prstGeom prst="rect">
                <a:avLst/>
              </a:prstGeom>
              <a:solidFill>
                <a:schemeClr val="bg1">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fontAlgn="base" hangingPunct="1">
                  <a:spcBef>
                    <a:spcPct val="0"/>
                  </a:spcBef>
                  <a:spcAft>
                    <a:spcPct val="0"/>
                  </a:spcAft>
                  <a:defRPr/>
                </a:pPr>
                <a:endParaRPr lang="en-US" altLang="en-US">
                  <a:solidFill>
                    <a:srgbClr val="FFFFFF"/>
                  </a:solidFill>
                </a:endParaRPr>
              </a:p>
            </p:txBody>
          </p:sp>
          <p:sp>
            <p:nvSpPr>
              <p:cNvPr id="22" name="Rectangle 20"/>
              <p:cNvSpPr>
                <a:spLocks noChangeArrowheads="1"/>
              </p:cNvSpPr>
              <p:nvPr/>
            </p:nvSpPr>
            <p:spPr bwMode="auto">
              <a:xfrm>
                <a:off x="48" y="3269"/>
                <a:ext cx="96" cy="95"/>
              </a:xfrm>
              <a:prstGeom prst="rect">
                <a:avLst/>
              </a:prstGeom>
              <a:solidFill>
                <a:schemeClr val="bg1">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fontAlgn="base" hangingPunct="1">
                  <a:spcBef>
                    <a:spcPct val="0"/>
                  </a:spcBef>
                  <a:spcAft>
                    <a:spcPct val="0"/>
                  </a:spcAft>
                  <a:defRPr/>
                </a:pPr>
                <a:endParaRPr lang="en-US" altLang="en-US">
                  <a:solidFill>
                    <a:srgbClr val="FFFFFF"/>
                  </a:solidFill>
                </a:endParaRPr>
              </a:p>
            </p:txBody>
          </p:sp>
          <p:sp>
            <p:nvSpPr>
              <p:cNvPr id="23" name="Rectangle 21"/>
              <p:cNvSpPr>
                <a:spLocks noChangeArrowheads="1"/>
              </p:cNvSpPr>
              <p:nvPr/>
            </p:nvSpPr>
            <p:spPr bwMode="auto">
              <a:xfrm>
                <a:off x="48" y="3412"/>
                <a:ext cx="96" cy="97"/>
              </a:xfrm>
              <a:prstGeom prst="rect">
                <a:avLst/>
              </a:prstGeom>
              <a:solidFill>
                <a:schemeClr val="bg1">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fontAlgn="base" hangingPunct="1">
                  <a:spcBef>
                    <a:spcPct val="0"/>
                  </a:spcBef>
                  <a:spcAft>
                    <a:spcPct val="0"/>
                  </a:spcAft>
                  <a:defRPr/>
                </a:pPr>
                <a:endParaRPr lang="en-US" altLang="en-US">
                  <a:solidFill>
                    <a:srgbClr val="FFFFFF"/>
                  </a:solidFill>
                </a:endParaRPr>
              </a:p>
            </p:txBody>
          </p:sp>
          <p:sp>
            <p:nvSpPr>
              <p:cNvPr id="24" name="Rectangle 22"/>
              <p:cNvSpPr>
                <a:spLocks noChangeArrowheads="1"/>
              </p:cNvSpPr>
              <p:nvPr/>
            </p:nvSpPr>
            <p:spPr bwMode="auto">
              <a:xfrm>
                <a:off x="48" y="3557"/>
                <a:ext cx="96" cy="97"/>
              </a:xfrm>
              <a:prstGeom prst="rect">
                <a:avLst/>
              </a:prstGeom>
              <a:solidFill>
                <a:schemeClr val="bg1">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fontAlgn="base" hangingPunct="1">
                  <a:spcBef>
                    <a:spcPct val="0"/>
                  </a:spcBef>
                  <a:spcAft>
                    <a:spcPct val="0"/>
                  </a:spcAft>
                  <a:defRPr/>
                </a:pPr>
                <a:endParaRPr lang="en-US" altLang="en-US">
                  <a:solidFill>
                    <a:srgbClr val="FFFFFF"/>
                  </a:solidFill>
                </a:endParaRPr>
              </a:p>
            </p:txBody>
          </p:sp>
          <p:sp>
            <p:nvSpPr>
              <p:cNvPr id="25" name="Rectangle 23"/>
              <p:cNvSpPr>
                <a:spLocks noChangeArrowheads="1"/>
              </p:cNvSpPr>
              <p:nvPr/>
            </p:nvSpPr>
            <p:spPr bwMode="auto">
              <a:xfrm>
                <a:off x="48" y="3702"/>
                <a:ext cx="96" cy="95"/>
              </a:xfrm>
              <a:prstGeom prst="rect">
                <a:avLst/>
              </a:prstGeom>
              <a:solidFill>
                <a:schemeClr val="bg1">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fontAlgn="base" hangingPunct="1">
                  <a:spcBef>
                    <a:spcPct val="0"/>
                  </a:spcBef>
                  <a:spcAft>
                    <a:spcPct val="0"/>
                  </a:spcAft>
                  <a:defRPr/>
                </a:pPr>
                <a:endParaRPr lang="en-US" altLang="en-US">
                  <a:solidFill>
                    <a:srgbClr val="FFFFFF"/>
                  </a:solidFill>
                </a:endParaRPr>
              </a:p>
            </p:txBody>
          </p:sp>
          <p:sp>
            <p:nvSpPr>
              <p:cNvPr id="26" name="Rectangle 24"/>
              <p:cNvSpPr>
                <a:spLocks noChangeArrowheads="1"/>
              </p:cNvSpPr>
              <p:nvPr/>
            </p:nvSpPr>
            <p:spPr bwMode="auto">
              <a:xfrm>
                <a:off x="48" y="3845"/>
                <a:ext cx="96" cy="97"/>
              </a:xfrm>
              <a:prstGeom prst="rect">
                <a:avLst/>
              </a:prstGeom>
              <a:solidFill>
                <a:schemeClr val="bg1">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fontAlgn="base" hangingPunct="1">
                  <a:spcBef>
                    <a:spcPct val="0"/>
                  </a:spcBef>
                  <a:spcAft>
                    <a:spcPct val="0"/>
                  </a:spcAft>
                  <a:defRPr/>
                </a:pPr>
                <a:endParaRPr lang="en-US" altLang="en-US">
                  <a:solidFill>
                    <a:srgbClr val="FFFFFF"/>
                  </a:solidFill>
                </a:endParaRPr>
              </a:p>
            </p:txBody>
          </p:sp>
          <p:sp>
            <p:nvSpPr>
              <p:cNvPr id="27" name="Rectangle 25"/>
              <p:cNvSpPr>
                <a:spLocks noChangeArrowheads="1"/>
              </p:cNvSpPr>
              <p:nvPr/>
            </p:nvSpPr>
            <p:spPr bwMode="auto">
              <a:xfrm>
                <a:off x="48" y="3990"/>
                <a:ext cx="96" cy="96"/>
              </a:xfrm>
              <a:prstGeom prst="rect">
                <a:avLst/>
              </a:prstGeom>
              <a:solidFill>
                <a:schemeClr val="bg1">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fontAlgn="base" hangingPunct="1">
                  <a:spcBef>
                    <a:spcPct val="0"/>
                  </a:spcBef>
                  <a:spcAft>
                    <a:spcPct val="0"/>
                  </a:spcAft>
                  <a:defRPr/>
                </a:pPr>
                <a:endParaRPr lang="en-US" altLang="en-US">
                  <a:solidFill>
                    <a:srgbClr val="FFFFFF"/>
                  </a:solidFill>
                </a:endParaRPr>
              </a:p>
            </p:txBody>
          </p:sp>
          <p:sp>
            <p:nvSpPr>
              <p:cNvPr id="28" name="Rectangle 26"/>
              <p:cNvSpPr>
                <a:spLocks noChangeArrowheads="1"/>
              </p:cNvSpPr>
              <p:nvPr/>
            </p:nvSpPr>
            <p:spPr bwMode="auto">
              <a:xfrm>
                <a:off x="48" y="4134"/>
                <a:ext cx="96" cy="95"/>
              </a:xfrm>
              <a:prstGeom prst="rect">
                <a:avLst/>
              </a:prstGeom>
              <a:solidFill>
                <a:schemeClr val="bg1">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fontAlgn="base" hangingPunct="1">
                  <a:spcBef>
                    <a:spcPct val="0"/>
                  </a:spcBef>
                  <a:spcAft>
                    <a:spcPct val="0"/>
                  </a:spcAft>
                  <a:defRPr/>
                </a:pPr>
                <a:endParaRPr lang="en-US" altLang="en-US">
                  <a:solidFill>
                    <a:srgbClr val="FFFFFF"/>
                  </a:solidFill>
                </a:endParaRPr>
              </a:p>
            </p:txBody>
          </p:sp>
          <p:sp>
            <p:nvSpPr>
              <p:cNvPr id="29" name="Rectangle 27"/>
              <p:cNvSpPr>
                <a:spLocks noChangeArrowheads="1"/>
              </p:cNvSpPr>
              <p:nvPr/>
            </p:nvSpPr>
            <p:spPr bwMode="auto">
              <a:xfrm>
                <a:off x="48" y="103"/>
                <a:ext cx="96" cy="94"/>
              </a:xfrm>
              <a:prstGeom prst="rect">
                <a:avLst/>
              </a:prstGeom>
              <a:solidFill>
                <a:schemeClr val="bg1">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fontAlgn="base" hangingPunct="1">
                  <a:spcBef>
                    <a:spcPct val="0"/>
                  </a:spcBef>
                  <a:spcAft>
                    <a:spcPct val="0"/>
                  </a:spcAft>
                  <a:defRPr/>
                </a:pPr>
                <a:endParaRPr lang="en-US" altLang="en-US">
                  <a:solidFill>
                    <a:srgbClr val="FFFFFF"/>
                  </a:solidFill>
                </a:endParaRPr>
              </a:p>
            </p:txBody>
          </p:sp>
          <p:sp>
            <p:nvSpPr>
              <p:cNvPr id="30" name="Rectangle 28"/>
              <p:cNvSpPr>
                <a:spLocks noChangeArrowheads="1"/>
              </p:cNvSpPr>
              <p:nvPr/>
            </p:nvSpPr>
            <p:spPr bwMode="auto">
              <a:xfrm>
                <a:off x="48" y="246"/>
                <a:ext cx="96" cy="96"/>
              </a:xfrm>
              <a:prstGeom prst="rect">
                <a:avLst/>
              </a:prstGeom>
              <a:solidFill>
                <a:schemeClr val="bg1">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fontAlgn="base" hangingPunct="1">
                  <a:spcBef>
                    <a:spcPct val="0"/>
                  </a:spcBef>
                  <a:spcAft>
                    <a:spcPct val="0"/>
                  </a:spcAft>
                  <a:defRPr/>
                </a:pPr>
                <a:endParaRPr lang="en-US" altLang="en-US">
                  <a:solidFill>
                    <a:srgbClr val="FFFFFF"/>
                  </a:solidFill>
                </a:endParaRPr>
              </a:p>
            </p:txBody>
          </p:sp>
          <p:sp>
            <p:nvSpPr>
              <p:cNvPr id="31" name="Rectangle 29"/>
              <p:cNvSpPr>
                <a:spLocks noChangeArrowheads="1"/>
              </p:cNvSpPr>
              <p:nvPr/>
            </p:nvSpPr>
            <p:spPr bwMode="auto">
              <a:xfrm>
                <a:off x="48" y="391"/>
                <a:ext cx="96" cy="96"/>
              </a:xfrm>
              <a:prstGeom prst="rect">
                <a:avLst/>
              </a:prstGeom>
              <a:solidFill>
                <a:schemeClr val="bg1">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fontAlgn="base" hangingPunct="1">
                  <a:spcBef>
                    <a:spcPct val="0"/>
                  </a:spcBef>
                  <a:spcAft>
                    <a:spcPct val="0"/>
                  </a:spcAft>
                  <a:defRPr/>
                </a:pPr>
                <a:endParaRPr lang="en-US" altLang="en-US">
                  <a:solidFill>
                    <a:srgbClr val="FFFFFF"/>
                  </a:solidFill>
                </a:endParaRPr>
              </a:p>
            </p:txBody>
          </p:sp>
          <p:sp>
            <p:nvSpPr>
              <p:cNvPr id="32" name="Rectangle 30"/>
              <p:cNvSpPr>
                <a:spLocks noChangeArrowheads="1"/>
              </p:cNvSpPr>
              <p:nvPr/>
            </p:nvSpPr>
            <p:spPr bwMode="auto">
              <a:xfrm>
                <a:off x="48" y="535"/>
                <a:ext cx="96" cy="95"/>
              </a:xfrm>
              <a:prstGeom prst="rect">
                <a:avLst/>
              </a:prstGeom>
              <a:solidFill>
                <a:schemeClr val="bg1">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fontAlgn="base" hangingPunct="1">
                  <a:spcBef>
                    <a:spcPct val="0"/>
                  </a:spcBef>
                  <a:spcAft>
                    <a:spcPct val="0"/>
                  </a:spcAft>
                  <a:defRPr/>
                </a:pPr>
                <a:endParaRPr lang="en-US" altLang="en-US">
                  <a:solidFill>
                    <a:srgbClr val="FFFFFF"/>
                  </a:solidFill>
                </a:endParaRPr>
              </a:p>
            </p:txBody>
          </p:sp>
          <p:sp>
            <p:nvSpPr>
              <p:cNvPr id="33" name="Rectangle 31"/>
              <p:cNvSpPr>
                <a:spLocks noChangeArrowheads="1"/>
              </p:cNvSpPr>
              <p:nvPr/>
            </p:nvSpPr>
            <p:spPr bwMode="auto">
              <a:xfrm>
                <a:off x="48" y="678"/>
                <a:ext cx="96" cy="97"/>
              </a:xfrm>
              <a:prstGeom prst="rect">
                <a:avLst/>
              </a:prstGeom>
              <a:solidFill>
                <a:schemeClr val="bg1">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fontAlgn="base" hangingPunct="1">
                  <a:spcBef>
                    <a:spcPct val="0"/>
                  </a:spcBef>
                  <a:spcAft>
                    <a:spcPct val="0"/>
                  </a:spcAft>
                  <a:defRPr/>
                </a:pPr>
                <a:endParaRPr lang="en-US" altLang="en-US">
                  <a:solidFill>
                    <a:srgbClr val="FFFFFF"/>
                  </a:solidFill>
                </a:endParaRPr>
              </a:p>
            </p:txBody>
          </p:sp>
          <p:sp>
            <p:nvSpPr>
              <p:cNvPr id="34" name="Rectangle 32"/>
              <p:cNvSpPr>
                <a:spLocks noChangeArrowheads="1"/>
              </p:cNvSpPr>
              <p:nvPr/>
            </p:nvSpPr>
            <p:spPr bwMode="auto">
              <a:xfrm>
                <a:off x="48" y="823"/>
                <a:ext cx="96" cy="97"/>
              </a:xfrm>
              <a:prstGeom prst="rect">
                <a:avLst/>
              </a:prstGeom>
              <a:solidFill>
                <a:schemeClr val="bg1">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fontAlgn="base" hangingPunct="1">
                  <a:spcBef>
                    <a:spcPct val="0"/>
                  </a:spcBef>
                  <a:spcAft>
                    <a:spcPct val="0"/>
                  </a:spcAft>
                  <a:defRPr/>
                </a:pPr>
                <a:endParaRPr lang="en-US" altLang="en-US">
                  <a:solidFill>
                    <a:srgbClr val="FFFFFF"/>
                  </a:solidFill>
                </a:endParaRPr>
              </a:p>
            </p:txBody>
          </p:sp>
          <p:sp>
            <p:nvSpPr>
              <p:cNvPr id="35" name="Rectangle 33"/>
              <p:cNvSpPr>
                <a:spLocks noChangeArrowheads="1"/>
              </p:cNvSpPr>
              <p:nvPr/>
            </p:nvSpPr>
            <p:spPr bwMode="auto">
              <a:xfrm>
                <a:off x="48" y="968"/>
                <a:ext cx="96" cy="95"/>
              </a:xfrm>
              <a:prstGeom prst="rect">
                <a:avLst/>
              </a:prstGeom>
              <a:solidFill>
                <a:schemeClr val="bg1">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fontAlgn="base" hangingPunct="1">
                  <a:spcBef>
                    <a:spcPct val="0"/>
                  </a:spcBef>
                  <a:spcAft>
                    <a:spcPct val="0"/>
                  </a:spcAft>
                  <a:defRPr/>
                </a:pPr>
                <a:endParaRPr lang="en-US" altLang="en-US">
                  <a:solidFill>
                    <a:srgbClr val="FFFFFF"/>
                  </a:solidFill>
                </a:endParaRPr>
              </a:p>
            </p:txBody>
          </p:sp>
        </p:grpSp>
      </p:grpSp>
      <p:sp>
        <p:nvSpPr>
          <p:cNvPr id="4130" name="Rectangle 34"/>
          <p:cNvSpPr>
            <a:spLocks noGrp="1" noChangeArrowheads="1"/>
          </p:cNvSpPr>
          <p:nvPr>
            <p:ph type="ctrTitle" sz="quarter"/>
          </p:nvPr>
        </p:nvSpPr>
        <p:spPr>
          <a:xfrm>
            <a:off x="1524000" y="2286000"/>
            <a:ext cx="10363200" cy="1143000"/>
          </a:xfrm>
        </p:spPr>
        <p:txBody>
          <a:bodyPr/>
          <a:lstStyle>
            <a:lvl1pPr algn="ctr">
              <a:defRPr>
                <a:solidFill>
                  <a:srgbClr val="00FFFF"/>
                </a:solidFill>
              </a:defRPr>
            </a:lvl1pPr>
          </a:lstStyle>
          <a:p>
            <a:pPr lvl="0"/>
            <a:r>
              <a:rPr lang="zh-CN" altLang="en-US" noProof="0"/>
              <a:t>单击此处编辑母版标题样式</a:t>
            </a:r>
          </a:p>
        </p:txBody>
      </p:sp>
      <p:sp>
        <p:nvSpPr>
          <p:cNvPr id="4131" name="Rectangle 35"/>
          <p:cNvSpPr>
            <a:spLocks noGrp="1" noChangeArrowheads="1"/>
          </p:cNvSpPr>
          <p:nvPr>
            <p:ph type="subTitle" sz="quarter" idx="1"/>
          </p:nvPr>
        </p:nvSpPr>
        <p:spPr>
          <a:xfrm>
            <a:off x="2438400" y="3886200"/>
            <a:ext cx="8534400" cy="1752600"/>
          </a:xfrm>
        </p:spPr>
        <p:txBody>
          <a:bodyPr lIns="92075" tIns="46038" rIns="92075" bIns="46038"/>
          <a:lstStyle>
            <a:lvl1pPr marL="0" indent="0" algn="ctr">
              <a:buFont typeface="Wingdings" pitchFamily="2" charset="2"/>
              <a:buNone/>
              <a:defRPr>
                <a:solidFill>
                  <a:srgbClr val="FFFFFF"/>
                </a:solidFill>
              </a:defRPr>
            </a:lvl1pPr>
          </a:lstStyle>
          <a:p>
            <a:pPr lvl="0"/>
            <a:r>
              <a:rPr lang="zh-CN" altLang="en-US" noProof="0"/>
              <a:t>单击此处编辑母版副标题样式</a:t>
            </a:r>
          </a:p>
        </p:txBody>
      </p:sp>
      <p:sp>
        <p:nvSpPr>
          <p:cNvPr id="36" name="Rectangle 36"/>
          <p:cNvSpPr>
            <a:spLocks noGrp="1" noChangeArrowheads="1"/>
          </p:cNvSpPr>
          <p:nvPr>
            <p:ph type="dt" sz="quarter" idx="10"/>
          </p:nvPr>
        </p:nvSpPr>
        <p:spPr/>
        <p:txBody>
          <a:bodyPr/>
          <a:lstStyle>
            <a:lvl1pPr>
              <a:defRPr>
                <a:solidFill>
                  <a:srgbClr val="FFFFFF"/>
                </a:solidFill>
              </a:defRPr>
            </a:lvl1pPr>
          </a:lstStyle>
          <a:p>
            <a:pPr>
              <a:defRPr/>
            </a:pPr>
            <a:endParaRPr lang="en-US" altLang="zh-CN"/>
          </a:p>
        </p:txBody>
      </p:sp>
      <p:sp>
        <p:nvSpPr>
          <p:cNvPr id="37" name="Rectangle 37"/>
          <p:cNvSpPr>
            <a:spLocks noGrp="1" noChangeArrowheads="1"/>
          </p:cNvSpPr>
          <p:nvPr>
            <p:ph type="ftr" sz="quarter" idx="11"/>
          </p:nvPr>
        </p:nvSpPr>
        <p:spPr/>
        <p:txBody>
          <a:bodyPr/>
          <a:lstStyle>
            <a:lvl1pPr>
              <a:defRPr>
                <a:solidFill>
                  <a:srgbClr val="FFFFFF"/>
                </a:solidFill>
              </a:defRPr>
            </a:lvl1pPr>
          </a:lstStyle>
          <a:p>
            <a:pPr>
              <a:defRPr/>
            </a:pPr>
            <a:endParaRPr lang="en-US" altLang="zh-CN"/>
          </a:p>
        </p:txBody>
      </p:sp>
      <p:sp>
        <p:nvSpPr>
          <p:cNvPr id="38" name="Rectangle 38"/>
          <p:cNvSpPr>
            <a:spLocks noGrp="1" noChangeArrowheads="1"/>
          </p:cNvSpPr>
          <p:nvPr>
            <p:ph type="sldNum" sz="quarter" idx="12"/>
          </p:nvPr>
        </p:nvSpPr>
        <p:spPr/>
        <p:txBody>
          <a:bodyPr/>
          <a:lstStyle>
            <a:lvl1pPr>
              <a:defRPr>
                <a:solidFill>
                  <a:srgbClr val="FFFFFF"/>
                </a:solidFill>
              </a:defRPr>
            </a:lvl1pPr>
          </a:lstStyle>
          <a:p>
            <a:pPr>
              <a:defRPr/>
            </a:pPr>
            <a:fld id="{C4C51A52-DA52-4EA2-8E17-BAF1303847D1}" type="slidenum">
              <a:rPr lang="en-US" altLang="zh-CN"/>
              <a:pPr>
                <a:defRPr/>
              </a:pPr>
              <a:t>‹#›</a:t>
            </a:fld>
            <a:endParaRPr lang="en-US" altLang="zh-CN"/>
          </a:p>
        </p:txBody>
      </p:sp>
    </p:spTree>
    <p:extLst>
      <p:ext uri="{BB962C8B-B14F-4D97-AF65-F5344CB8AC3E}">
        <p14:creationId xmlns:p14="http://schemas.microsoft.com/office/powerpoint/2010/main" val="2063212631"/>
      </p:ext>
    </p:extLst>
  </p:cSld>
  <p:clrMapOvr>
    <a:masterClrMapping/>
  </p:clrMapOvr>
  <p:transition>
    <p:zoom dir="in"/>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Rectangle 35"/>
          <p:cNvSpPr>
            <a:spLocks noGrp="1" noChangeArrowheads="1"/>
          </p:cNvSpPr>
          <p:nvPr>
            <p:ph type="dt" sz="half" idx="10"/>
          </p:nvPr>
        </p:nvSpPr>
        <p:spPr>
          <a:ln/>
        </p:spPr>
        <p:txBody>
          <a:bodyPr/>
          <a:lstStyle>
            <a:lvl1pPr>
              <a:defRPr/>
            </a:lvl1pPr>
          </a:lstStyle>
          <a:p>
            <a:pPr>
              <a:defRPr/>
            </a:pPr>
            <a:endParaRPr lang="en-US" altLang="zh-CN">
              <a:solidFill>
                <a:srgbClr val="FFFFFF"/>
              </a:solidFill>
            </a:endParaRPr>
          </a:p>
        </p:txBody>
      </p:sp>
      <p:sp>
        <p:nvSpPr>
          <p:cNvPr id="5" name="Rectangle 36"/>
          <p:cNvSpPr>
            <a:spLocks noGrp="1" noChangeArrowheads="1"/>
          </p:cNvSpPr>
          <p:nvPr>
            <p:ph type="ftr" sz="quarter" idx="11"/>
          </p:nvPr>
        </p:nvSpPr>
        <p:spPr>
          <a:ln/>
        </p:spPr>
        <p:txBody>
          <a:bodyPr/>
          <a:lstStyle>
            <a:lvl1pPr>
              <a:defRPr/>
            </a:lvl1pPr>
          </a:lstStyle>
          <a:p>
            <a:pPr>
              <a:defRPr/>
            </a:pPr>
            <a:endParaRPr lang="en-US" altLang="zh-CN">
              <a:solidFill>
                <a:srgbClr val="FFFFFF"/>
              </a:solidFill>
            </a:endParaRPr>
          </a:p>
        </p:txBody>
      </p:sp>
      <p:sp>
        <p:nvSpPr>
          <p:cNvPr id="6" name="Rectangle 37"/>
          <p:cNvSpPr>
            <a:spLocks noGrp="1" noChangeArrowheads="1"/>
          </p:cNvSpPr>
          <p:nvPr>
            <p:ph type="sldNum" sz="quarter" idx="12"/>
          </p:nvPr>
        </p:nvSpPr>
        <p:spPr>
          <a:ln/>
        </p:spPr>
        <p:txBody>
          <a:bodyPr/>
          <a:lstStyle>
            <a:lvl1pPr>
              <a:defRPr/>
            </a:lvl1pPr>
          </a:lstStyle>
          <a:p>
            <a:pPr>
              <a:defRPr/>
            </a:pPr>
            <a:fld id="{0F112B4A-DE50-4765-9F9F-3F0B35BBB743}" type="slidenum">
              <a:rPr lang="en-US" altLang="zh-CN">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811993832"/>
      </p:ext>
    </p:extLst>
  </p:cSld>
  <p:clrMapOvr>
    <a:masterClrMapping/>
  </p:clrMapOvr>
  <p:transition>
    <p:zoom dir="in"/>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25"/>
            <a:ext cx="10363200" cy="1362075"/>
          </a:xfrm>
        </p:spPr>
        <p:txBody>
          <a:bodyPr anchor="t"/>
          <a:lstStyle>
            <a:lvl1pPr algn="l">
              <a:defRPr sz="4000" b="1" cap="all"/>
            </a:lvl1pPr>
          </a:lstStyle>
          <a:p>
            <a:r>
              <a:rPr lang="zh-CN" altLang="en-US"/>
              <a:t>单击此处编辑母版标题样式</a:t>
            </a:r>
            <a:endParaRPr 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35"/>
          <p:cNvSpPr>
            <a:spLocks noGrp="1" noChangeArrowheads="1"/>
          </p:cNvSpPr>
          <p:nvPr>
            <p:ph type="dt" sz="half" idx="10"/>
          </p:nvPr>
        </p:nvSpPr>
        <p:spPr>
          <a:ln/>
        </p:spPr>
        <p:txBody>
          <a:bodyPr/>
          <a:lstStyle>
            <a:lvl1pPr>
              <a:defRPr/>
            </a:lvl1pPr>
          </a:lstStyle>
          <a:p>
            <a:pPr>
              <a:defRPr/>
            </a:pPr>
            <a:endParaRPr lang="en-US" altLang="zh-CN">
              <a:solidFill>
                <a:srgbClr val="FFFFFF"/>
              </a:solidFill>
            </a:endParaRPr>
          </a:p>
        </p:txBody>
      </p:sp>
      <p:sp>
        <p:nvSpPr>
          <p:cNvPr id="5" name="Rectangle 36"/>
          <p:cNvSpPr>
            <a:spLocks noGrp="1" noChangeArrowheads="1"/>
          </p:cNvSpPr>
          <p:nvPr>
            <p:ph type="ftr" sz="quarter" idx="11"/>
          </p:nvPr>
        </p:nvSpPr>
        <p:spPr>
          <a:ln/>
        </p:spPr>
        <p:txBody>
          <a:bodyPr/>
          <a:lstStyle>
            <a:lvl1pPr>
              <a:defRPr/>
            </a:lvl1pPr>
          </a:lstStyle>
          <a:p>
            <a:pPr>
              <a:defRPr/>
            </a:pPr>
            <a:endParaRPr lang="en-US" altLang="zh-CN">
              <a:solidFill>
                <a:srgbClr val="FFFFFF"/>
              </a:solidFill>
            </a:endParaRPr>
          </a:p>
        </p:txBody>
      </p:sp>
      <p:sp>
        <p:nvSpPr>
          <p:cNvPr id="6" name="Rectangle 37"/>
          <p:cNvSpPr>
            <a:spLocks noGrp="1" noChangeArrowheads="1"/>
          </p:cNvSpPr>
          <p:nvPr>
            <p:ph type="sldNum" sz="quarter" idx="12"/>
          </p:nvPr>
        </p:nvSpPr>
        <p:spPr>
          <a:ln/>
        </p:spPr>
        <p:txBody>
          <a:bodyPr/>
          <a:lstStyle>
            <a:lvl1pPr>
              <a:defRPr/>
            </a:lvl1pPr>
          </a:lstStyle>
          <a:p>
            <a:pPr>
              <a:defRPr/>
            </a:pPr>
            <a:fld id="{254CCDB0-40D1-4CAE-9492-757E5FFB8E68}" type="slidenum">
              <a:rPr lang="en-US" altLang="zh-CN">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2622996179"/>
      </p:ext>
    </p:extLst>
  </p:cSld>
  <p:clrMapOvr>
    <a:masterClrMapping/>
  </p:clrMapOvr>
  <p:transition>
    <p:zoom dir="in"/>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sz="half" idx="1"/>
          </p:nvPr>
        </p:nvSpPr>
        <p:spPr>
          <a:xfrm>
            <a:off x="1559984" y="1946275"/>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内容占位符 3"/>
          <p:cNvSpPr>
            <a:spLocks noGrp="1"/>
          </p:cNvSpPr>
          <p:nvPr>
            <p:ph sz="half" idx="2"/>
          </p:nvPr>
        </p:nvSpPr>
        <p:spPr>
          <a:xfrm>
            <a:off x="6843184" y="1946275"/>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Rectangle 35"/>
          <p:cNvSpPr>
            <a:spLocks noGrp="1" noChangeArrowheads="1"/>
          </p:cNvSpPr>
          <p:nvPr>
            <p:ph type="dt" sz="half" idx="10"/>
          </p:nvPr>
        </p:nvSpPr>
        <p:spPr>
          <a:ln/>
        </p:spPr>
        <p:txBody>
          <a:bodyPr/>
          <a:lstStyle>
            <a:lvl1pPr>
              <a:defRPr/>
            </a:lvl1pPr>
          </a:lstStyle>
          <a:p>
            <a:pPr>
              <a:defRPr/>
            </a:pPr>
            <a:endParaRPr lang="en-US" altLang="zh-CN">
              <a:solidFill>
                <a:srgbClr val="FFFFFF"/>
              </a:solidFill>
            </a:endParaRPr>
          </a:p>
        </p:txBody>
      </p:sp>
      <p:sp>
        <p:nvSpPr>
          <p:cNvPr id="6" name="Rectangle 36"/>
          <p:cNvSpPr>
            <a:spLocks noGrp="1" noChangeArrowheads="1"/>
          </p:cNvSpPr>
          <p:nvPr>
            <p:ph type="ftr" sz="quarter" idx="11"/>
          </p:nvPr>
        </p:nvSpPr>
        <p:spPr>
          <a:ln/>
        </p:spPr>
        <p:txBody>
          <a:bodyPr/>
          <a:lstStyle>
            <a:lvl1pPr>
              <a:defRPr/>
            </a:lvl1pPr>
          </a:lstStyle>
          <a:p>
            <a:pPr>
              <a:defRPr/>
            </a:pPr>
            <a:endParaRPr lang="en-US" altLang="zh-CN">
              <a:solidFill>
                <a:srgbClr val="FFFFFF"/>
              </a:solidFill>
            </a:endParaRPr>
          </a:p>
        </p:txBody>
      </p:sp>
      <p:sp>
        <p:nvSpPr>
          <p:cNvPr id="7" name="Rectangle 37"/>
          <p:cNvSpPr>
            <a:spLocks noGrp="1" noChangeArrowheads="1"/>
          </p:cNvSpPr>
          <p:nvPr>
            <p:ph type="sldNum" sz="quarter" idx="12"/>
          </p:nvPr>
        </p:nvSpPr>
        <p:spPr>
          <a:ln/>
        </p:spPr>
        <p:txBody>
          <a:bodyPr/>
          <a:lstStyle>
            <a:lvl1pPr>
              <a:defRPr/>
            </a:lvl1pPr>
          </a:lstStyle>
          <a:p>
            <a:pPr>
              <a:defRPr/>
            </a:pPr>
            <a:fld id="{48368E84-9AEC-4E36-A524-E944676F10F9}" type="slidenum">
              <a:rPr lang="en-US" altLang="zh-CN">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3986661978"/>
      </p:ext>
    </p:extLst>
  </p:cSld>
  <p:clrMapOvr>
    <a:masterClrMapping/>
  </p:clrMapOvr>
  <p:transition>
    <p:zoom dir="in"/>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文本占位符 4"/>
          <p:cNvSpPr>
            <a:spLocks noGrp="1"/>
          </p:cNvSpPr>
          <p:nvPr>
            <p:ph type="body" sz="quarter" idx="3"/>
          </p:nvPr>
        </p:nvSpPr>
        <p:spPr>
          <a:xfrm>
            <a:off x="6193384"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84"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Rectangle 35"/>
          <p:cNvSpPr>
            <a:spLocks noGrp="1" noChangeArrowheads="1"/>
          </p:cNvSpPr>
          <p:nvPr>
            <p:ph type="dt" sz="half" idx="10"/>
          </p:nvPr>
        </p:nvSpPr>
        <p:spPr>
          <a:ln/>
        </p:spPr>
        <p:txBody>
          <a:bodyPr/>
          <a:lstStyle>
            <a:lvl1pPr>
              <a:defRPr/>
            </a:lvl1pPr>
          </a:lstStyle>
          <a:p>
            <a:pPr>
              <a:defRPr/>
            </a:pPr>
            <a:endParaRPr lang="en-US" altLang="zh-CN">
              <a:solidFill>
                <a:srgbClr val="FFFFFF"/>
              </a:solidFill>
            </a:endParaRPr>
          </a:p>
        </p:txBody>
      </p:sp>
      <p:sp>
        <p:nvSpPr>
          <p:cNvPr id="8" name="Rectangle 36"/>
          <p:cNvSpPr>
            <a:spLocks noGrp="1" noChangeArrowheads="1"/>
          </p:cNvSpPr>
          <p:nvPr>
            <p:ph type="ftr" sz="quarter" idx="11"/>
          </p:nvPr>
        </p:nvSpPr>
        <p:spPr>
          <a:ln/>
        </p:spPr>
        <p:txBody>
          <a:bodyPr/>
          <a:lstStyle>
            <a:lvl1pPr>
              <a:defRPr/>
            </a:lvl1pPr>
          </a:lstStyle>
          <a:p>
            <a:pPr>
              <a:defRPr/>
            </a:pPr>
            <a:endParaRPr lang="en-US" altLang="zh-CN">
              <a:solidFill>
                <a:srgbClr val="FFFFFF"/>
              </a:solidFill>
            </a:endParaRPr>
          </a:p>
        </p:txBody>
      </p:sp>
      <p:sp>
        <p:nvSpPr>
          <p:cNvPr id="9" name="Rectangle 37"/>
          <p:cNvSpPr>
            <a:spLocks noGrp="1" noChangeArrowheads="1"/>
          </p:cNvSpPr>
          <p:nvPr>
            <p:ph type="sldNum" sz="quarter" idx="12"/>
          </p:nvPr>
        </p:nvSpPr>
        <p:spPr>
          <a:ln/>
        </p:spPr>
        <p:txBody>
          <a:bodyPr/>
          <a:lstStyle>
            <a:lvl1pPr>
              <a:defRPr/>
            </a:lvl1pPr>
          </a:lstStyle>
          <a:p>
            <a:pPr>
              <a:defRPr/>
            </a:pPr>
            <a:fld id="{F6D2BB99-D10C-4EE3-B431-85B9BF048646}" type="slidenum">
              <a:rPr lang="en-US" altLang="zh-CN">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552746873"/>
      </p:ext>
    </p:extLst>
  </p:cSld>
  <p:clrMapOvr>
    <a:masterClrMapping/>
  </p:clrMapOvr>
  <p:transition>
    <p:zoom dir="in"/>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Rectangle 35"/>
          <p:cNvSpPr>
            <a:spLocks noGrp="1" noChangeArrowheads="1"/>
          </p:cNvSpPr>
          <p:nvPr>
            <p:ph type="dt" sz="half" idx="10"/>
          </p:nvPr>
        </p:nvSpPr>
        <p:spPr>
          <a:ln/>
        </p:spPr>
        <p:txBody>
          <a:bodyPr/>
          <a:lstStyle>
            <a:lvl1pPr>
              <a:defRPr/>
            </a:lvl1pPr>
          </a:lstStyle>
          <a:p>
            <a:pPr>
              <a:defRPr/>
            </a:pPr>
            <a:endParaRPr lang="en-US" altLang="zh-CN">
              <a:solidFill>
                <a:srgbClr val="FFFFFF"/>
              </a:solidFill>
            </a:endParaRPr>
          </a:p>
        </p:txBody>
      </p:sp>
      <p:sp>
        <p:nvSpPr>
          <p:cNvPr id="4" name="Rectangle 36"/>
          <p:cNvSpPr>
            <a:spLocks noGrp="1" noChangeArrowheads="1"/>
          </p:cNvSpPr>
          <p:nvPr>
            <p:ph type="ftr" sz="quarter" idx="11"/>
          </p:nvPr>
        </p:nvSpPr>
        <p:spPr>
          <a:ln/>
        </p:spPr>
        <p:txBody>
          <a:bodyPr/>
          <a:lstStyle>
            <a:lvl1pPr>
              <a:defRPr/>
            </a:lvl1pPr>
          </a:lstStyle>
          <a:p>
            <a:pPr>
              <a:defRPr/>
            </a:pPr>
            <a:endParaRPr lang="en-US" altLang="zh-CN">
              <a:solidFill>
                <a:srgbClr val="FFFFFF"/>
              </a:solidFill>
            </a:endParaRPr>
          </a:p>
        </p:txBody>
      </p:sp>
      <p:sp>
        <p:nvSpPr>
          <p:cNvPr id="5" name="Rectangle 37"/>
          <p:cNvSpPr>
            <a:spLocks noGrp="1" noChangeArrowheads="1"/>
          </p:cNvSpPr>
          <p:nvPr>
            <p:ph type="sldNum" sz="quarter" idx="12"/>
          </p:nvPr>
        </p:nvSpPr>
        <p:spPr>
          <a:ln/>
        </p:spPr>
        <p:txBody>
          <a:bodyPr/>
          <a:lstStyle>
            <a:lvl1pPr>
              <a:defRPr/>
            </a:lvl1pPr>
          </a:lstStyle>
          <a:p>
            <a:pPr>
              <a:defRPr/>
            </a:pPr>
            <a:fld id="{1D0FB878-F1ED-4255-8B6A-D839C3C051F5}" type="slidenum">
              <a:rPr lang="en-US" altLang="zh-CN">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1009270934"/>
      </p:ext>
    </p:extLst>
  </p:cSld>
  <p:clrMapOvr>
    <a:masterClrMapping/>
  </p:clrMapOvr>
  <p:transition>
    <p:zoom dir="in"/>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35"/>
          <p:cNvSpPr>
            <a:spLocks noGrp="1" noChangeArrowheads="1"/>
          </p:cNvSpPr>
          <p:nvPr>
            <p:ph type="dt" sz="half" idx="10"/>
          </p:nvPr>
        </p:nvSpPr>
        <p:spPr>
          <a:ln/>
        </p:spPr>
        <p:txBody>
          <a:bodyPr/>
          <a:lstStyle>
            <a:lvl1pPr>
              <a:defRPr/>
            </a:lvl1pPr>
          </a:lstStyle>
          <a:p>
            <a:pPr>
              <a:defRPr/>
            </a:pPr>
            <a:endParaRPr lang="en-US" altLang="zh-CN">
              <a:solidFill>
                <a:srgbClr val="FFFFFF"/>
              </a:solidFill>
            </a:endParaRPr>
          </a:p>
        </p:txBody>
      </p:sp>
      <p:sp>
        <p:nvSpPr>
          <p:cNvPr id="3" name="Rectangle 36"/>
          <p:cNvSpPr>
            <a:spLocks noGrp="1" noChangeArrowheads="1"/>
          </p:cNvSpPr>
          <p:nvPr>
            <p:ph type="ftr" sz="quarter" idx="11"/>
          </p:nvPr>
        </p:nvSpPr>
        <p:spPr>
          <a:ln/>
        </p:spPr>
        <p:txBody>
          <a:bodyPr/>
          <a:lstStyle>
            <a:lvl1pPr>
              <a:defRPr/>
            </a:lvl1pPr>
          </a:lstStyle>
          <a:p>
            <a:pPr>
              <a:defRPr/>
            </a:pPr>
            <a:endParaRPr lang="en-US" altLang="zh-CN">
              <a:solidFill>
                <a:srgbClr val="FFFFFF"/>
              </a:solidFill>
            </a:endParaRPr>
          </a:p>
        </p:txBody>
      </p:sp>
      <p:sp>
        <p:nvSpPr>
          <p:cNvPr id="4" name="Rectangle 37"/>
          <p:cNvSpPr>
            <a:spLocks noGrp="1" noChangeArrowheads="1"/>
          </p:cNvSpPr>
          <p:nvPr>
            <p:ph type="sldNum" sz="quarter" idx="12"/>
          </p:nvPr>
        </p:nvSpPr>
        <p:spPr>
          <a:ln/>
        </p:spPr>
        <p:txBody>
          <a:bodyPr/>
          <a:lstStyle>
            <a:lvl1pPr>
              <a:defRPr/>
            </a:lvl1pPr>
          </a:lstStyle>
          <a:p>
            <a:pPr>
              <a:defRPr/>
            </a:pPr>
            <a:fld id="{24811302-0B10-42D3-9D40-C1A693F10787}" type="slidenum">
              <a:rPr lang="en-US" altLang="zh-CN">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3955511001"/>
      </p:ext>
    </p:extLst>
  </p:cSld>
  <p:clrMapOvr>
    <a:masterClrMapping/>
  </p:clrMapOvr>
  <p:transition>
    <p:zoom dir="in"/>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3" y="273050"/>
            <a:ext cx="4011084" cy="1162050"/>
          </a:xfrm>
        </p:spPr>
        <p:txBody>
          <a:bodyPr anchor="b"/>
          <a:lstStyle>
            <a:lvl1pPr algn="l">
              <a:defRPr sz="2000" b="1"/>
            </a:lvl1pPr>
          </a:lstStyle>
          <a:p>
            <a:r>
              <a:rPr lang="zh-CN" altLang="en-US"/>
              <a:t>单击此处编辑母版标题样式</a:t>
            </a:r>
            <a:endParaRPr lang="en-US"/>
          </a:p>
        </p:txBody>
      </p:sp>
      <p:sp>
        <p:nvSpPr>
          <p:cNvPr id="3" name="内容占位符 2"/>
          <p:cNvSpPr>
            <a:spLocks noGrp="1"/>
          </p:cNvSpPr>
          <p:nvPr>
            <p:ph idx="1"/>
          </p:nvPr>
        </p:nvSpPr>
        <p:spPr>
          <a:xfrm>
            <a:off x="4766733" y="273075"/>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文本占位符 3"/>
          <p:cNvSpPr>
            <a:spLocks noGrp="1"/>
          </p:cNvSpPr>
          <p:nvPr>
            <p:ph type="body" sz="half" idx="2"/>
          </p:nvPr>
        </p:nvSpPr>
        <p:spPr>
          <a:xfrm>
            <a:off x="609603"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35"/>
          <p:cNvSpPr>
            <a:spLocks noGrp="1" noChangeArrowheads="1"/>
          </p:cNvSpPr>
          <p:nvPr>
            <p:ph type="dt" sz="half" idx="10"/>
          </p:nvPr>
        </p:nvSpPr>
        <p:spPr>
          <a:ln/>
        </p:spPr>
        <p:txBody>
          <a:bodyPr/>
          <a:lstStyle>
            <a:lvl1pPr>
              <a:defRPr/>
            </a:lvl1pPr>
          </a:lstStyle>
          <a:p>
            <a:pPr>
              <a:defRPr/>
            </a:pPr>
            <a:endParaRPr lang="en-US" altLang="zh-CN">
              <a:solidFill>
                <a:srgbClr val="FFFFFF"/>
              </a:solidFill>
            </a:endParaRPr>
          </a:p>
        </p:txBody>
      </p:sp>
      <p:sp>
        <p:nvSpPr>
          <p:cNvPr id="6" name="Rectangle 36"/>
          <p:cNvSpPr>
            <a:spLocks noGrp="1" noChangeArrowheads="1"/>
          </p:cNvSpPr>
          <p:nvPr>
            <p:ph type="ftr" sz="quarter" idx="11"/>
          </p:nvPr>
        </p:nvSpPr>
        <p:spPr>
          <a:ln/>
        </p:spPr>
        <p:txBody>
          <a:bodyPr/>
          <a:lstStyle>
            <a:lvl1pPr>
              <a:defRPr/>
            </a:lvl1pPr>
          </a:lstStyle>
          <a:p>
            <a:pPr>
              <a:defRPr/>
            </a:pPr>
            <a:endParaRPr lang="en-US" altLang="zh-CN">
              <a:solidFill>
                <a:srgbClr val="FFFFFF"/>
              </a:solidFill>
            </a:endParaRPr>
          </a:p>
        </p:txBody>
      </p:sp>
      <p:sp>
        <p:nvSpPr>
          <p:cNvPr id="7" name="Rectangle 37"/>
          <p:cNvSpPr>
            <a:spLocks noGrp="1" noChangeArrowheads="1"/>
          </p:cNvSpPr>
          <p:nvPr>
            <p:ph type="sldNum" sz="quarter" idx="12"/>
          </p:nvPr>
        </p:nvSpPr>
        <p:spPr>
          <a:ln/>
        </p:spPr>
        <p:txBody>
          <a:bodyPr/>
          <a:lstStyle>
            <a:lvl1pPr>
              <a:defRPr/>
            </a:lvl1pPr>
          </a:lstStyle>
          <a:p>
            <a:pPr>
              <a:defRPr/>
            </a:pPr>
            <a:fld id="{C5CBE8C0-4C0C-4E49-869A-D2E6FC7CA725}" type="slidenum">
              <a:rPr lang="en-US" altLang="zh-CN">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2893632400"/>
      </p:ext>
    </p:extLst>
  </p:cSld>
  <p:clrMapOvr>
    <a:masterClrMapping/>
  </p:clrMapOvr>
  <p:transition>
    <p:zoom dir="in"/>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endParaRPr 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35"/>
          <p:cNvSpPr>
            <a:spLocks noGrp="1" noChangeArrowheads="1"/>
          </p:cNvSpPr>
          <p:nvPr>
            <p:ph type="dt" sz="half" idx="10"/>
          </p:nvPr>
        </p:nvSpPr>
        <p:spPr>
          <a:ln/>
        </p:spPr>
        <p:txBody>
          <a:bodyPr/>
          <a:lstStyle>
            <a:lvl1pPr>
              <a:defRPr/>
            </a:lvl1pPr>
          </a:lstStyle>
          <a:p>
            <a:pPr>
              <a:defRPr/>
            </a:pPr>
            <a:endParaRPr lang="en-US" altLang="zh-CN">
              <a:solidFill>
                <a:srgbClr val="FFFFFF"/>
              </a:solidFill>
            </a:endParaRPr>
          </a:p>
        </p:txBody>
      </p:sp>
      <p:sp>
        <p:nvSpPr>
          <p:cNvPr id="6" name="Rectangle 36"/>
          <p:cNvSpPr>
            <a:spLocks noGrp="1" noChangeArrowheads="1"/>
          </p:cNvSpPr>
          <p:nvPr>
            <p:ph type="ftr" sz="quarter" idx="11"/>
          </p:nvPr>
        </p:nvSpPr>
        <p:spPr>
          <a:ln/>
        </p:spPr>
        <p:txBody>
          <a:bodyPr/>
          <a:lstStyle>
            <a:lvl1pPr>
              <a:defRPr/>
            </a:lvl1pPr>
          </a:lstStyle>
          <a:p>
            <a:pPr>
              <a:defRPr/>
            </a:pPr>
            <a:endParaRPr lang="en-US" altLang="zh-CN">
              <a:solidFill>
                <a:srgbClr val="FFFFFF"/>
              </a:solidFill>
            </a:endParaRPr>
          </a:p>
        </p:txBody>
      </p:sp>
      <p:sp>
        <p:nvSpPr>
          <p:cNvPr id="7" name="Rectangle 37"/>
          <p:cNvSpPr>
            <a:spLocks noGrp="1" noChangeArrowheads="1"/>
          </p:cNvSpPr>
          <p:nvPr>
            <p:ph type="sldNum" sz="quarter" idx="12"/>
          </p:nvPr>
        </p:nvSpPr>
        <p:spPr>
          <a:ln/>
        </p:spPr>
        <p:txBody>
          <a:bodyPr/>
          <a:lstStyle>
            <a:lvl1pPr>
              <a:defRPr/>
            </a:lvl1pPr>
          </a:lstStyle>
          <a:p>
            <a:pPr>
              <a:defRPr/>
            </a:pPr>
            <a:fld id="{3057FAD4-75AA-4EC7-8BE5-7C5478D43404}" type="slidenum">
              <a:rPr lang="en-US" altLang="zh-CN">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769644251"/>
      </p:ext>
    </p:extLst>
  </p:cSld>
  <p:clrMapOvr>
    <a:masterClrMapping/>
  </p:clrMapOvr>
  <p:transition>
    <p:zoom dir="in"/>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Rectangle 35"/>
          <p:cNvSpPr>
            <a:spLocks noGrp="1" noChangeArrowheads="1"/>
          </p:cNvSpPr>
          <p:nvPr>
            <p:ph type="dt" sz="half" idx="10"/>
          </p:nvPr>
        </p:nvSpPr>
        <p:spPr>
          <a:ln/>
        </p:spPr>
        <p:txBody>
          <a:bodyPr/>
          <a:lstStyle>
            <a:lvl1pPr>
              <a:defRPr/>
            </a:lvl1pPr>
          </a:lstStyle>
          <a:p>
            <a:pPr>
              <a:defRPr/>
            </a:pPr>
            <a:endParaRPr lang="en-US" altLang="zh-CN">
              <a:solidFill>
                <a:srgbClr val="FFFFFF"/>
              </a:solidFill>
            </a:endParaRPr>
          </a:p>
        </p:txBody>
      </p:sp>
      <p:sp>
        <p:nvSpPr>
          <p:cNvPr id="5" name="Rectangle 36"/>
          <p:cNvSpPr>
            <a:spLocks noGrp="1" noChangeArrowheads="1"/>
          </p:cNvSpPr>
          <p:nvPr>
            <p:ph type="ftr" sz="quarter" idx="11"/>
          </p:nvPr>
        </p:nvSpPr>
        <p:spPr>
          <a:ln/>
        </p:spPr>
        <p:txBody>
          <a:bodyPr/>
          <a:lstStyle>
            <a:lvl1pPr>
              <a:defRPr/>
            </a:lvl1pPr>
          </a:lstStyle>
          <a:p>
            <a:pPr>
              <a:defRPr/>
            </a:pPr>
            <a:endParaRPr lang="en-US" altLang="zh-CN">
              <a:solidFill>
                <a:srgbClr val="FFFFFF"/>
              </a:solidFill>
            </a:endParaRPr>
          </a:p>
        </p:txBody>
      </p:sp>
      <p:sp>
        <p:nvSpPr>
          <p:cNvPr id="6" name="Rectangle 37"/>
          <p:cNvSpPr>
            <a:spLocks noGrp="1" noChangeArrowheads="1"/>
          </p:cNvSpPr>
          <p:nvPr>
            <p:ph type="sldNum" sz="quarter" idx="12"/>
          </p:nvPr>
        </p:nvSpPr>
        <p:spPr>
          <a:ln/>
        </p:spPr>
        <p:txBody>
          <a:bodyPr/>
          <a:lstStyle>
            <a:lvl1pPr>
              <a:defRPr/>
            </a:lvl1pPr>
          </a:lstStyle>
          <a:p>
            <a:pPr>
              <a:defRPr/>
            </a:pPr>
            <a:fld id="{0CA28D65-04FD-4F97-806D-1AA04A7B1D04}" type="slidenum">
              <a:rPr lang="en-US" altLang="zh-CN">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3267401871"/>
      </p:ext>
    </p:extLst>
  </p:cSld>
  <p:clrMapOvr>
    <a:masterClrMapping/>
  </p:clrMapOvr>
  <p:transition>
    <p:zoom dir="in"/>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323917" y="609625"/>
            <a:ext cx="2599267" cy="5451475"/>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1524000" y="609625"/>
            <a:ext cx="7596717" cy="545147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Rectangle 35"/>
          <p:cNvSpPr>
            <a:spLocks noGrp="1" noChangeArrowheads="1"/>
          </p:cNvSpPr>
          <p:nvPr>
            <p:ph type="dt" sz="half" idx="10"/>
          </p:nvPr>
        </p:nvSpPr>
        <p:spPr>
          <a:ln/>
        </p:spPr>
        <p:txBody>
          <a:bodyPr/>
          <a:lstStyle>
            <a:lvl1pPr>
              <a:defRPr/>
            </a:lvl1pPr>
          </a:lstStyle>
          <a:p>
            <a:pPr>
              <a:defRPr/>
            </a:pPr>
            <a:endParaRPr lang="en-US" altLang="zh-CN">
              <a:solidFill>
                <a:srgbClr val="FFFFFF"/>
              </a:solidFill>
            </a:endParaRPr>
          </a:p>
        </p:txBody>
      </p:sp>
      <p:sp>
        <p:nvSpPr>
          <p:cNvPr id="5" name="Rectangle 36"/>
          <p:cNvSpPr>
            <a:spLocks noGrp="1" noChangeArrowheads="1"/>
          </p:cNvSpPr>
          <p:nvPr>
            <p:ph type="ftr" sz="quarter" idx="11"/>
          </p:nvPr>
        </p:nvSpPr>
        <p:spPr>
          <a:ln/>
        </p:spPr>
        <p:txBody>
          <a:bodyPr/>
          <a:lstStyle>
            <a:lvl1pPr>
              <a:defRPr/>
            </a:lvl1pPr>
          </a:lstStyle>
          <a:p>
            <a:pPr>
              <a:defRPr/>
            </a:pPr>
            <a:endParaRPr lang="en-US" altLang="zh-CN">
              <a:solidFill>
                <a:srgbClr val="FFFFFF"/>
              </a:solidFill>
            </a:endParaRPr>
          </a:p>
        </p:txBody>
      </p:sp>
      <p:sp>
        <p:nvSpPr>
          <p:cNvPr id="6" name="Rectangle 37"/>
          <p:cNvSpPr>
            <a:spLocks noGrp="1" noChangeArrowheads="1"/>
          </p:cNvSpPr>
          <p:nvPr>
            <p:ph type="sldNum" sz="quarter" idx="12"/>
          </p:nvPr>
        </p:nvSpPr>
        <p:spPr>
          <a:ln/>
        </p:spPr>
        <p:txBody>
          <a:bodyPr/>
          <a:lstStyle>
            <a:lvl1pPr>
              <a:defRPr/>
            </a:lvl1pPr>
          </a:lstStyle>
          <a:p>
            <a:pPr>
              <a:defRPr/>
            </a:pPr>
            <a:fld id="{812E1CDD-A6AD-4FEE-8D84-DB418F0A53A0}" type="slidenum">
              <a:rPr lang="en-US" altLang="zh-CN">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569598378"/>
      </p:ext>
    </p:extLst>
  </p:cSld>
  <p:clrMapOvr>
    <a:masterClrMapping/>
  </p:clrMapOvr>
  <p:transition>
    <p:zoom dir="in"/>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12192000" cy="6858000"/>
            <a:chOff x="0" y="0"/>
            <a:chExt cx="5760" cy="4320"/>
          </a:xfrm>
        </p:grpSpPr>
        <p:grpSp>
          <p:nvGrpSpPr>
            <p:cNvPr id="5" name="Group 3"/>
            <p:cNvGrpSpPr>
              <a:grpSpLocks/>
            </p:cNvGrpSpPr>
            <p:nvPr userDrawn="1"/>
          </p:nvGrpSpPr>
          <p:grpSpPr bwMode="auto">
            <a:xfrm>
              <a:off x="0" y="0"/>
              <a:ext cx="5568" cy="4320"/>
              <a:chOff x="0" y="0"/>
              <a:chExt cx="5568" cy="4320"/>
            </a:xfrm>
          </p:grpSpPr>
          <p:grpSp>
            <p:nvGrpSpPr>
              <p:cNvPr id="9" name="Group 4"/>
              <p:cNvGrpSpPr>
                <a:grpSpLocks/>
              </p:cNvGrpSpPr>
              <p:nvPr userDrawn="1"/>
            </p:nvGrpSpPr>
            <p:grpSpPr bwMode="auto">
              <a:xfrm>
                <a:off x="0" y="0"/>
                <a:ext cx="3216" cy="3072"/>
                <a:chOff x="0" y="0"/>
                <a:chExt cx="2928" cy="2784"/>
              </a:xfrm>
            </p:grpSpPr>
            <p:sp>
              <p:nvSpPr>
                <p:cNvPr id="22" name="Oval 5"/>
                <p:cNvSpPr>
                  <a:spLocks noChangeArrowheads="1"/>
                </p:cNvSpPr>
                <p:nvPr userDrawn="1"/>
              </p:nvSpPr>
              <p:spPr bwMode="auto">
                <a:xfrm>
                  <a:off x="0" y="0"/>
                  <a:ext cx="2928" cy="2784"/>
                </a:xfrm>
                <a:prstGeom prst="ellipse">
                  <a:avLst/>
                </a:prstGeom>
                <a:noFill/>
                <a:ln w="9525">
                  <a:solidFill>
                    <a:schemeClr val="accent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fontAlgn="base" hangingPunct="1">
                    <a:spcBef>
                      <a:spcPct val="0"/>
                    </a:spcBef>
                    <a:spcAft>
                      <a:spcPct val="0"/>
                    </a:spcAft>
                    <a:defRPr/>
                  </a:pPr>
                  <a:endParaRPr lang="en-US" altLang="en-US">
                    <a:solidFill>
                      <a:srgbClr val="EAEAEA"/>
                    </a:solidFill>
                  </a:endParaRPr>
                </a:p>
              </p:txBody>
            </p:sp>
            <p:sp>
              <p:nvSpPr>
                <p:cNvPr id="23" name="Oval 6"/>
                <p:cNvSpPr>
                  <a:spLocks noChangeArrowheads="1"/>
                </p:cNvSpPr>
                <p:nvPr userDrawn="1"/>
              </p:nvSpPr>
              <p:spPr bwMode="auto">
                <a:xfrm>
                  <a:off x="240" y="240"/>
                  <a:ext cx="2445" cy="2304"/>
                </a:xfrm>
                <a:prstGeom prst="ellipse">
                  <a:avLst/>
                </a:prstGeom>
                <a:noFill/>
                <a:ln w="9525">
                  <a:solidFill>
                    <a:schemeClr val="accent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fontAlgn="base" hangingPunct="1">
                    <a:spcBef>
                      <a:spcPct val="0"/>
                    </a:spcBef>
                    <a:spcAft>
                      <a:spcPct val="0"/>
                    </a:spcAft>
                    <a:defRPr/>
                  </a:pPr>
                  <a:endParaRPr lang="en-US" altLang="en-US">
                    <a:solidFill>
                      <a:srgbClr val="EAEAEA"/>
                    </a:solidFill>
                  </a:endParaRPr>
                </a:p>
              </p:txBody>
            </p:sp>
            <p:sp>
              <p:nvSpPr>
                <p:cNvPr id="24" name="Oval 7"/>
                <p:cNvSpPr>
                  <a:spLocks noChangeArrowheads="1"/>
                </p:cNvSpPr>
                <p:nvPr userDrawn="1"/>
              </p:nvSpPr>
              <p:spPr bwMode="auto">
                <a:xfrm>
                  <a:off x="480" y="480"/>
                  <a:ext cx="1968" cy="1822"/>
                </a:xfrm>
                <a:prstGeom prst="ellipse">
                  <a:avLst/>
                </a:prstGeom>
                <a:noFill/>
                <a:ln w="9525">
                  <a:solidFill>
                    <a:schemeClr val="accent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fontAlgn="base" hangingPunct="1">
                    <a:spcBef>
                      <a:spcPct val="0"/>
                    </a:spcBef>
                    <a:spcAft>
                      <a:spcPct val="0"/>
                    </a:spcAft>
                    <a:defRPr/>
                  </a:pPr>
                  <a:endParaRPr lang="en-US" altLang="en-US">
                    <a:solidFill>
                      <a:srgbClr val="EAEAEA"/>
                    </a:solidFill>
                  </a:endParaRPr>
                </a:p>
              </p:txBody>
            </p:sp>
            <p:sp>
              <p:nvSpPr>
                <p:cNvPr id="25" name="Oval 8"/>
                <p:cNvSpPr>
                  <a:spLocks noChangeArrowheads="1"/>
                </p:cNvSpPr>
                <p:nvPr userDrawn="1"/>
              </p:nvSpPr>
              <p:spPr bwMode="auto">
                <a:xfrm>
                  <a:off x="720" y="720"/>
                  <a:ext cx="1488" cy="1349"/>
                </a:xfrm>
                <a:prstGeom prst="ellipse">
                  <a:avLst/>
                </a:prstGeom>
                <a:noFill/>
                <a:ln w="9525">
                  <a:solidFill>
                    <a:schemeClr val="accent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fontAlgn="base" hangingPunct="1">
                    <a:spcBef>
                      <a:spcPct val="0"/>
                    </a:spcBef>
                    <a:spcAft>
                      <a:spcPct val="0"/>
                    </a:spcAft>
                    <a:defRPr/>
                  </a:pPr>
                  <a:endParaRPr lang="en-US" altLang="en-US">
                    <a:solidFill>
                      <a:srgbClr val="EAEAEA"/>
                    </a:solidFill>
                  </a:endParaRPr>
                </a:p>
              </p:txBody>
            </p:sp>
            <p:sp>
              <p:nvSpPr>
                <p:cNvPr id="26" name="Oval 9"/>
                <p:cNvSpPr>
                  <a:spLocks noChangeArrowheads="1"/>
                </p:cNvSpPr>
                <p:nvPr userDrawn="1"/>
              </p:nvSpPr>
              <p:spPr bwMode="auto">
                <a:xfrm>
                  <a:off x="912" y="912"/>
                  <a:ext cx="1103" cy="962"/>
                </a:xfrm>
                <a:prstGeom prst="ellipse">
                  <a:avLst/>
                </a:prstGeom>
                <a:noFill/>
                <a:ln w="9525">
                  <a:solidFill>
                    <a:schemeClr val="accent1"/>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fontAlgn="base" hangingPunct="1">
                    <a:spcBef>
                      <a:spcPct val="0"/>
                    </a:spcBef>
                    <a:spcAft>
                      <a:spcPct val="0"/>
                    </a:spcAft>
                    <a:defRPr/>
                  </a:pPr>
                  <a:endParaRPr lang="en-US" altLang="en-US">
                    <a:solidFill>
                      <a:srgbClr val="EAEAEA"/>
                    </a:solidFill>
                  </a:endParaRPr>
                </a:p>
              </p:txBody>
            </p:sp>
          </p:grpSp>
          <p:grpSp>
            <p:nvGrpSpPr>
              <p:cNvPr id="10" name="Group 10"/>
              <p:cNvGrpSpPr>
                <a:grpSpLocks/>
              </p:cNvGrpSpPr>
              <p:nvPr userDrawn="1"/>
            </p:nvGrpSpPr>
            <p:grpSpPr bwMode="auto">
              <a:xfrm>
                <a:off x="2016" y="2016"/>
                <a:ext cx="2448" cy="2304"/>
                <a:chOff x="0" y="0"/>
                <a:chExt cx="2928" cy="2784"/>
              </a:xfrm>
            </p:grpSpPr>
            <p:sp>
              <p:nvSpPr>
                <p:cNvPr id="17" name="Oval 11"/>
                <p:cNvSpPr>
                  <a:spLocks noChangeArrowheads="1"/>
                </p:cNvSpPr>
                <p:nvPr userDrawn="1"/>
              </p:nvSpPr>
              <p:spPr bwMode="auto">
                <a:xfrm>
                  <a:off x="0" y="0"/>
                  <a:ext cx="2928" cy="2784"/>
                </a:xfrm>
                <a:prstGeom prst="ellipse">
                  <a:avLst/>
                </a:prstGeom>
                <a:noFill/>
                <a:ln w="9525">
                  <a:solidFill>
                    <a:schemeClr val="accent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fontAlgn="base" hangingPunct="1">
                    <a:spcBef>
                      <a:spcPct val="0"/>
                    </a:spcBef>
                    <a:spcAft>
                      <a:spcPct val="0"/>
                    </a:spcAft>
                    <a:defRPr/>
                  </a:pPr>
                  <a:endParaRPr lang="en-US" altLang="en-US">
                    <a:solidFill>
                      <a:srgbClr val="EAEAEA"/>
                    </a:solidFill>
                  </a:endParaRPr>
                </a:p>
              </p:txBody>
            </p:sp>
            <p:sp>
              <p:nvSpPr>
                <p:cNvPr id="18" name="Oval 12"/>
                <p:cNvSpPr>
                  <a:spLocks noChangeArrowheads="1"/>
                </p:cNvSpPr>
                <p:nvPr userDrawn="1"/>
              </p:nvSpPr>
              <p:spPr bwMode="auto">
                <a:xfrm>
                  <a:off x="240" y="240"/>
                  <a:ext cx="2447" cy="2303"/>
                </a:xfrm>
                <a:prstGeom prst="ellipse">
                  <a:avLst/>
                </a:prstGeom>
                <a:noFill/>
                <a:ln w="9525">
                  <a:solidFill>
                    <a:schemeClr val="accent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fontAlgn="base" hangingPunct="1">
                    <a:spcBef>
                      <a:spcPct val="0"/>
                    </a:spcBef>
                    <a:spcAft>
                      <a:spcPct val="0"/>
                    </a:spcAft>
                    <a:defRPr/>
                  </a:pPr>
                  <a:endParaRPr lang="en-US" altLang="en-US">
                    <a:solidFill>
                      <a:srgbClr val="EAEAEA"/>
                    </a:solidFill>
                  </a:endParaRPr>
                </a:p>
              </p:txBody>
            </p:sp>
            <p:sp>
              <p:nvSpPr>
                <p:cNvPr id="19" name="Oval 13"/>
                <p:cNvSpPr>
                  <a:spLocks noChangeArrowheads="1"/>
                </p:cNvSpPr>
                <p:nvPr userDrawn="1"/>
              </p:nvSpPr>
              <p:spPr bwMode="auto">
                <a:xfrm>
                  <a:off x="480" y="480"/>
                  <a:ext cx="1970" cy="1826"/>
                </a:xfrm>
                <a:prstGeom prst="ellipse">
                  <a:avLst/>
                </a:prstGeom>
                <a:noFill/>
                <a:ln w="9525">
                  <a:solidFill>
                    <a:schemeClr val="accent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fontAlgn="base" hangingPunct="1">
                    <a:spcBef>
                      <a:spcPct val="0"/>
                    </a:spcBef>
                    <a:spcAft>
                      <a:spcPct val="0"/>
                    </a:spcAft>
                    <a:defRPr/>
                  </a:pPr>
                  <a:endParaRPr lang="en-US" altLang="en-US">
                    <a:solidFill>
                      <a:srgbClr val="EAEAEA"/>
                    </a:solidFill>
                  </a:endParaRPr>
                </a:p>
              </p:txBody>
            </p:sp>
            <p:sp>
              <p:nvSpPr>
                <p:cNvPr id="20" name="Oval 14"/>
                <p:cNvSpPr>
                  <a:spLocks noChangeArrowheads="1"/>
                </p:cNvSpPr>
                <p:nvPr userDrawn="1"/>
              </p:nvSpPr>
              <p:spPr bwMode="auto">
                <a:xfrm>
                  <a:off x="720" y="720"/>
                  <a:ext cx="1488" cy="1344"/>
                </a:xfrm>
                <a:prstGeom prst="ellipse">
                  <a:avLst/>
                </a:prstGeom>
                <a:noFill/>
                <a:ln w="9525">
                  <a:solidFill>
                    <a:schemeClr val="accent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fontAlgn="base" hangingPunct="1">
                    <a:spcBef>
                      <a:spcPct val="0"/>
                    </a:spcBef>
                    <a:spcAft>
                      <a:spcPct val="0"/>
                    </a:spcAft>
                    <a:defRPr/>
                  </a:pPr>
                  <a:endParaRPr lang="en-US" altLang="en-US">
                    <a:solidFill>
                      <a:srgbClr val="EAEAEA"/>
                    </a:solidFill>
                  </a:endParaRPr>
                </a:p>
              </p:txBody>
            </p:sp>
            <p:sp>
              <p:nvSpPr>
                <p:cNvPr id="21" name="Oval 15"/>
                <p:cNvSpPr>
                  <a:spLocks noChangeArrowheads="1"/>
                </p:cNvSpPr>
                <p:nvPr userDrawn="1"/>
              </p:nvSpPr>
              <p:spPr bwMode="auto">
                <a:xfrm>
                  <a:off x="911" y="912"/>
                  <a:ext cx="1105" cy="958"/>
                </a:xfrm>
                <a:prstGeom prst="ellipse">
                  <a:avLst/>
                </a:prstGeom>
                <a:noFill/>
                <a:ln w="9525">
                  <a:solidFill>
                    <a:schemeClr val="accent1"/>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fontAlgn="base" hangingPunct="1">
                    <a:spcBef>
                      <a:spcPct val="0"/>
                    </a:spcBef>
                    <a:spcAft>
                      <a:spcPct val="0"/>
                    </a:spcAft>
                    <a:defRPr/>
                  </a:pPr>
                  <a:endParaRPr lang="en-US" altLang="en-US">
                    <a:solidFill>
                      <a:srgbClr val="EAEAEA"/>
                    </a:solidFill>
                  </a:endParaRPr>
                </a:p>
              </p:txBody>
            </p:sp>
          </p:grpSp>
          <p:grpSp>
            <p:nvGrpSpPr>
              <p:cNvPr id="11" name="Group 16"/>
              <p:cNvGrpSpPr>
                <a:grpSpLocks/>
              </p:cNvGrpSpPr>
              <p:nvPr userDrawn="1"/>
            </p:nvGrpSpPr>
            <p:grpSpPr bwMode="auto">
              <a:xfrm>
                <a:off x="2832" y="96"/>
                <a:ext cx="2736" cy="2592"/>
                <a:chOff x="0" y="0"/>
                <a:chExt cx="2928" cy="2784"/>
              </a:xfrm>
            </p:grpSpPr>
            <p:sp>
              <p:nvSpPr>
                <p:cNvPr id="12" name="Oval 17"/>
                <p:cNvSpPr>
                  <a:spLocks noChangeArrowheads="1"/>
                </p:cNvSpPr>
                <p:nvPr userDrawn="1"/>
              </p:nvSpPr>
              <p:spPr bwMode="auto">
                <a:xfrm>
                  <a:off x="0" y="0"/>
                  <a:ext cx="2928" cy="2784"/>
                </a:xfrm>
                <a:prstGeom prst="ellipse">
                  <a:avLst/>
                </a:prstGeom>
                <a:noFill/>
                <a:ln w="9525">
                  <a:solidFill>
                    <a:schemeClr val="accent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fontAlgn="base" hangingPunct="1">
                    <a:spcBef>
                      <a:spcPct val="0"/>
                    </a:spcBef>
                    <a:spcAft>
                      <a:spcPct val="0"/>
                    </a:spcAft>
                    <a:defRPr/>
                  </a:pPr>
                  <a:endParaRPr lang="en-US" altLang="en-US">
                    <a:solidFill>
                      <a:srgbClr val="EAEAEA"/>
                    </a:solidFill>
                  </a:endParaRPr>
                </a:p>
              </p:txBody>
            </p:sp>
            <p:sp>
              <p:nvSpPr>
                <p:cNvPr id="13" name="Oval 18"/>
                <p:cNvSpPr>
                  <a:spLocks noChangeArrowheads="1"/>
                </p:cNvSpPr>
                <p:nvPr userDrawn="1"/>
              </p:nvSpPr>
              <p:spPr bwMode="auto">
                <a:xfrm>
                  <a:off x="240" y="240"/>
                  <a:ext cx="2452" cy="2305"/>
                </a:xfrm>
                <a:prstGeom prst="ellipse">
                  <a:avLst/>
                </a:prstGeom>
                <a:noFill/>
                <a:ln w="9525">
                  <a:solidFill>
                    <a:schemeClr val="accent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fontAlgn="base" hangingPunct="1">
                    <a:spcBef>
                      <a:spcPct val="0"/>
                    </a:spcBef>
                    <a:spcAft>
                      <a:spcPct val="0"/>
                    </a:spcAft>
                    <a:defRPr/>
                  </a:pPr>
                  <a:endParaRPr lang="en-US" altLang="en-US">
                    <a:solidFill>
                      <a:srgbClr val="EAEAEA"/>
                    </a:solidFill>
                  </a:endParaRPr>
                </a:p>
              </p:txBody>
            </p:sp>
            <p:sp>
              <p:nvSpPr>
                <p:cNvPr id="14" name="Oval 19"/>
                <p:cNvSpPr>
                  <a:spLocks noChangeArrowheads="1"/>
                </p:cNvSpPr>
                <p:nvPr userDrawn="1"/>
              </p:nvSpPr>
              <p:spPr bwMode="auto">
                <a:xfrm>
                  <a:off x="481" y="480"/>
                  <a:ext cx="1967" cy="1824"/>
                </a:xfrm>
                <a:prstGeom prst="ellipse">
                  <a:avLst/>
                </a:prstGeom>
                <a:noFill/>
                <a:ln w="9525">
                  <a:solidFill>
                    <a:schemeClr val="accent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fontAlgn="base" hangingPunct="1">
                    <a:spcBef>
                      <a:spcPct val="0"/>
                    </a:spcBef>
                    <a:spcAft>
                      <a:spcPct val="0"/>
                    </a:spcAft>
                    <a:defRPr/>
                  </a:pPr>
                  <a:endParaRPr lang="en-US" altLang="en-US">
                    <a:solidFill>
                      <a:srgbClr val="EAEAEA"/>
                    </a:solidFill>
                  </a:endParaRPr>
                </a:p>
              </p:txBody>
            </p:sp>
            <p:sp>
              <p:nvSpPr>
                <p:cNvPr id="15" name="Oval 20"/>
                <p:cNvSpPr>
                  <a:spLocks noChangeArrowheads="1"/>
                </p:cNvSpPr>
                <p:nvPr userDrawn="1"/>
              </p:nvSpPr>
              <p:spPr bwMode="auto">
                <a:xfrm>
                  <a:off x="720" y="720"/>
                  <a:ext cx="1488" cy="1347"/>
                </a:xfrm>
                <a:prstGeom prst="ellipse">
                  <a:avLst/>
                </a:prstGeom>
                <a:noFill/>
                <a:ln w="9525">
                  <a:solidFill>
                    <a:schemeClr val="accent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fontAlgn="base" hangingPunct="1">
                    <a:spcBef>
                      <a:spcPct val="0"/>
                    </a:spcBef>
                    <a:spcAft>
                      <a:spcPct val="0"/>
                    </a:spcAft>
                    <a:defRPr/>
                  </a:pPr>
                  <a:endParaRPr lang="en-US" altLang="en-US">
                    <a:solidFill>
                      <a:srgbClr val="EAEAEA"/>
                    </a:solidFill>
                  </a:endParaRPr>
                </a:p>
              </p:txBody>
            </p:sp>
            <p:sp>
              <p:nvSpPr>
                <p:cNvPr id="16" name="Oval 21"/>
                <p:cNvSpPr>
                  <a:spLocks noChangeArrowheads="1"/>
                </p:cNvSpPr>
                <p:nvPr userDrawn="1"/>
              </p:nvSpPr>
              <p:spPr bwMode="auto">
                <a:xfrm>
                  <a:off x="912" y="912"/>
                  <a:ext cx="1104" cy="960"/>
                </a:xfrm>
                <a:prstGeom prst="ellipse">
                  <a:avLst/>
                </a:prstGeom>
                <a:noFill/>
                <a:ln w="9525">
                  <a:solidFill>
                    <a:schemeClr val="accent1"/>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fontAlgn="base" hangingPunct="1">
                    <a:spcBef>
                      <a:spcPct val="0"/>
                    </a:spcBef>
                    <a:spcAft>
                      <a:spcPct val="0"/>
                    </a:spcAft>
                    <a:defRPr/>
                  </a:pPr>
                  <a:endParaRPr lang="en-US" altLang="en-US">
                    <a:solidFill>
                      <a:srgbClr val="EAEAEA"/>
                    </a:solidFill>
                  </a:endParaRPr>
                </a:p>
              </p:txBody>
            </p:sp>
          </p:grpSp>
        </p:grpSp>
        <p:sp>
          <p:nvSpPr>
            <p:cNvPr id="6" name="Line 22"/>
            <p:cNvSpPr>
              <a:spLocks noChangeShapeType="1"/>
            </p:cNvSpPr>
            <p:nvPr userDrawn="1"/>
          </p:nvSpPr>
          <p:spPr bwMode="auto">
            <a:xfrm flipH="1">
              <a:off x="0" y="1536"/>
              <a:ext cx="1584" cy="2160"/>
            </a:xfrm>
            <a:prstGeom prst="line">
              <a:avLst/>
            </a:prstGeom>
            <a:noFill/>
            <a:ln w="9525">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US" sz="2400">
                <a:solidFill>
                  <a:srgbClr val="EAEAEA"/>
                </a:solidFill>
              </a:endParaRPr>
            </a:p>
          </p:txBody>
        </p:sp>
        <p:sp>
          <p:nvSpPr>
            <p:cNvPr id="7" name="Line 23"/>
            <p:cNvSpPr>
              <a:spLocks noChangeShapeType="1"/>
            </p:cNvSpPr>
            <p:nvPr userDrawn="1"/>
          </p:nvSpPr>
          <p:spPr bwMode="auto">
            <a:xfrm>
              <a:off x="4176" y="1392"/>
              <a:ext cx="1584" cy="1728"/>
            </a:xfrm>
            <a:prstGeom prst="line">
              <a:avLst/>
            </a:prstGeom>
            <a:noFill/>
            <a:ln w="9525">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US" sz="2400">
                <a:solidFill>
                  <a:srgbClr val="EAEAEA"/>
                </a:solidFill>
              </a:endParaRPr>
            </a:p>
          </p:txBody>
        </p:sp>
        <p:sp>
          <p:nvSpPr>
            <p:cNvPr id="8" name="Line 24"/>
            <p:cNvSpPr>
              <a:spLocks noChangeShapeType="1"/>
            </p:cNvSpPr>
            <p:nvPr userDrawn="1"/>
          </p:nvSpPr>
          <p:spPr bwMode="auto">
            <a:xfrm flipV="1">
              <a:off x="3216" y="0"/>
              <a:ext cx="240" cy="3120"/>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US" sz="2400">
                <a:solidFill>
                  <a:srgbClr val="EAEAEA"/>
                </a:solidFill>
              </a:endParaRPr>
            </a:p>
          </p:txBody>
        </p:sp>
      </p:grpSp>
      <p:sp>
        <p:nvSpPr>
          <p:cNvPr id="4121" name="Rectangle 25"/>
          <p:cNvSpPr>
            <a:spLocks noGrp="1" noChangeArrowheads="1"/>
          </p:cNvSpPr>
          <p:nvPr>
            <p:ph type="ctrTitle"/>
          </p:nvPr>
        </p:nvSpPr>
        <p:spPr>
          <a:xfrm>
            <a:off x="914400" y="2286000"/>
            <a:ext cx="10363200" cy="1143000"/>
          </a:xfrm>
        </p:spPr>
        <p:txBody>
          <a:bodyPr/>
          <a:lstStyle>
            <a:lvl1pPr>
              <a:defRPr/>
            </a:lvl1pPr>
          </a:lstStyle>
          <a:p>
            <a:pPr lvl="0"/>
            <a:r>
              <a:rPr lang="zh-CN" altLang="en-US" noProof="0"/>
              <a:t>单击此处编辑母版标题样式</a:t>
            </a:r>
          </a:p>
        </p:txBody>
      </p:sp>
      <p:sp>
        <p:nvSpPr>
          <p:cNvPr id="4122" name="Rectangle 26"/>
          <p:cNvSpPr>
            <a:spLocks noGrp="1" noChangeArrowheads="1"/>
          </p:cNvSpPr>
          <p:nvPr>
            <p:ph type="subTitle" idx="1"/>
          </p:nvPr>
        </p:nvSpPr>
        <p:spPr>
          <a:xfrm>
            <a:off x="1828800" y="3886200"/>
            <a:ext cx="8534400" cy="1752600"/>
          </a:xfrm>
        </p:spPr>
        <p:txBody>
          <a:bodyPr/>
          <a:lstStyle>
            <a:lvl1pPr marL="0" indent="0" algn="ctr">
              <a:buFontTx/>
              <a:buNone/>
              <a:defRPr/>
            </a:lvl1pPr>
          </a:lstStyle>
          <a:p>
            <a:pPr lvl="0"/>
            <a:r>
              <a:rPr lang="zh-CN" altLang="en-US" noProof="0"/>
              <a:t>单击此处编辑母版副标题样式</a:t>
            </a:r>
          </a:p>
        </p:txBody>
      </p:sp>
      <p:sp>
        <p:nvSpPr>
          <p:cNvPr id="27" name="Rectangle 27"/>
          <p:cNvSpPr>
            <a:spLocks noGrp="1" noChangeArrowheads="1"/>
          </p:cNvSpPr>
          <p:nvPr>
            <p:ph type="dt" sz="half" idx="10"/>
          </p:nvPr>
        </p:nvSpPr>
        <p:spPr/>
        <p:txBody>
          <a:bodyPr/>
          <a:lstStyle>
            <a:lvl1pPr>
              <a:defRPr b="0"/>
            </a:lvl1pPr>
          </a:lstStyle>
          <a:p>
            <a:pPr>
              <a:defRPr/>
            </a:pPr>
            <a:endParaRPr lang="en-US" altLang="zh-CN">
              <a:solidFill>
                <a:srgbClr val="EAEAEA"/>
              </a:solidFill>
            </a:endParaRPr>
          </a:p>
        </p:txBody>
      </p:sp>
      <p:sp>
        <p:nvSpPr>
          <p:cNvPr id="28" name="Rectangle 28"/>
          <p:cNvSpPr>
            <a:spLocks noGrp="1" noChangeArrowheads="1"/>
          </p:cNvSpPr>
          <p:nvPr>
            <p:ph type="ftr" sz="quarter" idx="11"/>
          </p:nvPr>
        </p:nvSpPr>
        <p:spPr/>
        <p:txBody>
          <a:bodyPr/>
          <a:lstStyle>
            <a:lvl1pPr>
              <a:defRPr b="0"/>
            </a:lvl1pPr>
          </a:lstStyle>
          <a:p>
            <a:pPr>
              <a:defRPr/>
            </a:pPr>
            <a:endParaRPr lang="en-US" altLang="zh-CN">
              <a:solidFill>
                <a:srgbClr val="EAEAEA"/>
              </a:solidFill>
            </a:endParaRPr>
          </a:p>
        </p:txBody>
      </p:sp>
      <p:sp>
        <p:nvSpPr>
          <p:cNvPr id="29" name="Rectangle 29"/>
          <p:cNvSpPr>
            <a:spLocks noGrp="1" noChangeArrowheads="1"/>
          </p:cNvSpPr>
          <p:nvPr>
            <p:ph type="sldNum" sz="quarter" idx="12"/>
          </p:nvPr>
        </p:nvSpPr>
        <p:spPr/>
        <p:txBody>
          <a:bodyPr/>
          <a:lstStyle>
            <a:lvl1pPr>
              <a:defRPr b="0"/>
            </a:lvl1pPr>
          </a:lstStyle>
          <a:p>
            <a:pPr>
              <a:defRPr/>
            </a:pPr>
            <a:fld id="{2444380D-CE3C-466F-8ACB-58988E8DC175}" type="slidenum">
              <a:rPr lang="en-US" altLang="zh-CN">
                <a:solidFill>
                  <a:srgbClr val="EAEAEA"/>
                </a:solidFill>
              </a:rPr>
              <a:pPr>
                <a:defRPr/>
              </a:pPr>
              <a:t>‹#›</a:t>
            </a:fld>
            <a:endParaRPr lang="en-US" altLang="zh-CN">
              <a:solidFill>
                <a:srgbClr val="EAEAEA"/>
              </a:solidFill>
            </a:endParaRPr>
          </a:p>
        </p:txBody>
      </p:sp>
    </p:spTree>
    <p:extLst>
      <p:ext uri="{BB962C8B-B14F-4D97-AF65-F5344CB8AC3E}">
        <p14:creationId xmlns:p14="http://schemas.microsoft.com/office/powerpoint/2010/main" val="1480499747"/>
      </p:ext>
    </p:extLst>
  </p:cSld>
  <p:clrMapOvr>
    <a:masterClrMapping/>
  </p:clrMapOvr>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Rectangle 23"/>
          <p:cNvSpPr>
            <a:spLocks noGrp="1" noChangeArrowheads="1"/>
          </p:cNvSpPr>
          <p:nvPr>
            <p:ph type="dt" sz="half" idx="10"/>
          </p:nvPr>
        </p:nvSpPr>
        <p:spPr>
          <a:ln/>
        </p:spPr>
        <p:txBody>
          <a:bodyPr/>
          <a:lstStyle>
            <a:lvl1pPr>
              <a:defRPr/>
            </a:lvl1pPr>
          </a:lstStyle>
          <a:p>
            <a:pPr>
              <a:defRPr/>
            </a:pPr>
            <a:endParaRPr lang="en-US" altLang="zh-CN">
              <a:solidFill>
                <a:srgbClr val="EAEAEA"/>
              </a:solidFill>
            </a:endParaRPr>
          </a:p>
        </p:txBody>
      </p:sp>
      <p:sp>
        <p:nvSpPr>
          <p:cNvPr id="5" name="Rectangle 24"/>
          <p:cNvSpPr>
            <a:spLocks noGrp="1" noChangeArrowheads="1"/>
          </p:cNvSpPr>
          <p:nvPr>
            <p:ph type="ftr" sz="quarter" idx="11"/>
          </p:nvPr>
        </p:nvSpPr>
        <p:spPr>
          <a:ln/>
        </p:spPr>
        <p:txBody>
          <a:bodyPr/>
          <a:lstStyle>
            <a:lvl1pPr>
              <a:defRPr/>
            </a:lvl1pPr>
          </a:lstStyle>
          <a:p>
            <a:pPr>
              <a:defRPr/>
            </a:pPr>
            <a:endParaRPr lang="en-US" altLang="zh-CN">
              <a:solidFill>
                <a:srgbClr val="EAEAEA"/>
              </a:solidFill>
            </a:endParaRPr>
          </a:p>
        </p:txBody>
      </p:sp>
      <p:sp>
        <p:nvSpPr>
          <p:cNvPr id="6" name="Rectangle 25"/>
          <p:cNvSpPr>
            <a:spLocks noGrp="1" noChangeArrowheads="1"/>
          </p:cNvSpPr>
          <p:nvPr>
            <p:ph type="sldNum" sz="quarter" idx="12"/>
          </p:nvPr>
        </p:nvSpPr>
        <p:spPr>
          <a:ln/>
        </p:spPr>
        <p:txBody>
          <a:bodyPr/>
          <a:lstStyle>
            <a:lvl1pPr>
              <a:defRPr/>
            </a:lvl1pPr>
          </a:lstStyle>
          <a:p>
            <a:pPr>
              <a:defRPr/>
            </a:pPr>
            <a:fld id="{C746A3E3-2291-4263-AF8F-BA2083405EA0}" type="slidenum">
              <a:rPr lang="en-US" altLang="zh-CN">
                <a:solidFill>
                  <a:srgbClr val="EAEAEA"/>
                </a:solidFill>
              </a:rPr>
              <a:pPr>
                <a:defRPr/>
              </a:pPr>
              <a:t>‹#›</a:t>
            </a:fld>
            <a:endParaRPr lang="en-US" altLang="zh-CN">
              <a:solidFill>
                <a:srgbClr val="EAEAEA"/>
              </a:solidFill>
            </a:endParaRPr>
          </a:p>
        </p:txBody>
      </p:sp>
    </p:spTree>
    <p:extLst>
      <p:ext uri="{BB962C8B-B14F-4D97-AF65-F5344CB8AC3E}">
        <p14:creationId xmlns:p14="http://schemas.microsoft.com/office/powerpoint/2010/main" val="259297546"/>
      </p:ext>
    </p:extLst>
  </p:cSld>
  <p:clrMapOvr>
    <a:masterClrMapping/>
  </p:clrMapOvr>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11"/>
            <a:ext cx="10363200" cy="1362075"/>
          </a:xfrm>
        </p:spPr>
        <p:txBody>
          <a:bodyPr anchor="t"/>
          <a:lstStyle>
            <a:lvl1pPr algn="l">
              <a:defRPr sz="4000" b="1" cap="all"/>
            </a:lvl1pPr>
          </a:lstStyle>
          <a:p>
            <a:r>
              <a:rPr lang="zh-CN" altLang="en-US"/>
              <a:t>单击此处编辑母版标题样式</a:t>
            </a:r>
            <a:endParaRPr 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23"/>
          <p:cNvSpPr>
            <a:spLocks noGrp="1" noChangeArrowheads="1"/>
          </p:cNvSpPr>
          <p:nvPr>
            <p:ph type="dt" sz="half" idx="10"/>
          </p:nvPr>
        </p:nvSpPr>
        <p:spPr>
          <a:ln/>
        </p:spPr>
        <p:txBody>
          <a:bodyPr/>
          <a:lstStyle>
            <a:lvl1pPr>
              <a:defRPr/>
            </a:lvl1pPr>
          </a:lstStyle>
          <a:p>
            <a:pPr>
              <a:defRPr/>
            </a:pPr>
            <a:endParaRPr lang="en-US" altLang="zh-CN">
              <a:solidFill>
                <a:srgbClr val="EAEAEA"/>
              </a:solidFill>
            </a:endParaRPr>
          </a:p>
        </p:txBody>
      </p:sp>
      <p:sp>
        <p:nvSpPr>
          <p:cNvPr id="5" name="Rectangle 24"/>
          <p:cNvSpPr>
            <a:spLocks noGrp="1" noChangeArrowheads="1"/>
          </p:cNvSpPr>
          <p:nvPr>
            <p:ph type="ftr" sz="quarter" idx="11"/>
          </p:nvPr>
        </p:nvSpPr>
        <p:spPr>
          <a:ln/>
        </p:spPr>
        <p:txBody>
          <a:bodyPr/>
          <a:lstStyle>
            <a:lvl1pPr>
              <a:defRPr/>
            </a:lvl1pPr>
          </a:lstStyle>
          <a:p>
            <a:pPr>
              <a:defRPr/>
            </a:pPr>
            <a:endParaRPr lang="en-US" altLang="zh-CN">
              <a:solidFill>
                <a:srgbClr val="EAEAEA"/>
              </a:solidFill>
            </a:endParaRPr>
          </a:p>
        </p:txBody>
      </p:sp>
      <p:sp>
        <p:nvSpPr>
          <p:cNvPr id="6" name="Rectangle 25"/>
          <p:cNvSpPr>
            <a:spLocks noGrp="1" noChangeArrowheads="1"/>
          </p:cNvSpPr>
          <p:nvPr>
            <p:ph type="sldNum" sz="quarter" idx="12"/>
          </p:nvPr>
        </p:nvSpPr>
        <p:spPr>
          <a:ln/>
        </p:spPr>
        <p:txBody>
          <a:bodyPr/>
          <a:lstStyle>
            <a:lvl1pPr>
              <a:defRPr/>
            </a:lvl1pPr>
          </a:lstStyle>
          <a:p>
            <a:pPr>
              <a:defRPr/>
            </a:pPr>
            <a:fld id="{B7B58009-C076-4694-A5DD-95CAF5AFE0BE}" type="slidenum">
              <a:rPr lang="en-US" altLang="zh-CN">
                <a:solidFill>
                  <a:srgbClr val="EAEAEA"/>
                </a:solidFill>
              </a:rPr>
              <a:pPr>
                <a:defRPr/>
              </a:pPr>
              <a:t>‹#›</a:t>
            </a:fld>
            <a:endParaRPr lang="en-US" altLang="zh-CN">
              <a:solidFill>
                <a:srgbClr val="EAEAEA"/>
              </a:solidFill>
            </a:endParaRPr>
          </a:p>
        </p:txBody>
      </p:sp>
    </p:spTree>
    <p:extLst>
      <p:ext uri="{BB962C8B-B14F-4D97-AF65-F5344CB8AC3E}">
        <p14:creationId xmlns:p14="http://schemas.microsoft.com/office/powerpoint/2010/main" val="2791126668"/>
      </p:ext>
    </p:extLst>
  </p:cSld>
  <p:clrMapOvr>
    <a:masterClrMapping/>
  </p:clrMapOvr>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sz="half" idx="1"/>
          </p:nvPr>
        </p:nvSpPr>
        <p:spPr>
          <a:xfrm>
            <a:off x="9144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内容占位符 3"/>
          <p:cNvSpPr>
            <a:spLocks noGrp="1"/>
          </p:cNvSpPr>
          <p:nvPr>
            <p:ph sz="half" idx="2"/>
          </p:nvPr>
        </p:nvSpPr>
        <p:spPr>
          <a:xfrm>
            <a:off x="61976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Rectangle 23"/>
          <p:cNvSpPr>
            <a:spLocks noGrp="1" noChangeArrowheads="1"/>
          </p:cNvSpPr>
          <p:nvPr>
            <p:ph type="dt" sz="half" idx="10"/>
          </p:nvPr>
        </p:nvSpPr>
        <p:spPr>
          <a:ln/>
        </p:spPr>
        <p:txBody>
          <a:bodyPr/>
          <a:lstStyle>
            <a:lvl1pPr>
              <a:defRPr/>
            </a:lvl1pPr>
          </a:lstStyle>
          <a:p>
            <a:pPr>
              <a:defRPr/>
            </a:pPr>
            <a:endParaRPr lang="en-US" altLang="zh-CN">
              <a:solidFill>
                <a:srgbClr val="EAEAEA"/>
              </a:solidFill>
            </a:endParaRPr>
          </a:p>
        </p:txBody>
      </p:sp>
      <p:sp>
        <p:nvSpPr>
          <p:cNvPr id="6" name="Rectangle 24"/>
          <p:cNvSpPr>
            <a:spLocks noGrp="1" noChangeArrowheads="1"/>
          </p:cNvSpPr>
          <p:nvPr>
            <p:ph type="ftr" sz="quarter" idx="11"/>
          </p:nvPr>
        </p:nvSpPr>
        <p:spPr>
          <a:ln/>
        </p:spPr>
        <p:txBody>
          <a:bodyPr/>
          <a:lstStyle>
            <a:lvl1pPr>
              <a:defRPr/>
            </a:lvl1pPr>
          </a:lstStyle>
          <a:p>
            <a:pPr>
              <a:defRPr/>
            </a:pPr>
            <a:endParaRPr lang="en-US" altLang="zh-CN">
              <a:solidFill>
                <a:srgbClr val="EAEAEA"/>
              </a:solidFill>
            </a:endParaRPr>
          </a:p>
        </p:txBody>
      </p:sp>
      <p:sp>
        <p:nvSpPr>
          <p:cNvPr id="7" name="Rectangle 25"/>
          <p:cNvSpPr>
            <a:spLocks noGrp="1" noChangeArrowheads="1"/>
          </p:cNvSpPr>
          <p:nvPr>
            <p:ph type="sldNum" sz="quarter" idx="12"/>
          </p:nvPr>
        </p:nvSpPr>
        <p:spPr>
          <a:ln/>
        </p:spPr>
        <p:txBody>
          <a:bodyPr/>
          <a:lstStyle>
            <a:lvl1pPr>
              <a:defRPr/>
            </a:lvl1pPr>
          </a:lstStyle>
          <a:p>
            <a:pPr>
              <a:defRPr/>
            </a:pPr>
            <a:fld id="{F269AA5F-A685-4D64-A52C-E106F6D867F5}" type="slidenum">
              <a:rPr lang="en-US" altLang="zh-CN">
                <a:solidFill>
                  <a:srgbClr val="EAEAEA"/>
                </a:solidFill>
              </a:rPr>
              <a:pPr>
                <a:defRPr/>
              </a:pPr>
              <a:t>‹#›</a:t>
            </a:fld>
            <a:endParaRPr lang="en-US" altLang="zh-CN">
              <a:solidFill>
                <a:srgbClr val="EAEAEA"/>
              </a:solidFill>
            </a:endParaRPr>
          </a:p>
        </p:txBody>
      </p:sp>
    </p:spTree>
    <p:extLst>
      <p:ext uri="{BB962C8B-B14F-4D97-AF65-F5344CB8AC3E}">
        <p14:creationId xmlns:p14="http://schemas.microsoft.com/office/powerpoint/2010/main" val="3098241599"/>
      </p:ext>
    </p:extLst>
  </p:cSld>
  <p:clrMapOvr>
    <a:masterClrMapping/>
  </p:clrMapOvr>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文本占位符 4"/>
          <p:cNvSpPr>
            <a:spLocks noGrp="1"/>
          </p:cNvSpPr>
          <p:nvPr>
            <p:ph type="body" sz="quarter" idx="3"/>
          </p:nvPr>
        </p:nvSpPr>
        <p:spPr>
          <a:xfrm>
            <a:off x="6193374"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74"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Rectangle 23"/>
          <p:cNvSpPr>
            <a:spLocks noGrp="1" noChangeArrowheads="1"/>
          </p:cNvSpPr>
          <p:nvPr>
            <p:ph type="dt" sz="half" idx="10"/>
          </p:nvPr>
        </p:nvSpPr>
        <p:spPr>
          <a:ln/>
        </p:spPr>
        <p:txBody>
          <a:bodyPr/>
          <a:lstStyle>
            <a:lvl1pPr>
              <a:defRPr/>
            </a:lvl1pPr>
          </a:lstStyle>
          <a:p>
            <a:pPr>
              <a:defRPr/>
            </a:pPr>
            <a:endParaRPr lang="en-US" altLang="zh-CN">
              <a:solidFill>
                <a:srgbClr val="EAEAEA"/>
              </a:solidFill>
            </a:endParaRPr>
          </a:p>
        </p:txBody>
      </p:sp>
      <p:sp>
        <p:nvSpPr>
          <p:cNvPr id="8" name="Rectangle 24"/>
          <p:cNvSpPr>
            <a:spLocks noGrp="1" noChangeArrowheads="1"/>
          </p:cNvSpPr>
          <p:nvPr>
            <p:ph type="ftr" sz="quarter" idx="11"/>
          </p:nvPr>
        </p:nvSpPr>
        <p:spPr>
          <a:ln/>
        </p:spPr>
        <p:txBody>
          <a:bodyPr/>
          <a:lstStyle>
            <a:lvl1pPr>
              <a:defRPr/>
            </a:lvl1pPr>
          </a:lstStyle>
          <a:p>
            <a:pPr>
              <a:defRPr/>
            </a:pPr>
            <a:endParaRPr lang="en-US" altLang="zh-CN">
              <a:solidFill>
                <a:srgbClr val="EAEAEA"/>
              </a:solidFill>
            </a:endParaRPr>
          </a:p>
        </p:txBody>
      </p:sp>
      <p:sp>
        <p:nvSpPr>
          <p:cNvPr id="9" name="Rectangle 25"/>
          <p:cNvSpPr>
            <a:spLocks noGrp="1" noChangeArrowheads="1"/>
          </p:cNvSpPr>
          <p:nvPr>
            <p:ph type="sldNum" sz="quarter" idx="12"/>
          </p:nvPr>
        </p:nvSpPr>
        <p:spPr>
          <a:ln/>
        </p:spPr>
        <p:txBody>
          <a:bodyPr/>
          <a:lstStyle>
            <a:lvl1pPr>
              <a:defRPr/>
            </a:lvl1pPr>
          </a:lstStyle>
          <a:p>
            <a:pPr>
              <a:defRPr/>
            </a:pPr>
            <a:fld id="{2F90E377-A068-487A-A974-27F154D13F4E}" type="slidenum">
              <a:rPr lang="en-US" altLang="zh-CN">
                <a:solidFill>
                  <a:srgbClr val="EAEAEA"/>
                </a:solidFill>
              </a:rPr>
              <a:pPr>
                <a:defRPr/>
              </a:pPr>
              <a:t>‹#›</a:t>
            </a:fld>
            <a:endParaRPr lang="en-US" altLang="zh-CN">
              <a:solidFill>
                <a:srgbClr val="EAEAEA"/>
              </a:solidFill>
            </a:endParaRPr>
          </a:p>
        </p:txBody>
      </p:sp>
    </p:spTree>
    <p:extLst>
      <p:ext uri="{BB962C8B-B14F-4D97-AF65-F5344CB8AC3E}">
        <p14:creationId xmlns:p14="http://schemas.microsoft.com/office/powerpoint/2010/main" val="3108806630"/>
      </p:ext>
    </p:extLst>
  </p:cSld>
  <p:clrMapOvr>
    <a:masterClrMapping/>
  </p:clrMapOvr>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Rectangle 23"/>
          <p:cNvSpPr>
            <a:spLocks noGrp="1" noChangeArrowheads="1"/>
          </p:cNvSpPr>
          <p:nvPr>
            <p:ph type="dt" sz="half" idx="10"/>
          </p:nvPr>
        </p:nvSpPr>
        <p:spPr>
          <a:ln/>
        </p:spPr>
        <p:txBody>
          <a:bodyPr/>
          <a:lstStyle>
            <a:lvl1pPr>
              <a:defRPr/>
            </a:lvl1pPr>
          </a:lstStyle>
          <a:p>
            <a:pPr>
              <a:defRPr/>
            </a:pPr>
            <a:endParaRPr lang="en-US" altLang="zh-CN">
              <a:solidFill>
                <a:srgbClr val="EAEAEA"/>
              </a:solidFill>
            </a:endParaRPr>
          </a:p>
        </p:txBody>
      </p:sp>
      <p:sp>
        <p:nvSpPr>
          <p:cNvPr id="4" name="Rectangle 24"/>
          <p:cNvSpPr>
            <a:spLocks noGrp="1" noChangeArrowheads="1"/>
          </p:cNvSpPr>
          <p:nvPr>
            <p:ph type="ftr" sz="quarter" idx="11"/>
          </p:nvPr>
        </p:nvSpPr>
        <p:spPr>
          <a:ln/>
        </p:spPr>
        <p:txBody>
          <a:bodyPr/>
          <a:lstStyle>
            <a:lvl1pPr>
              <a:defRPr/>
            </a:lvl1pPr>
          </a:lstStyle>
          <a:p>
            <a:pPr>
              <a:defRPr/>
            </a:pPr>
            <a:endParaRPr lang="en-US" altLang="zh-CN">
              <a:solidFill>
                <a:srgbClr val="EAEAEA"/>
              </a:solidFill>
            </a:endParaRPr>
          </a:p>
        </p:txBody>
      </p:sp>
      <p:sp>
        <p:nvSpPr>
          <p:cNvPr id="5" name="Rectangle 25"/>
          <p:cNvSpPr>
            <a:spLocks noGrp="1" noChangeArrowheads="1"/>
          </p:cNvSpPr>
          <p:nvPr>
            <p:ph type="sldNum" sz="quarter" idx="12"/>
          </p:nvPr>
        </p:nvSpPr>
        <p:spPr>
          <a:ln/>
        </p:spPr>
        <p:txBody>
          <a:bodyPr/>
          <a:lstStyle>
            <a:lvl1pPr>
              <a:defRPr/>
            </a:lvl1pPr>
          </a:lstStyle>
          <a:p>
            <a:pPr>
              <a:defRPr/>
            </a:pPr>
            <a:fld id="{F29BF9D9-2062-4266-B0A5-54B362F2082A}" type="slidenum">
              <a:rPr lang="en-US" altLang="zh-CN">
                <a:solidFill>
                  <a:srgbClr val="EAEAEA"/>
                </a:solidFill>
              </a:rPr>
              <a:pPr>
                <a:defRPr/>
              </a:pPr>
              <a:t>‹#›</a:t>
            </a:fld>
            <a:endParaRPr lang="en-US" altLang="zh-CN">
              <a:solidFill>
                <a:srgbClr val="EAEAEA"/>
              </a:solidFill>
            </a:endParaRPr>
          </a:p>
        </p:txBody>
      </p:sp>
    </p:spTree>
    <p:extLst>
      <p:ext uri="{BB962C8B-B14F-4D97-AF65-F5344CB8AC3E}">
        <p14:creationId xmlns:p14="http://schemas.microsoft.com/office/powerpoint/2010/main" val="810762828"/>
      </p:ext>
    </p:extLst>
  </p:cSld>
  <p:clrMapOvr>
    <a:masterClrMapping/>
  </p:clrMapOvr>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3"/>
          <p:cNvSpPr>
            <a:spLocks noGrp="1" noChangeArrowheads="1"/>
          </p:cNvSpPr>
          <p:nvPr>
            <p:ph type="dt" sz="half" idx="10"/>
          </p:nvPr>
        </p:nvSpPr>
        <p:spPr>
          <a:ln/>
        </p:spPr>
        <p:txBody>
          <a:bodyPr/>
          <a:lstStyle>
            <a:lvl1pPr>
              <a:defRPr/>
            </a:lvl1pPr>
          </a:lstStyle>
          <a:p>
            <a:pPr>
              <a:defRPr/>
            </a:pPr>
            <a:endParaRPr lang="en-US" altLang="zh-CN">
              <a:solidFill>
                <a:srgbClr val="EAEAEA"/>
              </a:solidFill>
            </a:endParaRPr>
          </a:p>
        </p:txBody>
      </p:sp>
      <p:sp>
        <p:nvSpPr>
          <p:cNvPr id="3" name="Rectangle 24"/>
          <p:cNvSpPr>
            <a:spLocks noGrp="1" noChangeArrowheads="1"/>
          </p:cNvSpPr>
          <p:nvPr>
            <p:ph type="ftr" sz="quarter" idx="11"/>
          </p:nvPr>
        </p:nvSpPr>
        <p:spPr>
          <a:ln/>
        </p:spPr>
        <p:txBody>
          <a:bodyPr/>
          <a:lstStyle>
            <a:lvl1pPr>
              <a:defRPr/>
            </a:lvl1pPr>
          </a:lstStyle>
          <a:p>
            <a:pPr>
              <a:defRPr/>
            </a:pPr>
            <a:endParaRPr lang="en-US" altLang="zh-CN">
              <a:solidFill>
                <a:srgbClr val="EAEAEA"/>
              </a:solidFill>
            </a:endParaRPr>
          </a:p>
        </p:txBody>
      </p:sp>
      <p:sp>
        <p:nvSpPr>
          <p:cNvPr id="4" name="Rectangle 25"/>
          <p:cNvSpPr>
            <a:spLocks noGrp="1" noChangeArrowheads="1"/>
          </p:cNvSpPr>
          <p:nvPr>
            <p:ph type="sldNum" sz="quarter" idx="12"/>
          </p:nvPr>
        </p:nvSpPr>
        <p:spPr>
          <a:ln/>
        </p:spPr>
        <p:txBody>
          <a:bodyPr/>
          <a:lstStyle>
            <a:lvl1pPr>
              <a:defRPr/>
            </a:lvl1pPr>
          </a:lstStyle>
          <a:p>
            <a:pPr>
              <a:defRPr/>
            </a:pPr>
            <a:fld id="{F0E13F64-1054-4BBA-ABED-4B647EBE6456}" type="slidenum">
              <a:rPr lang="en-US" altLang="zh-CN">
                <a:solidFill>
                  <a:srgbClr val="EAEAEA"/>
                </a:solidFill>
              </a:rPr>
              <a:pPr>
                <a:defRPr/>
              </a:pPr>
              <a:t>‹#›</a:t>
            </a:fld>
            <a:endParaRPr lang="en-US" altLang="zh-CN">
              <a:solidFill>
                <a:srgbClr val="EAEAEA"/>
              </a:solidFill>
            </a:endParaRPr>
          </a:p>
        </p:txBody>
      </p:sp>
    </p:spTree>
    <p:extLst>
      <p:ext uri="{BB962C8B-B14F-4D97-AF65-F5344CB8AC3E}">
        <p14:creationId xmlns:p14="http://schemas.microsoft.com/office/powerpoint/2010/main" val="4110077772"/>
      </p:ext>
    </p:extLst>
  </p:cSld>
  <p:clrMapOvr>
    <a:masterClrMapping/>
  </p:clrMapOvr>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3" y="273050"/>
            <a:ext cx="4011084" cy="1162050"/>
          </a:xfrm>
        </p:spPr>
        <p:txBody>
          <a:bodyPr anchor="b"/>
          <a:lstStyle>
            <a:lvl1pPr algn="l">
              <a:defRPr sz="2000" b="1"/>
            </a:lvl1pPr>
          </a:lstStyle>
          <a:p>
            <a:r>
              <a:rPr lang="zh-CN" altLang="en-US"/>
              <a:t>单击此处编辑母版标题样式</a:t>
            </a:r>
            <a:endParaRPr lang="en-US"/>
          </a:p>
        </p:txBody>
      </p:sp>
      <p:sp>
        <p:nvSpPr>
          <p:cNvPr id="3" name="内容占位符 2"/>
          <p:cNvSpPr>
            <a:spLocks noGrp="1"/>
          </p:cNvSpPr>
          <p:nvPr>
            <p:ph idx="1"/>
          </p:nvPr>
        </p:nvSpPr>
        <p:spPr>
          <a:xfrm>
            <a:off x="4766733" y="27306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文本占位符 3"/>
          <p:cNvSpPr>
            <a:spLocks noGrp="1"/>
          </p:cNvSpPr>
          <p:nvPr>
            <p:ph type="body" sz="half" idx="2"/>
          </p:nvPr>
        </p:nvSpPr>
        <p:spPr>
          <a:xfrm>
            <a:off x="609603"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3"/>
          <p:cNvSpPr>
            <a:spLocks noGrp="1" noChangeArrowheads="1"/>
          </p:cNvSpPr>
          <p:nvPr>
            <p:ph type="dt" sz="half" idx="10"/>
          </p:nvPr>
        </p:nvSpPr>
        <p:spPr>
          <a:ln/>
        </p:spPr>
        <p:txBody>
          <a:bodyPr/>
          <a:lstStyle>
            <a:lvl1pPr>
              <a:defRPr/>
            </a:lvl1pPr>
          </a:lstStyle>
          <a:p>
            <a:pPr>
              <a:defRPr/>
            </a:pPr>
            <a:endParaRPr lang="en-US" altLang="zh-CN">
              <a:solidFill>
                <a:srgbClr val="EAEAEA"/>
              </a:solidFill>
            </a:endParaRPr>
          </a:p>
        </p:txBody>
      </p:sp>
      <p:sp>
        <p:nvSpPr>
          <p:cNvPr id="6" name="Rectangle 24"/>
          <p:cNvSpPr>
            <a:spLocks noGrp="1" noChangeArrowheads="1"/>
          </p:cNvSpPr>
          <p:nvPr>
            <p:ph type="ftr" sz="quarter" idx="11"/>
          </p:nvPr>
        </p:nvSpPr>
        <p:spPr>
          <a:ln/>
        </p:spPr>
        <p:txBody>
          <a:bodyPr/>
          <a:lstStyle>
            <a:lvl1pPr>
              <a:defRPr/>
            </a:lvl1pPr>
          </a:lstStyle>
          <a:p>
            <a:pPr>
              <a:defRPr/>
            </a:pPr>
            <a:endParaRPr lang="en-US" altLang="zh-CN">
              <a:solidFill>
                <a:srgbClr val="EAEAEA"/>
              </a:solidFill>
            </a:endParaRPr>
          </a:p>
        </p:txBody>
      </p:sp>
      <p:sp>
        <p:nvSpPr>
          <p:cNvPr id="7" name="Rectangle 25"/>
          <p:cNvSpPr>
            <a:spLocks noGrp="1" noChangeArrowheads="1"/>
          </p:cNvSpPr>
          <p:nvPr>
            <p:ph type="sldNum" sz="quarter" idx="12"/>
          </p:nvPr>
        </p:nvSpPr>
        <p:spPr>
          <a:ln/>
        </p:spPr>
        <p:txBody>
          <a:bodyPr/>
          <a:lstStyle>
            <a:lvl1pPr>
              <a:defRPr/>
            </a:lvl1pPr>
          </a:lstStyle>
          <a:p>
            <a:pPr>
              <a:defRPr/>
            </a:pPr>
            <a:fld id="{5C18A8C9-BFA1-4AF1-ACC5-129F5702284B}" type="slidenum">
              <a:rPr lang="en-US" altLang="zh-CN">
                <a:solidFill>
                  <a:srgbClr val="EAEAEA"/>
                </a:solidFill>
              </a:rPr>
              <a:pPr>
                <a:defRPr/>
              </a:pPr>
              <a:t>‹#›</a:t>
            </a:fld>
            <a:endParaRPr lang="en-US" altLang="zh-CN">
              <a:solidFill>
                <a:srgbClr val="EAEAEA"/>
              </a:solidFill>
            </a:endParaRPr>
          </a:p>
        </p:txBody>
      </p:sp>
    </p:spTree>
    <p:extLst>
      <p:ext uri="{BB962C8B-B14F-4D97-AF65-F5344CB8AC3E}">
        <p14:creationId xmlns:p14="http://schemas.microsoft.com/office/powerpoint/2010/main" val="1706385819"/>
      </p:ext>
    </p:extLst>
  </p:cSld>
  <p:clrMapOvr>
    <a:masterClrMapping/>
  </p:clrMapOvr>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endParaRPr 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3"/>
          <p:cNvSpPr>
            <a:spLocks noGrp="1" noChangeArrowheads="1"/>
          </p:cNvSpPr>
          <p:nvPr>
            <p:ph type="dt" sz="half" idx="10"/>
          </p:nvPr>
        </p:nvSpPr>
        <p:spPr>
          <a:ln/>
        </p:spPr>
        <p:txBody>
          <a:bodyPr/>
          <a:lstStyle>
            <a:lvl1pPr>
              <a:defRPr/>
            </a:lvl1pPr>
          </a:lstStyle>
          <a:p>
            <a:pPr>
              <a:defRPr/>
            </a:pPr>
            <a:endParaRPr lang="en-US" altLang="zh-CN">
              <a:solidFill>
                <a:srgbClr val="EAEAEA"/>
              </a:solidFill>
            </a:endParaRPr>
          </a:p>
        </p:txBody>
      </p:sp>
      <p:sp>
        <p:nvSpPr>
          <p:cNvPr id="6" name="Rectangle 24"/>
          <p:cNvSpPr>
            <a:spLocks noGrp="1" noChangeArrowheads="1"/>
          </p:cNvSpPr>
          <p:nvPr>
            <p:ph type="ftr" sz="quarter" idx="11"/>
          </p:nvPr>
        </p:nvSpPr>
        <p:spPr>
          <a:ln/>
        </p:spPr>
        <p:txBody>
          <a:bodyPr/>
          <a:lstStyle>
            <a:lvl1pPr>
              <a:defRPr/>
            </a:lvl1pPr>
          </a:lstStyle>
          <a:p>
            <a:pPr>
              <a:defRPr/>
            </a:pPr>
            <a:endParaRPr lang="en-US" altLang="zh-CN">
              <a:solidFill>
                <a:srgbClr val="EAEAEA"/>
              </a:solidFill>
            </a:endParaRPr>
          </a:p>
        </p:txBody>
      </p:sp>
      <p:sp>
        <p:nvSpPr>
          <p:cNvPr id="7" name="Rectangle 25"/>
          <p:cNvSpPr>
            <a:spLocks noGrp="1" noChangeArrowheads="1"/>
          </p:cNvSpPr>
          <p:nvPr>
            <p:ph type="sldNum" sz="quarter" idx="12"/>
          </p:nvPr>
        </p:nvSpPr>
        <p:spPr>
          <a:ln/>
        </p:spPr>
        <p:txBody>
          <a:bodyPr/>
          <a:lstStyle>
            <a:lvl1pPr>
              <a:defRPr/>
            </a:lvl1pPr>
          </a:lstStyle>
          <a:p>
            <a:pPr>
              <a:defRPr/>
            </a:pPr>
            <a:fld id="{48397AD9-7974-462C-8D49-83187E1A7C06}" type="slidenum">
              <a:rPr lang="en-US" altLang="zh-CN">
                <a:solidFill>
                  <a:srgbClr val="EAEAEA"/>
                </a:solidFill>
              </a:rPr>
              <a:pPr>
                <a:defRPr/>
              </a:pPr>
              <a:t>‹#›</a:t>
            </a:fld>
            <a:endParaRPr lang="en-US" altLang="zh-CN">
              <a:solidFill>
                <a:srgbClr val="EAEAEA"/>
              </a:solidFill>
            </a:endParaRPr>
          </a:p>
        </p:txBody>
      </p:sp>
    </p:spTree>
    <p:extLst>
      <p:ext uri="{BB962C8B-B14F-4D97-AF65-F5344CB8AC3E}">
        <p14:creationId xmlns:p14="http://schemas.microsoft.com/office/powerpoint/2010/main" val="3490421433"/>
      </p:ext>
    </p:extLst>
  </p:cSld>
  <p:clrMapOvr>
    <a:masterClrMapping/>
  </p:clrMapOvr>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Rectangle 23"/>
          <p:cNvSpPr>
            <a:spLocks noGrp="1" noChangeArrowheads="1"/>
          </p:cNvSpPr>
          <p:nvPr>
            <p:ph type="dt" sz="half" idx="10"/>
          </p:nvPr>
        </p:nvSpPr>
        <p:spPr>
          <a:ln/>
        </p:spPr>
        <p:txBody>
          <a:bodyPr/>
          <a:lstStyle>
            <a:lvl1pPr>
              <a:defRPr/>
            </a:lvl1pPr>
          </a:lstStyle>
          <a:p>
            <a:pPr>
              <a:defRPr/>
            </a:pPr>
            <a:endParaRPr lang="en-US" altLang="zh-CN">
              <a:solidFill>
                <a:srgbClr val="EAEAEA"/>
              </a:solidFill>
            </a:endParaRPr>
          </a:p>
        </p:txBody>
      </p:sp>
      <p:sp>
        <p:nvSpPr>
          <p:cNvPr id="5" name="Rectangle 24"/>
          <p:cNvSpPr>
            <a:spLocks noGrp="1" noChangeArrowheads="1"/>
          </p:cNvSpPr>
          <p:nvPr>
            <p:ph type="ftr" sz="quarter" idx="11"/>
          </p:nvPr>
        </p:nvSpPr>
        <p:spPr>
          <a:ln/>
        </p:spPr>
        <p:txBody>
          <a:bodyPr/>
          <a:lstStyle>
            <a:lvl1pPr>
              <a:defRPr/>
            </a:lvl1pPr>
          </a:lstStyle>
          <a:p>
            <a:pPr>
              <a:defRPr/>
            </a:pPr>
            <a:endParaRPr lang="en-US" altLang="zh-CN">
              <a:solidFill>
                <a:srgbClr val="EAEAEA"/>
              </a:solidFill>
            </a:endParaRPr>
          </a:p>
        </p:txBody>
      </p:sp>
      <p:sp>
        <p:nvSpPr>
          <p:cNvPr id="6" name="Rectangle 25"/>
          <p:cNvSpPr>
            <a:spLocks noGrp="1" noChangeArrowheads="1"/>
          </p:cNvSpPr>
          <p:nvPr>
            <p:ph type="sldNum" sz="quarter" idx="12"/>
          </p:nvPr>
        </p:nvSpPr>
        <p:spPr>
          <a:ln/>
        </p:spPr>
        <p:txBody>
          <a:bodyPr/>
          <a:lstStyle>
            <a:lvl1pPr>
              <a:defRPr/>
            </a:lvl1pPr>
          </a:lstStyle>
          <a:p>
            <a:pPr>
              <a:defRPr/>
            </a:pPr>
            <a:fld id="{E73A9F94-2018-4ED9-8A5F-1D62FBDBB83E}" type="slidenum">
              <a:rPr lang="en-US" altLang="zh-CN">
                <a:solidFill>
                  <a:srgbClr val="EAEAEA"/>
                </a:solidFill>
              </a:rPr>
              <a:pPr>
                <a:defRPr/>
              </a:pPr>
              <a:t>‹#›</a:t>
            </a:fld>
            <a:endParaRPr lang="en-US" altLang="zh-CN">
              <a:solidFill>
                <a:srgbClr val="EAEAEA"/>
              </a:solidFill>
            </a:endParaRPr>
          </a:p>
        </p:txBody>
      </p:sp>
    </p:spTree>
    <p:extLst>
      <p:ext uri="{BB962C8B-B14F-4D97-AF65-F5344CB8AC3E}">
        <p14:creationId xmlns:p14="http://schemas.microsoft.com/office/powerpoint/2010/main" val="1759897803"/>
      </p:ext>
    </p:extLst>
  </p:cSld>
  <p:clrMapOvr>
    <a:masterClrMapping/>
  </p:clrMapOvr>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686800" y="609600"/>
            <a:ext cx="2590800" cy="5486400"/>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914400" y="609600"/>
            <a:ext cx="75692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Rectangle 23"/>
          <p:cNvSpPr>
            <a:spLocks noGrp="1" noChangeArrowheads="1"/>
          </p:cNvSpPr>
          <p:nvPr>
            <p:ph type="dt" sz="half" idx="10"/>
          </p:nvPr>
        </p:nvSpPr>
        <p:spPr>
          <a:ln/>
        </p:spPr>
        <p:txBody>
          <a:bodyPr/>
          <a:lstStyle>
            <a:lvl1pPr>
              <a:defRPr/>
            </a:lvl1pPr>
          </a:lstStyle>
          <a:p>
            <a:pPr>
              <a:defRPr/>
            </a:pPr>
            <a:endParaRPr lang="en-US" altLang="zh-CN">
              <a:solidFill>
                <a:srgbClr val="EAEAEA"/>
              </a:solidFill>
            </a:endParaRPr>
          </a:p>
        </p:txBody>
      </p:sp>
      <p:sp>
        <p:nvSpPr>
          <p:cNvPr id="5" name="Rectangle 24"/>
          <p:cNvSpPr>
            <a:spLocks noGrp="1" noChangeArrowheads="1"/>
          </p:cNvSpPr>
          <p:nvPr>
            <p:ph type="ftr" sz="quarter" idx="11"/>
          </p:nvPr>
        </p:nvSpPr>
        <p:spPr>
          <a:ln/>
        </p:spPr>
        <p:txBody>
          <a:bodyPr/>
          <a:lstStyle>
            <a:lvl1pPr>
              <a:defRPr/>
            </a:lvl1pPr>
          </a:lstStyle>
          <a:p>
            <a:pPr>
              <a:defRPr/>
            </a:pPr>
            <a:endParaRPr lang="en-US" altLang="zh-CN">
              <a:solidFill>
                <a:srgbClr val="EAEAEA"/>
              </a:solidFill>
            </a:endParaRPr>
          </a:p>
        </p:txBody>
      </p:sp>
      <p:sp>
        <p:nvSpPr>
          <p:cNvPr id="6" name="Rectangle 25"/>
          <p:cNvSpPr>
            <a:spLocks noGrp="1" noChangeArrowheads="1"/>
          </p:cNvSpPr>
          <p:nvPr>
            <p:ph type="sldNum" sz="quarter" idx="12"/>
          </p:nvPr>
        </p:nvSpPr>
        <p:spPr>
          <a:ln/>
        </p:spPr>
        <p:txBody>
          <a:bodyPr/>
          <a:lstStyle>
            <a:lvl1pPr>
              <a:defRPr/>
            </a:lvl1pPr>
          </a:lstStyle>
          <a:p>
            <a:pPr>
              <a:defRPr/>
            </a:pPr>
            <a:fld id="{DCECFCB9-9FDC-45B4-8EC1-1E4A36DAF722}" type="slidenum">
              <a:rPr lang="en-US" altLang="zh-CN">
                <a:solidFill>
                  <a:srgbClr val="EAEAEA"/>
                </a:solidFill>
              </a:rPr>
              <a:pPr>
                <a:defRPr/>
              </a:pPr>
              <a:t>‹#›</a:t>
            </a:fld>
            <a:endParaRPr lang="en-US" altLang="zh-CN">
              <a:solidFill>
                <a:srgbClr val="EAEAEA"/>
              </a:solidFill>
            </a:endParaRPr>
          </a:p>
        </p:txBody>
      </p:sp>
    </p:spTree>
    <p:extLst>
      <p:ext uri="{BB962C8B-B14F-4D97-AF65-F5344CB8AC3E}">
        <p14:creationId xmlns:p14="http://schemas.microsoft.com/office/powerpoint/2010/main" val="3538588700"/>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4.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ags" Target="../tags/tag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ags" Target="../tags/tag2.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theme" Target="../theme/theme2.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image" Target="../media/image4.png"/><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theme" Target="../theme/theme3.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0.xml"/><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theme" Target="../theme/theme4.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0" Type="http://schemas.openxmlformats.org/officeDocument/2006/relationships/slideLayout" Target="../slideLayouts/slideLayout42.xml"/><Relationship Id="rId4" Type="http://schemas.openxmlformats.org/officeDocument/2006/relationships/slideLayout" Target="../slideLayouts/slideLayout36.xml"/><Relationship Id="rId9" Type="http://schemas.openxmlformats.org/officeDocument/2006/relationships/slideLayout" Target="../slideLayouts/slideLayout41.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1.xml"/><Relationship Id="rId3" Type="http://schemas.openxmlformats.org/officeDocument/2006/relationships/slideLayout" Target="../slideLayouts/slideLayout46.xml"/><Relationship Id="rId7" Type="http://schemas.openxmlformats.org/officeDocument/2006/relationships/slideLayout" Target="../slideLayouts/slideLayout50.xml"/><Relationship Id="rId12" Type="http://schemas.openxmlformats.org/officeDocument/2006/relationships/theme" Target="../theme/theme5.xml"/><Relationship Id="rId2" Type="http://schemas.openxmlformats.org/officeDocument/2006/relationships/slideLayout" Target="../slideLayouts/slideLayout45.xml"/><Relationship Id="rId1" Type="http://schemas.openxmlformats.org/officeDocument/2006/relationships/slideLayout" Target="../slideLayouts/slideLayout44.xml"/><Relationship Id="rId6" Type="http://schemas.openxmlformats.org/officeDocument/2006/relationships/slideLayout" Target="../slideLayouts/slideLayout49.xml"/><Relationship Id="rId11" Type="http://schemas.openxmlformats.org/officeDocument/2006/relationships/slideLayout" Target="../slideLayouts/slideLayout54.xml"/><Relationship Id="rId5" Type="http://schemas.openxmlformats.org/officeDocument/2006/relationships/slideLayout" Target="../slideLayouts/slideLayout48.xml"/><Relationship Id="rId10" Type="http://schemas.openxmlformats.org/officeDocument/2006/relationships/slideLayout" Target="../slideLayouts/slideLayout53.xml"/><Relationship Id="rId4" Type="http://schemas.openxmlformats.org/officeDocument/2006/relationships/slideLayout" Target="../slideLayouts/slideLayout47.xml"/><Relationship Id="rId9" Type="http://schemas.openxmlformats.org/officeDocument/2006/relationships/slideLayout" Target="../slideLayouts/slideLayout52.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2.xml"/><Relationship Id="rId13" Type="http://schemas.openxmlformats.org/officeDocument/2006/relationships/image" Target="../media/image5.jpeg"/><Relationship Id="rId3" Type="http://schemas.openxmlformats.org/officeDocument/2006/relationships/slideLayout" Target="../slideLayouts/slideLayout57.xml"/><Relationship Id="rId7" Type="http://schemas.openxmlformats.org/officeDocument/2006/relationships/slideLayout" Target="../slideLayouts/slideLayout61.xml"/><Relationship Id="rId12" Type="http://schemas.openxmlformats.org/officeDocument/2006/relationships/theme" Target="../theme/theme6.xml"/><Relationship Id="rId2" Type="http://schemas.openxmlformats.org/officeDocument/2006/relationships/slideLayout" Target="../slideLayouts/slideLayout56.xml"/><Relationship Id="rId1" Type="http://schemas.openxmlformats.org/officeDocument/2006/relationships/slideLayout" Target="../slideLayouts/slideLayout55.xml"/><Relationship Id="rId6" Type="http://schemas.openxmlformats.org/officeDocument/2006/relationships/slideLayout" Target="../slideLayouts/slideLayout60.xml"/><Relationship Id="rId11" Type="http://schemas.openxmlformats.org/officeDocument/2006/relationships/slideLayout" Target="../slideLayouts/slideLayout65.xml"/><Relationship Id="rId5" Type="http://schemas.openxmlformats.org/officeDocument/2006/relationships/slideLayout" Target="../slideLayouts/slideLayout59.xml"/><Relationship Id="rId10" Type="http://schemas.openxmlformats.org/officeDocument/2006/relationships/slideLayout" Target="../slideLayouts/slideLayout64.xml"/><Relationship Id="rId4" Type="http://schemas.openxmlformats.org/officeDocument/2006/relationships/slideLayout" Target="../slideLayouts/slideLayout58.xml"/><Relationship Id="rId9" Type="http://schemas.openxmlformats.org/officeDocument/2006/relationships/slideLayout" Target="../slideLayouts/slideLayout63.xml"/><Relationship Id="rId14" Type="http://schemas.openxmlformats.org/officeDocument/2006/relationships/image" Target="../media/image6.pn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3.xml"/><Relationship Id="rId3" Type="http://schemas.openxmlformats.org/officeDocument/2006/relationships/slideLayout" Target="../slideLayouts/slideLayout68.xml"/><Relationship Id="rId7" Type="http://schemas.openxmlformats.org/officeDocument/2006/relationships/slideLayout" Target="../slideLayouts/slideLayout72.xml"/><Relationship Id="rId12" Type="http://schemas.openxmlformats.org/officeDocument/2006/relationships/theme" Target="../theme/theme7.xml"/><Relationship Id="rId2" Type="http://schemas.openxmlformats.org/officeDocument/2006/relationships/slideLayout" Target="../slideLayouts/slideLayout67.xml"/><Relationship Id="rId1" Type="http://schemas.openxmlformats.org/officeDocument/2006/relationships/slideLayout" Target="../slideLayouts/slideLayout66.xml"/><Relationship Id="rId6" Type="http://schemas.openxmlformats.org/officeDocument/2006/relationships/slideLayout" Target="../slideLayouts/slideLayout71.xml"/><Relationship Id="rId11" Type="http://schemas.openxmlformats.org/officeDocument/2006/relationships/slideLayout" Target="../slideLayouts/slideLayout76.xml"/><Relationship Id="rId5" Type="http://schemas.openxmlformats.org/officeDocument/2006/relationships/slideLayout" Target="../slideLayouts/slideLayout70.xml"/><Relationship Id="rId10" Type="http://schemas.openxmlformats.org/officeDocument/2006/relationships/slideLayout" Target="../slideLayouts/slideLayout75.xml"/><Relationship Id="rId4" Type="http://schemas.openxmlformats.org/officeDocument/2006/relationships/slideLayout" Target="../slideLayouts/slideLayout69.xml"/><Relationship Id="rId9" Type="http://schemas.openxmlformats.org/officeDocument/2006/relationships/slideLayout" Target="../slideLayouts/slideLayout74.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4.xml"/><Relationship Id="rId3" Type="http://schemas.openxmlformats.org/officeDocument/2006/relationships/slideLayout" Target="../slideLayouts/slideLayout79.xml"/><Relationship Id="rId7" Type="http://schemas.openxmlformats.org/officeDocument/2006/relationships/slideLayout" Target="../slideLayouts/slideLayout83.xml"/><Relationship Id="rId12" Type="http://schemas.openxmlformats.org/officeDocument/2006/relationships/theme" Target="../theme/theme8.xml"/><Relationship Id="rId2" Type="http://schemas.openxmlformats.org/officeDocument/2006/relationships/slideLayout" Target="../slideLayouts/slideLayout78.xml"/><Relationship Id="rId1" Type="http://schemas.openxmlformats.org/officeDocument/2006/relationships/slideLayout" Target="../slideLayouts/slideLayout77.xml"/><Relationship Id="rId6" Type="http://schemas.openxmlformats.org/officeDocument/2006/relationships/slideLayout" Target="../slideLayouts/slideLayout82.xml"/><Relationship Id="rId11" Type="http://schemas.openxmlformats.org/officeDocument/2006/relationships/slideLayout" Target="../slideLayouts/slideLayout87.xml"/><Relationship Id="rId5" Type="http://schemas.openxmlformats.org/officeDocument/2006/relationships/slideLayout" Target="../slideLayouts/slideLayout81.xml"/><Relationship Id="rId10" Type="http://schemas.openxmlformats.org/officeDocument/2006/relationships/slideLayout" Target="../slideLayouts/slideLayout86.xml"/><Relationship Id="rId4" Type="http://schemas.openxmlformats.org/officeDocument/2006/relationships/slideLayout" Target="../slideLayouts/slideLayout80.xml"/><Relationship Id="rId9" Type="http://schemas.openxmlformats.org/officeDocument/2006/relationships/slideLayout" Target="../slideLayouts/slideLayout8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1"/>
            </p:custDataLst>
          </p:nvPr>
        </p:nvSpPr>
        <p:spPr>
          <a:xfrm>
            <a:off x="669946" y="443262"/>
            <a:ext cx="10852151" cy="534035"/>
          </a:xfrm>
          <a:prstGeom prst="rect">
            <a:avLst/>
          </a:prstGeom>
        </p:spPr>
        <p:txBody>
          <a:bodyPr vert="horz" wrap="square" lIns="90170" tIns="46990" rIns="90170" bIns="46990" rtlCol="0" anchor="ctr" anchorCtr="0">
            <a:noAutofit/>
          </a:bodyPr>
          <a:lstStyle/>
          <a:p>
            <a:r>
              <a:rPr lang="zh-CN" altLang="en-US" dirty="0"/>
              <a:t>单击此处编辑母版标题样式</a:t>
            </a:r>
          </a:p>
        </p:txBody>
      </p:sp>
      <p:sp>
        <p:nvSpPr>
          <p:cNvPr id="3" name="文本占位符 2"/>
          <p:cNvSpPr>
            <a:spLocks noGrp="1"/>
          </p:cNvSpPr>
          <p:nvPr>
            <p:ph type="body" idx="1"/>
            <p:custDataLst>
              <p:tags r:id="rId12"/>
            </p:custDataLst>
          </p:nvPr>
        </p:nvSpPr>
        <p:spPr>
          <a:xfrm>
            <a:off x="669946" y="1130300"/>
            <a:ext cx="10852151" cy="5219700"/>
          </a:xfrm>
          <a:prstGeom prst="rect">
            <a:avLst/>
          </a:prstGeom>
        </p:spPr>
        <p:txBody>
          <a:bodyPr vert="horz" wrap="square" lIns="90170" tIns="46990" rIns="90170" bIns="4699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79743" y="6349833"/>
            <a:ext cx="2700000" cy="316800"/>
          </a:xfrm>
          <a:prstGeom prst="rect">
            <a:avLst/>
          </a:prstGeom>
        </p:spPr>
        <p:txBody>
          <a:bodyPr vert="horz" wrap="square" lIns="91440" tIns="45720" rIns="91440" bIns="45720" rtlCol="0" anchor="ctr">
            <a:normAutofit/>
          </a:bodyPr>
          <a:lstStyle>
            <a:lvl1pPr algn="l">
              <a:defRPr sz="1200">
                <a:solidFill>
                  <a:schemeClr val="tx1">
                    <a:tint val="75000"/>
                  </a:schemeClr>
                </a:solidFill>
                <a:latin typeface="Arial" panose="020B0604020202020204" pitchFamily="34" charset="0"/>
                <a:ea typeface="微软雅黑" panose="020B0503020204020204" charset="-122"/>
              </a:defRPr>
            </a:lvl1pPr>
          </a:lstStyle>
          <a:p>
            <a:fld id="{760FBDFE-C587-4B4C-A407-44438C67B59E}" type="datetimeFigureOut">
              <a:rPr lang="zh-CN" altLang="en-US" smtClean="0"/>
              <a:t>2025/9/3</a:t>
            </a:fld>
            <a:endParaRPr lang="zh-CN" altLang="en-US"/>
          </a:p>
        </p:txBody>
      </p:sp>
      <p:sp>
        <p:nvSpPr>
          <p:cNvPr id="5" name="页脚占位符 4"/>
          <p:cNvSpPr>
            <a:spLocks noGrp="1"/>
          </p:cNvSpPr>
          <p:nvPr>
            <p:ph type="ftr" sz="quarter" idx="3"/>
          </p:nvPr>
        </p:nvSpPr>
        <p:spPr>
          <a:xfrm>
            <a:off x="4116000" y="6349833"/>
            <a:ext cx="3960000" cy="316800"/>
          </a:xfrm>
          <a:prstGeom prst="rect">
            <a:avLst/>
          </a:prstGeom>
        </p:spPr>
        <p:txBody>
          <a:bodyPr vert="horz" wrap="square" lIns="91440" tIns="45720" rIns="91440" bIns="45720" rtlCol="0" anchor="ctr">
            <a:normAutofit/>
          </a:bodyPr>
          <a:lstStyle>
            <a:lvl1pPr algn="ctr">
              <a:defRPr sz="1200">
                <a:solidFill>
                  <a:schemeClr val="tx1">
                    <a:tint val="75000"/>
                  </a:schemeClr>
                </a:solidFill>
                <a:latin typeface="Arial" panose="020B0604020202020204" pitchFamily="34" charset="0"/>
                <a:ea typeface="微软雅黑" panose="020B0503020204020204" charset="-122"/>
              </a:defRPr>
            </a:lvl1pPr>
          </a:lstStyle>
          <a:p>
            <a:endParaRPr lang="zh-CN" altLang="en-US" dirty="0"/>
          </a:p>
        </p:txBody>
      </p:sp>
      <p:sp>
        <p:nvSpPr>
          <p:cNvPr id="6" name="灯片编号占位符 5"/>
          <p:cNvSpPr>
            <a:spLocks noGrp="1"/>
          </p:cNvSpPr>
          <p:nvPr>
            <p:ph type="sldNum" sz="quarter" idx="4"/>
          </p:nvPr>
        </p:nvSpPr>
        <p:spPr>
          <a:xfrm>
            <a:off x="8610600" y="6349833"/>
            <a:ext cx="2700000" cy="316800"/>
          </a:xfrm>
          <a:prstGeom prst="rect">
            <a:avLst/>
          </a:prstGeom>
        </p:spPr>
        <p:txBody>
          <a:bodyPr vert="horz" wrap="square" lIns="91440" tIns="45720" rIns="91440" bIns="45720" rtlCol="0" anchor="ctr">
            <a:normAutofit/>
          </a:bodyPr>
          <a:lstStyle>
            <a:lvl1pPr algn="r">
              <a:defRPr sz="1200">
                <a:solidFill>
                  <a:schemeClr val="tx1">
                    <a:tint val="75000"/>
                  </a:schemeClr>
                </a:solidFill>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7" name="KSO_TEMPLATE" hidden="1"/>
          <p:cNvSpPr/>
          <p:nvPr>
            <p:custDataLst>
              <p:tags r:id="rId13"/>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xStyles>
    <p:titleStyle>
      <a:lvl1pPr algn="l" defTabSz="914400" rtl="0" eaLnBrk="1" fontAlgn="auto" latinLnBrk="0" hangingPunct="1">
        <a:lnSpc>
          <a:spcPct val="100000"/>
        </a:lnSpc>
        <a:spcBef>
          <a:spcPct val="0"/>
        </a:spcBef>
        <a:buNone/>
        <a:defRPr sz="3600" b="1" u="none" strike="noStrike" kern="1200" cap="none" spc="200" normalizeH="0">
          <a:solidFill>
            <a:schemeClr val="tx1"/>
          </a:solidFill>
          <a:uFillTx/>
          <a:latin typeface="Arial" panose="020B0604020202020204" pitchFamily="34" charset="0"/>
          <a:ea typeface="微软雅黑" panose="020B050302020402020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32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1pPr>
      <a:lvl2pPr marL="685800" indent="-228600" algn="l" defTabSz="914400" rtl="0" eaLnBrk="1" fontAlgn="auto" latinLnBrk="0" hangingPunct="1">
        <a:lnSpc>
          <a:spcPct val="100000"/>
        </a:lnSpc>
        <a:spcBef>
          <a:spcPts val="0"/>
        </a:spcBef>
        <a:spcAft>
          <a:spcPts val="0"/>
        </a:spcAft>
        <a:buFont typeface="Arial" panose="020B0604020202020204" pitchFamily="34" charset="0"/>
        <a:buChar char="•"/>
        <a:tabLst>
          <a:tab pos="1609725" algn="l"/>
        </a:tabLst>
        <a:defRPr sz="3200" b="1" u="none" strike="noStrike" kern="1200" cap="none" spc="150" normalizeH="0" baseline="0">
          <a:solidFill>
            <a:schemeClr val="tx1"/>
          </a:solidFill>
          <a:uFillTx/>
          <a:latin typeface="楷体" panose="02010609060101010101" charset="-122"/>
          <a:ea typeface="楷体" panose="02010609060101010101" charset="-122"/>
          <a:cs typeface="+mn-cs"/>
        </a:defRPr>
      </a:lvl2pPr>
      <a:lvl3pPr marL="1143000" indent="-228600" algn="l" defTabSz="914400" rtl="0" eaLnBrk="1" fontAlgn="auto" latinLnBrk="0" hangingPunct="1">
        <a:lnSpc>
          <a:spcPct val="100000"/>
        </a:lnSpc>
        <a:spcBef>
          <a:spcPts val="0"/>
        </a:spcBef>
        <a:spcAft>
          <a:spcPts val="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9"/>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p:cNvSpPr>
            <a:spLocks noGrp="1"/>
          </p:cNvSpPr>
          <p:nvPr>
            <p:ph type="dt" sz="half" idx="2"/>
          </p:nvPr>
        </p:nvSpPr>
        <p:spPr>
          <a:xfrm>
            <a:off x="838200" y="635638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3874F86-9ECE-487E-870F-62CFE95345CB}" type="datetime1">
              <a:rPr lang="zh-CN" altLang="en-US" smtClean="0">
                <a:solidFill>
                  <a:prstClr val="black">
                    <a:tint val="75000"/>
                  </a:prstClr>
                </a:solidFill>
              </a:rPr>
              <a:pPr/>
              <a:t>2025/9/3</a:t>
            </a:fld>
            <a:endParaRPr lang="zh-CN" altLang="en-US">
              <a:solidFill>
                <a:prstClr val="black">
                  <a:tint val="75000"/>
                </a:prstClr>
              </a:solidFill>
            </a:endParaRPr>
          </a:p>
        </p:txBody>
      </p:sp>
      <p:sp>
        <p:nvSpPr>
          <p:cNvPr id="5" name="页脚占位符 4"/>
          <p:cNvSpPr>
            <a:spLocks noGrp="1"/>
          </p:cNvSpPr>
          <p:nvPr>
            <p:ph type="ftr" sz="quarter" idx="3"/>
          </p:nvPr>
        </p:nvSpPr>
        <p:spPr>
          <a:xfrm>
            <a:off x="4038600" y="635638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8610600" y="635638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86A48D-B8D4-430A-AE1C-E921A6F75A10}"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951424651"/>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741"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790486563"/>
      </p:ext>
    </p:extLst>
  </p:cSld>
  <p:clrMap bg1="lt1" tx1="dk1" bg2="lt2" tx2="dk2" accent1="accent1" accent2="accent2" accent3="accent3" accent4="accent4" accent5="accent5" accent6="accent6" hlink="hlink" folHlink="folHlink"/>
  <p:sldLayoutIdLst>
    <p:sldLayoutId id="2147483743" r:id="rId1"/>
    <p:sldLayoutId id="2147483744" r:id="rId2"/>
    <p:sldLayoutId id="2147483745" r:id="rId3"/>
    <p:sldLayoutId id="2147483746" r:id="rId4"/>
    <p:sldLayoutId id="2147483747" r:id="rId5"/>
    <p:sldLayoutId id="2147483748" r:id="rId6"/>
    <p:sldLayoutId id="2147483749" r:id="rId7"/>
    <p:sldLayoutId id="2147483750" r:id="rId8"/>
    <p:sldLayoutId id="2147483751" r:id="rId9"/>
    <p:sldLayoutId id="2147483752" r:id="rId10"/>
    <p:sldLayoutId id="214748375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1026" name="Group 2"/>
          <p:cNvGrpSpPr>
            <a:grpSpLocks/>
          </p:cNvGrpSpPr>
          <p:nvPr/>
        </p:nvGrpSpPr>
        <p:grpSpPr bwMode="auto">
          <a:xfrm>
            <a:off x="0" y="0"/>
            <a:ext cx="11305117" cy="6173788"/>
            <a:chOff x="0" y="0"/>
            <a:chExt cx="5341" cy="3889"/>
          </a:xfrm>
        </p:grpSpPr>
        <p:sp>
          <p:nvSpPr>
            <p:cNvPr id="1032" name="Freeform 3"/>
            <p:cNvSpPr>
              <a:spLocks/>
            </p:cNvSpPr>
            <p:nvPr/>
          </p:nvSpPr>
          <p:spPr bwMode="auto">
            <a:xfrm>
              <a:off x="0" y="0"/>
              <a:ext cx="3863" cy="3889"/>
            </a:xfrm>
            <a:custGeom>
              <a:avLst/>
              <a:gdLst>
                <a:gd name="T0" fmla="*/ 3862 w 3863"/>
                <a:gd name="T1" fmla="*/ 3418 h 3889"/>
                <a:gd name="T2" fmla="*/ 457 w 3863"/>
                <a:gd name="T3" fmla="*/ 0 h 3889"/>
                <a:gd name="T4" fmla="*/ 0 w 3863"/>
                <a:gd name="T5" fmla="*/ 0 h 3889"/>
                <a:gd name="T6" fmla="*/ 0 w 3863"/>
                <a:gd name="T7" fmla="*/ 481 h 3889"/>
                <a:gd name="T8" fmla="*/ 3394 w 3863"/>
                <a:gd name="T9" fmla="*/ 3888 h 3889"/>
                <a:gd name="T10" fmla="*/ 3862 w 3863"/>
                <a:gd name="T11" fmla="*/ 3418 h 388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863" h="3889">
                  <a:moveTo>
                    <a:pt x="3862" y="3418"/>
                  </a:moveTo>
                  <a:lnTo>
                    <a:pt x="457" y="0"/>
                  </a:lnTo>
                  <a:lnTo>
                    <a:pt x="0" y="0"/>
                  </a:lnTo>
                  <a:lnTo>
                    <a:pt x="0" y="481"/>
                  </a:lnTo>
                  <a:lnTo>
                    <a:pt x="3394" y="3888"/>
                  </a:lnTo>
                  <a:lnTo>
                    <a:pt x="3862" y="3418"/>
                  </a:lnTo>
                </a:path>
              </a:pathLst>
            </a:custGeom>
            <a:solidFill>
              <a:schemeClr val="bg1">
                <a:alpha val="50195"/>
              </a:schemeClr>
            </a:solidFill>
            <a:ln>
              <a:noFill/>
            </a:ln>
            <a:effectLst/>
            <a:extLs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fontAlgn="base">
                <a:spcBef>
                  <a:spcPct val="0"/>
                </a:spcBef>
                <a:spcAft>
                  <a:spcPct val="0"/>
                </a:spcAft>
              </a:pPr>
              <a:endParaRPr kumimoji="1" lang="en-US" sz="2400">
                <a:solidFill>
                  <a:srgbClr val="FFFFFF"/>
                </a:solidFill>
              </a:endParaRPr>
            </a:p>
          </p:txBody>
        </p:sp>
        <p:sp>
          <p:nvSpPr>
            <p:cNvPr id="1033" name="Freeform 4"/>
            <p:cNvSpPr>
              <a:spLocks/>
            </p:cNvSpPr>
            <p:nvPr/>
          </p:nvSpPr>
          <p:spPr bwMode="auto">
            <a:xfrm>
              <a:off x="860" y="0"/>
              <a:ext cx="3394" cy="3223"/>
            </a:xfrm>
            <a:custGeom>
              <a:avLst/>
              <a:gdLst>
                <a:gd name="T0" fmla="*/ 370 w 3394"/>
                <a:gd name="T1" fmla="*/ 0 h 3223"/>
                <a:gd name="T2" fmla="*/ 3393 w 3394"/>
                <a:gd name="T3" fmla="*/ 3036 h 3223"/>
                <a:gd name="T4" fmla="*/ 3208 w 3394"/>
                <a:gd name="T5" fmla="*/ 3222 h 3223"/>
                <a:gd name="T6" fmla="*/ 0 w 3394"/>
                <a:gd name="T7" fmla="*/ 0 h 3223"/>
                <a:gd name="T8" fmla="*/ 370 w 3394"/>
                <a:gd name="T9" fmla="*/ 0 h 32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394" h="3223">
                  <a:moveTo>
                    <a:pt x="370" y="0"/>
                  </a:moveTo>
                  <a:lnTo>
                    <a:pt x="3393" y="3036"/>
                  </a:lnTo>
                  <a:lnTo>
                    <a:pt x="3208" y="3222"/>
                  </a:lnTo>
                  <a:lnTo>
                    <a:pt x="0" y="0"/>
                  </a:lnTo>
                  <a:lnTo>
                    <a:pt x="370" y="0"/>
                  </a:lnTo>
                </a:path>
              </a:pathLst>
            </a:custGeom>
            <a:solidFill>
              <a:schemeClr val="bg1">
                <a:alpha val="50195"/>
              </a:schemeClr>
            </a:solidFill>
            <a:ln>
              <a:noFill/>
            </a:ln>
            <a:effectLst/>
            <a:extLs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fontAlgn="base">
                <a:spcBef>
                  <a:spcPct val="0"/>
                </a:spcBef>
                <a:spcAft>
                  <a:spcPct val="0"/>
                </a:spcAft>
              </a:pPr>
              <a:endParaRPr kumimoji="1" lang="en-US" sz="2400">
                <a:solidFill>
                  <a:srgbClr val="FFFFFF"/>
                </a:solidFill>
              </a:endParaRPr>
            </a:p>
          </p:txBody>
        </p:sp>
        <p:sp>
          <p:nvSpPr>
            <p:cNvPr id="1034" name="Freeform 5"/>
            <p:cNvSpPr>
              <a:spLocks/>
            </p:cNvSpPr>
            <p:nvPr/>
          </p:nvSpPr>
          <p:spPr bwMode="auto">
            <a:xfrm>
              <a:off x="2187" y="0"/>
              <a:ext cx="2859" cy="2556"/>
            </a:xfrm>
            <a:custGeom>
              <a:avLst/>
              <a:gdLst>
                <a:gd name="T0" fmla="*/ 630 w 2859"/>
                <a:gd name="T1" fmla="*/ 0 h 2556"/>
                <a:gd name="T2" fmla="*/ 2858 w 2859"/>
                <a:gd name="T3" fmla="*/ 2238 h 2556"/>
                <a:gd name="T4" fmla="*/ 2543 w 2859"/>
                <a:gd name="T5" fmla="*/ 2555 h 2556"/>
                <a:gd name="T6" fmla="*/ 0 w 2859"/>
                <a:gd name="T7" fmla="*/ 0 h 2556"/>
                <a:gd name="T8" fmla="*/ 630 w 2859"/>
                <a:gd name="T9" fmla="*/ 0 h 25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59" h="2556">
                  <a:moveTo>
                    <a:pt x="630" y="0"/>
                  </a:moveTo>
                  <a:lnTo>
                    <a:pt x="2858" y="2238"/>
                  </a:lnTo>
                  <a:lnTo>
                    <a:pt x="2543" y="2555"/>
                  </a:lnTo>
                  <a:lnTo>
                    <a:pt x="0" y="0"/>
                  </a:lnTo>
                  <a:lnTo>
                    <a:pt x="630" y="0"/>
                  </a:lnTo>
                </a:path>
              </a:pathLst>
            </a:custGeom>
            <a:solidFill>
              <a:schemeClr val="bg1">
                <a:alpha val="50195"/>
              </a:schemeClr>
            </a:solidFill>
            <a:ln>
              <a:noFill/>
            </a:ln>
            <a:effectLst/>
            <a:extLs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fontAlgn="base">
                <a:spcBef>
                  <a:spcPct val="0"/>
                </a:spcBef>
                <a:spcAft>
                  <a:spcPct val="0"/>
                </a:spcAft>
              </a:pPr>
              <a:endParaRPr kumimoji="1" lang="en-US" sz="2400">
                <a:solidFill>
                  <a:srgbClr val="FFFFFF"/>
                </a:solidFill>
              </a:endParaRPr>
            </a:p>
          </p:txBody>
        </p:sp>
        <p:sp>
          <p:nvSpPr>
            <p:cNvPr id="1035" name="Freeform 6"/>
            <p:cNvSpPr>
              <a:spLocks/>
            </p:cNvSpPr>
            <p:nvPr/>
          </p:nvSpPr>
          <p:spPr bwMode="auto">
            <a:xfrm>
              <a:off x="3055" y="0"/>
              <a:ext cx="2286" cy="2121"/>
            </a:xfrm>
            <a:custGeom>
              <a:avLst/>
              <a:gdLst>
                <a:gd name="T0" fmla="*/ 0 w 2286"/>
                <a:gd name="T1" fmla="*/ 0 h 2121"/>
                <a:gd name="T2" fmla="*/ 2111 w 2286"/>
                <a:gd name="T3" fmla="*/ 2120 h 2121"/>
                <a:gd name="T4" fmla="*/ 2285 w 2286"/>
                <a:gd name="T5" fmla="*/ 1945 h 2121"/>
                <a:gd name="T6" fmla="*/ 348 w 2286"/>
                <a:gd name="T7" fmla="*/ 0 h 2121"/>
                <a:gd name="T8" fmla="*/ 0 w 2286"/>
                <a:gd name="T9" fmla="*/ 0 h 212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86" h="2121">
                  <a:moveTo>
                    <a:pt x="0" y="0"/>
                  </a:moveTo>
                  <a:lnTo>
                    <a:pt x="2111" y="2120"/>
                  </a:lnTo>
                  <a:lnTo>
                    <a:pt x="2285" y="1945"/>
                  </a:lnTo>
                  <a:lnTo>
                    <a:pt x="348" y="0"/>
                  </a:lnTo>
                  <a:lnTo>
                    <a:pt x="0" y="0"/>
                  </a:lnTo>
                </a:path>
              </a:pathLst>
            </a:custGeom>
            <a:solidFill>
              <a:schemeClr val="bg1">
                <a:alpha val="50195"/>
              </a:schemeClr>
            </a:solidFill>
            <a:ln>
              <a:noFill/>
            </a:ln>
            <a:effectLst/>
            <a:extLs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fontAlgn="base">
                <a:spcBef>
                  <a:spcPct val="0"/>
                </a:spcBef>
                <a:spcAft>
                  <a:spcPct val="0"/>
                </a:spcAft>
              </a:pPr>
              <a:endParaRPr kumimoji="1" lang="en-US" sz="2400">
                <a:solidFill>
                  <a:srgbClr val="FFFFFF"/>
                </a:solidFill>
              </a:endParaRPr>
            </a:p>
          </p:txBody>
        </p:sp>
      </p:grpSp>
      <p:sp>
        <p:nvSpPr>
          <p:cNvPr id="1027" name="Rectangle 7"/>
          <p:cNvSpPr>
            <a:spLocks noGrp="1" noChangeArrowheads="1"/>
          </p:cNvSpPr>
          <p:nvPr>
            <p:ph type="title"/>
          </p:nvPr>
        </p:nvSpPr>
        <p:spPr bwMode="auto">
          <a:xfrm>
            <a:off x="914400" y="228600"/>
            <a:ext cx="10363200"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2075" tIns="46038" rIns="92075" bIns="46038" numCol="1" anchor="ctr" anchorCtr="0" compatLnSpc="1">
            <a:prstTxWarp prst="textNoShape">
              <a:avLst/>
            </a:prstTxWarp>
          </a:bodyPr>
          <a:lstStyle/>
          <a:p>
            <a:pPr lvl="0"/>
            <a:r>
              <a:rPr lang="zh-CN" altLang="en-US"/>
              <a:t>单击此处编辑母版标题样式</a:t>
            </a:r>
          </a:p>
        </p:txBody>
      </p:sp>
      <p:sp>
        <p:nvSpPr>
          <p:cNvPr id="3080" name="Rectangle 8"/>
          <p:cNvSpPr>
            <a:spLocks noGrp="1" noChangeArrowheads="1"/>
          </p:cNvSpPr>
          <p:nvPr>
            <p:ph type="dt" sz="half" idx="2"/>
          </p:nvPr>
        </p:nvSpPr>
        <p:spPr bwMode="auto">
          <a:xfrm>
            <a:off x="914400" y="62484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prstTxWarp prst="textNoShape">
              <a:avLst/>
            </a:prstTxWarp>
          </a:bodyPr>
          <a:lstStyle>
            <a:lvl1pPr algn="l">
              <a:spcBef>
                <a:spcPct val="50000"/>
              </a:spcBef>
              <a:defRPr kumimoji="0" sz="1400"/>
            </a:lvl1pPr>
          </a:lstStyle>
          <a:p>
            <a:pPr fontAlgn="base">
              <a:spcAft>
                <a:spcPct val="0"/>
              </a:spcAft>
              <a:defRPr/>
            </a:pPr>
            <a:endParaRPr lang="en-US" altLang="zh-CN">
              <a:solidFill>
                <a:srgbClr val="FFFFFF"/>
              </a:solidFill>
            </a:endParaRPr>
          </a:p>
        </p:txBody>
      </p:sp>
      <p:sp>
        <p:nvSpPr>
          <p:cNvPr id="3081" name="Rectangle 9"/>
          <p:cNvSpPr>
            <a:spLocks noGrp="1" noChangeArrowheads="1"/>
          </p:cNvSpPr>
          <p:nvPr>
            <p:ph type="ftr" sz="quarter" idx="3"/>
          </p:nvPr>
        </p:nvSpPr>
        <p:spPr bwMode="auto">
          <a:xfrm>
            <a:off x="4165600" y="6248400"/>
            <a:ext cx="386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prstTxWarp prst="textNoShape">
              <a:avLst/>
            </a:prstTxWarp>
          </a:bodyPr>
          <a:lstStyle>
            <a:lvl1pPr>
              <a:spcBef>
                <a:spcPct val="50000"/>
              </a:spcBef>
              <a:defRPr kumimoji="0" sz="1400"/>
            </a:lvl1pPr>
          </a:lstStyle>
          <a:p>
            <a:pPr algn="ctr" fontAlgn="base">
              <a:spcAft>
                <a:spcPct val="0"/>
              </a:spcAft>
              <a:defRPr/>
            </a:pPr>
            <a:endParaRPr lang="en-US" altLang="zh-CN">
              <a:solidFill>
                <a:srgbClr val="FFFFFF"/>
              </a:solidFill>
            </a:endParaRPr>
          </a:p>
        </p:txBody>
      </p:sp>
      <p:sp>
        <p:nvSpPr>
          <p:cNvPr id="3082" name="Rectangle 10"/>
          <p:cNvSpPr>
            <a:spLocks noGrp="1" noChangeArrowheads="1"/>
          </p:cNvSpPr>
          <p:nvPr>
            <p:ph type="sldNum" sz="quarter" idx="4"/>
          </p:nvPr>
        </p:nvSpPr>
        <p:spPr bwMode="auto">
          <a:xfrm>
            <a:off x="8737600" y="62484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prstTxWarp prst="textNoShape">
              <a:avLst/>
            </a:prstTxWarp>
          </a:bodyPr>
          <a:lstStyle>
            <a:lvl1pPr algn="r">
              <a:spcBef>
                <a:spcPct val="50000"/>
              </a:spcBef>
              <a:defRPr kumimoji="0" sz="1400"/>
            </a:lvl1pPr>
          </a:lstStyle>
          <a:p>
            <a:pPr fontAlgn="base">
              <a:spcAft>
                <a:spcPct val="0"/>
              </a:spcAft>
              <a:defRPr/>
            </a:pPr>
            <a:fld id="{BFE900EC-872B-4329-8164-435AE5138691}" type="slidenum">
              <a:rPr lang="en-US" altLang="zh-CN">
                <a:solidFill>
                  <a:srgbClr val="FFFFFF"/>
                </a:solidFill>
              </a:rPr>
              <a:pPr fontAlgn="base">
                <a:spcAft>
                  <a:spcPct val="0"/>
                </a:spcAft>
                <a:defRPr/>
              </a:pPr>
              <a:t>‹#›</a:t>
            </a:fld>
            <a:endParaRPr lang="en-US" altLang="zh-CN">
              <a:solidFill>
                <a:srgbClr val="FFFFFF"/>
              </a:solidFill>
            </a:endParaRPr>
          </a:p>
        </p:txBody>
      </p:sp>
      <p:sp>
        <p:nvSpPr>
          <p:cNvPr id="1031" name="Rectangle 11"/>
          <p:cNvSpPr>
            <a:spLocks noGrp="1" noChangeArrowheads="1"/>
          </p:cNvSpPr>
          <p:nvPr>
            <p:ph type="body" idx="1"/>
          </p:nvPr>
        </p:nvSpPr>
        <p:spPr bwMode="auto">
          <a:xfrm>
            <a:off x="914400" y="1641475"/>
            <a:ext cx="10363200" cy="445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68999765"/>
      </p:ext>
    </p:extLst>
  </p:cSld>
  <p:clrMap bg1="dk2" tx1="lt1" bg2="dk1" tx2="lt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Lst>
  <p:transition/>
  <p:txStyles>
    <p:titleStyle>
      <a:lvl1pPr algn="ctr" rtl="0" eaLnBrk="0" fontAlgn="base" hangingPunct="0">
        <a:spcBef>
          <a:spcPct val="0"/>
        </a:spcBef>
        <a:spcAft>
          <a:spcPct val="0"/>
        </a:spcAft>
        <a:defRPr kumimoji="1" sz="4400" b="1">
          <a:solidFill>
            <a:srgbClr val="6600CC"/>
          </a:solidFill>
          <a:latin typeface="+mj-lt"/>
          <a:ea typeface="+mj-ea"/>
          <a:cs typeface="+mj-cs"/>
        </a:defRPr>
      </a:lvl1pPr>
      <a:lvl2pPr algn="ctr" rtl="0" eaLnBrk="0" fontAlgn="base" hangingPunct="0">
        <a:spcBef>
          <a:spcPct val="0"/>
        </a:spcBef>
        <a:spcAft>
          <a:spcPct val="0"/>
        </a:spcAft>
        <a:defRPr kumimoji="1" sz="4400" b="1">
          <a:solidFill>
            <a:srgbClr val="6600CC"/>
          </a:solidFill>
          <a:latin typeface="Times New Roman" pitchFamily="18" charset="0"/>
          <a:ea typeface="宋体" pitchFamily="2" charset="-122"/>
        </a:defRPr>
      </a:lvl2pPr>
      <a:lvl3pPr algn="ctr" rtl="0" eaLnBrk="0" fontAlgn="base" hangingPunct="0">
        <a:spcBef>
          <a:spcPct val="0"/>
        </a:spcBef>
        <a:spcAft>
          <a:spcPct val="0"/>
        </a:spcAft>
        <a:defRPr kumimoji="1" sz="4400" b="1">
          <a:solidFill>
            <a:srgbClr val="6600CC"/>
          </a:solidFill>
          <a:latin typeface="Times New Roman" pitchFamily="18" charset="0"/>
          <a:ea typeface="宋体" pitchFamily="2" charset="-122"/>
        </a:defRPr>
      </a:lvl3pPr>
      <a:lvl4pPr algn="ctr" rtl="0" eaLnBrk="0" fontAlgn="base" hangingPunct="0">
        <a:spcBef>
          <a:spcPct val="0"/>
        </a:spcBef>
        <a:spcAft>
          <a:spcPct val="0"/>
        </a:spcAft>
        <a:defRPr kumimoji="1" sz="4400" b="1">
          <a:solidFill>
            <a:srgbClr val="6600CC"/>
          </a:solidFill>
          <a:latin typeface="Times New Roman" pitchFamily="18" charset="0"/>
          <a:ea typeface="宋体" pitchFamily="2" charset="-122"/>
        </a:defRPr>
      </a:lvl4pPr>
      <a:lvl5pPr algn="ctr" rtl="0" eaLnBrk="0" fontAlgn="base" hangingPunct="0">
        <a:spcBef>
          <a:spcPct val="0"/>
        </a:spcBef>
        <a:spcAft>
          <a:spcPct val="0"/>
        </a:spcAft>
        <a:defRPr kumimoji="1" sz="4400" b="1">
          <a:solidFill>
            <a:srgbClr val="6600CC"/>
          </a:solidFill>
          <a:latin typeface="Times New Roman" pitchFamily="18" charset="0"/>
          <a:ea typeface="宋体" pitchFamily="2" charset="-122"/>
        </a:defRPr>
      </a:lvl5pPr>
      <a:lvl6pPr marL="457200" algn="ctr" rtl="0" fontAlgn="base">
        <a:spcBef>
          <a:spcPct val="0"/>
        </a:spcBef>
        <a:spcAft>
          <a:spcPct val="0"/>
        </a:spcAft>
        <a:defRPr kumimoji="1" sz="4400" b="1">
          <a:solidFill>
            <a:srgbClr val="6600CC"/>
          </a:solidFill>
          <a:latin typeface="Times New Roman" pitchFamily="18" charset="0"/>
          <a:ea typeface="宋体" pitchFamily="2" charset="-122"/>
        </a:defRPr>
      </a:lvl6pPr>
      <a:lvl7pPr marL="914400" algn="ctr" rtl="0" fontAlgn="base">
        <a:spcBef>
          <a:spcPct val="0"/>
        </a:spcBef>
        <a:spcAft>
          <a:spcPct val="0"/>
        </a:spcAft>
        <a:defRPr kumimoji="1" sz="4400" b="1">
          <a:solidFill>
            <a:srgbClr val="6600CC"/>
          </a:solidFill>
          <a:latin typeface="Times New Roman" pitchFamily="18" charset="0"/>
          <a:ea typeface="宋体" pitchFamily="2" charset="-122"/>
        </a:defRPr>
      </a:lvl7pPr>
      <a:lvl8pPr marL="1371600" algn="ctr" rtl="0" fontAlgn="base">
        <a:spcBef>
          <a:spcPct val="0"/>
        </a:spcBef>
        <a:spcAft>
          <a:spcPct val="0"/>
        </a:spcAft>
        <a:defRPr kumimoji="1" sz="4400" b="1">
          <a:solidFill>
            <a:srgbClr val="6600CC"/>
          </a:solidFill>
          <a:latin typeface="Times New Roman" pitchFamily="18" charset="0"/>
          <a:ea typeface="宋体" pitchFamily="2" charset="-122"/>
        </a:defRPr>
      </a:lvl8pPr>
      <a:lvl9pPr marL="1828800" algn="ctr" rtl="0" fontAlgn="base">
        <a:spcBef>
          <a:spcPct val="0"/>
        </a:spcBef>
        <a:spcAft>
          <a:spcPct val="0"/>
        </a:spcAft>
        <a:defRPr kumimoji="1" sz="4400" b="1">
          <a:solidFill>
            <a:srgbClr val="6600CC"/>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itchFamily="2" charset="2"/>
        <a:buChar char="n"/>
        <a:defRPr kumimoji="1" sz="3200" b="1">
          <a:solidFill>
            <a:schemeClr val="bg2"/>
          </a:solidFill>
          <a:latin typeface="+mn-lt"/>
          <a:ea typeface="+mn-ea"/>
          <a:cs typeface="+mn-cs"/>
        </a:defRPr>
      </a:lvl1pPr>
      <a:lvl2pPr marL="742950" indent="-285750" algn="l" rtl="0" eaLnBrk="0" fontAlgn="base" hangingPunct="0">
        <a:spcBef>
          <a:spcPct val="20000"/>
        </a:spcBef>
        <a:spcAft>
          <a:spcPct val="0"/>
        </a:spcAft>
        <a:buClr>
          <a:srgbClr val="3333FF"/>
        </a:buClr>
        <a:buFont typeface="Times New Roman" pitchFamily="18" charset="0"/>
        <a:buChar char="–"/>
        <a:defRPr kumimoji="1" sz="2800" b="1">
          <a:solidFill>
            <a:schemeClr val="bg2"/>
          </a:solidFill>
          <a:latin typeface="+mn-lt"/>
          <a:ea typeface="+mn-ea"/>
        </a:defRPr>
      </a:lvl2pPr>
      <a:lvl3pPr marL="1143000" indent="-228600" algn="l" rtl="0" eaLnBrk="0" fontAlgn="base" hangingPunct="0">
        <a:spcBef>
          <a:spcPct val="20000"/>
        </a:spcBef>
        <a:spcAft>
          <a:spcPct val="0"/>
        </a:spcAft>
        <a:buClr>
          <a:srgbClr val="CC00CC"/>
        </a:buClr>
        <a:buFont typeface="Times New Roman" pitchFamily="18" charset="0"/>
        <a:buChar char="»"/>
        <a:defRPr kumimoji="1" sz="2400" b="1">
          <a:solidFill>
            <a:schemeClr val="bg2"/>
          </a:solidFill>
          <a:latin typeface="+mn-lt"/>
          <a:ea typeface="+mn-ea"/>
        </a:defRPr>
      </a:lvl3pPr>
      <a:lvl4pPr marL="1600200" indent="-228600" algn="l" rtl="0" eaLnBrk="0" fontAlgn="base" hangingPunct="0">
        <a:spcBef>
          <a:spcPct val="20000"/>
        </a:spcBef>
        <a:spcAft>
          <a:spcPct val="0"/>
        </a:spcAft>
        <a:buClr>
          <a:srgbClr val="3333FF"/>
        </a:buClr>
        <a:buSzPct val="75000"/>
        <a:buFont typeface="Wingdings" pitchFamily="2" charset="2"/>
        <a:buChar char="n"/>
        <a:defRPr kumimoji="1" sz="2000" b="1">
          <a:solidFill>
            <a:schemeClr val="bg2"/>
          </a:solidFill>
          <a:latin typeface="+mn-lt"/>
          <a:ea typeface="+mn-ea"/>
        </a:defRPr>
      </a:lvl4pPr>
      <a:lvl5pPr marL="2057400" indent="-228600" algn="l" rtl="0" eaLnBrk="0" fontAlgn="base" hangingPunct="0">
        <a:spcBef>
          <a:spcPct val="20000"/>
        </a:spcBef>
        <a:spcAft>
          <a:spcPct val="0"/>
        </a:spcAft>
        <a:buClr>
          <a:srgbClr val="CC00CC"/>
        </a:buClr>
        <a:buFont typeface="Times New Roman" pitchFamily="18" charset="0"/>
        <a:buChar char="–"/>
        <a:defRPr kumimoji="1" sz="2000" b="1">
          <a:solidFill>
            <a:schemeClr val="bg2"/>
          </a:solidFill>
          <a:latin typeface="+mn-lt"/>
          <a:ea typeface="+mn-ea"/>
        </a:defRPr>
      </a:lvl5pPr>
      <a:lvl6pPr marL="2514600" indent="-228600" algn="l" rtl="0" fontAlgn="base">
        <a:spcBef>
          <a:spcPct val="20000"/>
        </a:spcBef>
        <a:spcAft>
          <a:spcPct val="0"/>
        </a:spcAft>
        <a:buClr>
          <a:srgbClr val="CC00CC"/>
        </a:buClr>
        <a:buFont typeface="Times New Roman" pitchFamily="18" charset="0"/>
        <a:buChar char="–"/>
        <a:defRPr kumimoji="1" sz="2000" b="1">
          <a:solidFill>
            <a:schemeClr val="bg2"/>
          </a:solidFill>
          <a:latin typeface="+mn-lt"/>
          <a:ea typeface="+mn-ea"/>
        </a:defRPr>
      </a:lvl6pPr>
      <a:lvl7pPr marL="2971800" indent="-228600" algn="l" rtl="0" fontAlgn="base">
        <a:spcBef>
          <a:spcPct val="20000"/>
        </a:spcBef>
        <a:spcAft>
          <a:spcPct val="0"/>
        </a:spcAft>
        <a:buClr>
          <a:srgbClr val="CC00CC"/>
        </a:buClr>
        <a:buFont typeface="Times New Roman" pitchFamily="18" charset="0"/>
        <a:buChar char="–"/>
        <a:defRPr kumimoji="1" sz="2000" b="1">
          <a:solidFill>
            <a:schemeClr val="bg2"/>
          </a:solidFill>
          <a:latin typeface="+mn-lt"/>
          <a:ea typeface="+mn-ea"/>
        </a:defRPr>
      </a:lvl7pPr>
      <a:lvl8pPr marL="3429000" indent="-228600" algn="l" rtl="0" fontAlgn="base">
        <a:spcBef>
          <a:spcPct val="20000"/>
        </a:spcBef>
        <a:spcAft>
          <a:spcPct val="0"/>
        </a:spcAft>
        <a:buClr>
          <a:srgbClr val="CC00CC"/>
        </a:buClr>
        <a:buFont typeface="Times New Roman" pitchFamily="18" charset="0"/>
        <a:buChar char="–"/>
        <a:defRPr kumimoji="1" sz="2000" b="1">
          <a:solidFill>
            <a:schemeClr val="bg2"/>
          </a:solidFill>
          <a:latin typeface="+mn-lt"/>
          <a:ea typeface="+mn-ea"/>
        </a:defRPr>
      </a:lvl8pPr>
      <a:lvl9pPr marL="3886200" indent="-228600" algn="l" rtl="0" fontAlgn="base">
        <a:spcBef>
          <a:spcPct val="20000"/>
        </a:spcBef>
        <a:spcAft>
          <a:spcPct val="0"/>
        </a:spcAft>
        <a:buClr>
          <a:srgbClr val="CC00CC"/>
        </a:buClr>
        <a:buFont typeface="Times New Roman" pitchFamily="18" charset="0"/>
        <a:buChar char="–"/>
        <a:defRPr kumimoji="1" sz="2000" b="1">
          <a:solidFill>
            <a:schemeClr val="bg2"/>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1026" name="Group 1026"/>
          <p:cNvGrpSpPr>
            <a:grpSpLocks/>
          </p:cNvGrpSpPr>
          <p:nvPr/>
        </p:nvGrpSpPr>
        <p:grpSpPr bwMode="auto">
          <a:xfrm>
            <a:off x="0" y="1588"/>
            <a:ext cx="12177184" cy="6845300"/>
            <a:chOff x="0" y="1"/>
            <a:chExt cx="5753" cy="4312"/>
          </a:xfrm>
        </p:grpSpPr>
        <p:sp>
          <p:nvSpPr>
            <p:cNvPr id="3075" name="Freeform 1027"/>
            <p:cNvSpPr>
              <a:spLocks/>
            </p:cNvSpPr>
            <p:nvPr/>
          </p:nvSpPr>
          <p:spPr bwMode="auto">
            <a:xfrm>
              <a:off x="3394" y="999"/>
              <a:ext cx="2359" cy="3314"/>
            </a:xfrm>
            <a:custGeom>
              <a:avLst/>
              <a:gdLst>
                <a:gd name="T0" fmla="*/ 1905 w 2359"/>
                <a:gd name="T1" fmla="*/ 3312 h 3314"/>
                <a:gd name="T2" fmla="*/ 2358 w 2359"/>
                <a:gd name="T3" fmla="*/ 3313 h 3314"/>
                <a:gd name="T4" fmla="*/ 2358 w 2359"/>
                <a:gd name="T5" fmla="*/ 1437 h 3314"/>
                <a:gd name="T6" fmla="*/ 0 w 2359"/>
                <a:gd name="T7" fmla="*/ 0 h 3314"/>
                <a:gd name="T8" fmla="*/ 201 w 2359"/>
                <a:gd name="T9" fmla="*/ 150 h 3314"/>
                <a:gd name="T10" fmla="*/ 366 w 2359"/>
                <a:gd name="T11" fmla="*/ 279 h 3314"/>
                <a:gd name="T12" fmla="*/ 552 w 2359"/>
                <a:gd name="T13" fmla="*/ 441 h 3314"/>
                <a:gd name="T14" fmla="*/ 732 w 2359"/>
                <a:gd name="T15" fmla="*/ 612 h 3314"/>
                <a:gd name="T16" fmla="*/ 996 w 2359"/>
                <a:gd name="T17" fmla="*/ 903 h 3314"/>
                <a:gd name="T18" fmla="*/ 1230 w 2359"/>
                <a:gd name="T19" fmla="*/ 1212 h 3314"/>
                <a:gd name="T20" fmla="*/ 1400 w 2359"/>
                <a:gd name="T21" fmla="*/ 1482 h 3314"/>
                <a:gd name="T22" fmla="*/ 1548 w 2359"/>
                <a:gd name="T23" fmla="*/ 1761 h 3314"/>
                <a:gd name="T24" fmla="*/ 1665 w 2359"/>
                <a:gd name="T25" fmla="*/ 2040 h 3314"/>
                <a:gd name="T26" fmla="*/ 1751 w 2359"/>
                <a:gd name="T27" fmla="*/ 2295 h 3314"/>
                <a:gd name="T28" fmla="*/ 1809 w 2359"/>
                <a:gd name="T29" fmla="*/ 2511 h 3314"/>
                <a:gd name="T30" fmla="*/ 1863 w 2359"/>
                <a:gd name="T31" fmla="*/ 2778 h 3314"/>
                <a:gd name="T32" fmla="*/ 1890 w 2359"/>
                <a:gd name="T33" fmla="*/ 3012 h 3314"/>
                <a:gd name="T34" fmla="*/ 1905 w 2359"/>
                <a:gd name="T35" fmla="*/ 3312 h 3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59" h="3314">
                  <a:moveTo>
                    <a:pt x="1905" y="3312"/>
                  </a:moveTo>
                  <a:lnTo>
                    <a:pt x="2358" y="3313"/>
                  </a:lnTo>
                  <a:lnTo>
                    <a:pt x="2358" y="1437"/>
                  </a:lnTo>
                  <a:lnTo>
                    <a:pt x="0" y="0"/>
                  </a:lnTo>
                  <a:lnTo>
                    <a:pt x="201" y="150"/>
                  </a:lnTo>
                  <a:lnTo>
                    <a:pt x="366" y="279"/>
                  </a:lnTo>
                  <a:lnTo>
                    <a:pt x="552" y="441"/>
                  </a:lnTo>
                  <a:lnTo>
                    <a:pt x="732" y="612"/>
                  </a:lnTo>
                  <a:lnTo>
                    <a:pt x="996" y="903"/>
                  </a:lnTo>
                  <a:lnTo>
                    <a:pt x="1230" y="1212"/>
                  </a:lnTo>
                  <a:lnTo>
                    <a:pt x="1400" y="1482"/>
                  </a:lnTo>
                  <a:lnTo>
                    <a:pt x="1548" y="1761"/>
                  </a:lnTo>
                  <a:lnTo>
                    <a:pt x="1665" y="2040"/>
                  </a:lnTo>
                  <a:lnTo>
                    <a:pt x="1751" y="2295"/>
                  </a:lnTo>
                  <a:lnTo>
                    <a:pt x="1809" y="2511"/>
                  </a:lnTo>
                  <a:lnTo>
                    <a:pt x="1863" y="2778"/>
                  </a:lnTo>
                  <a:lnTo>
                    <a:pt x="1890" y="3012"/>
                  </a:lnTo>
                  <a:lnTo>
                    <a:pt x="1905" y="3312"/>
                  </a:lnTo>
                </a:path>
              </a:pathLst>
            </a:custGeom>
            <a:gradFill rotWithShape="0">
              <a:gsLst>
                <a:gs pos="0">
                  <a:schemeClr val="accent2">
                    <a:gamma/>
                    <a:shade val="46275"/>
                    <a:invGamma/>
                  </a:schemeClr>
                </a:gs>
                <a:gs pos="100000">
                  <a:schemeClr val="accent2"/>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defRPr/>
              </a:pPr>
              <a:endParaRPr kumimoji="1" lang="en-US" sz="2400" b="1">
                <a:solidFill>
                  <a:srgbClr val="FFFFFF"/>
                </a:solidFill>
              </a:endParaRPr>
            </a:p>
          </p:txBody>
        </p:sp>
        <p:sp>
          <p:nvSpPr>
            <p:cNvPr id="1033" name="Arc 1028"/>
            <p:cNvSpPr>
              <a:spLocks/>
            </p:cNvSpPr>
            <p:nvPr/>
          </p:nvSpPr>
          <p:spPr bwMode="auto">
            <a:xfrm>
              <a:off x="0" y="1"/>
              <a:ext cx="5298" cy="431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cap="rnd">
              <a:solidFill>
                <a:schemeClr val="accent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US" sz="2400" b="1">
                <a:solidFill>
                  <a:srgbClr val="FFFFFF"/>
                </a:solidFill>
              </a:endParaRPr>
            </a:p>
          </p:txBody>
        </p:sp>
      </p:grpSp>
      <p:sp>
        <p:nvSpPr>
          <p:cNvPr id="1027" name="Rectangle 1029"/>
          <p:cNvSpPr>
            <a:spLocks noGrp="1" noChangeArrowheads="1"/>
          </p:cNvSpPr>
          <p:nvPr>
            <p:ph type="title"/>
          </p:nvPr>
        </p:nvSpPr>
        <p:spPr bwMode="auto">
          <a:xfrm>
            <a:off x="914400" y="609600"/>
            <a:ext cx="103632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p>
            <a:pPr lvl="0"/>
            <a:r>
              <a:rPr lang="zh-CN" altLang="en-US"/>
              <a:t>单击此处编辑母版标题样式</a:t>
            </a:r>
          </a:p>
        </p:txBody>
      </p:sp>
      <p:sp>
        <p:nvSpPr>
          <p:cNvPr id="3078" name="Rectangle 1030"/>
          <p:cNvSpPr>
            <a:spLocks noGrp="1" noChangeArrowheads="1"/>
          </p:cNvSpPr>
          <p:nvPr>
            <p:ph type="dt" sz="half" idx="2"/>
          </p:nvPr>
        </p:nvSpPr>
        <p:spPr bwMode="auto">
          <a:xfrm>
            <a:off x="914400" y="62484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lvl1pPr>
              <a:defRPr kumimoji="0" sz="1400" b="0">
                <a:cs typeface="+mn-cs"/>
              </a:defRPr>
            </a:lvl1pPr>
          </a:lstStyle>
          <a:p>
            <a:pPr fontAlgn="base">
              <a:spcBef>
                <a:spcPct val="0"/>
              </a:spcBef>
              <a:spcAft>
                <a:spcPct val="0"/>
              </a:spcAft>
              <a:defRPr/>
            </a:pPr>
            <a:endParaRPr lang="en-US" altLang="zh-CN">
              <a:solidFill>
                <a:srgbClr val="FFFFFF"/>
              </a:solidFill>
            </a:endParaRPr>
          </a:p>
        </p:txBody>
      </p:sp>
      <p:sp>
        <p:nvSpPr>
          <p:cNvPr id="3079" name="Rectangle 1031"/>
          <p:cNvSpPr>
            <a:spLocks noGrp="1" noChangeArrowheads="1"/>
          </p:cNvSpPr>
          <p:nvPr>
            <p:ph type="ftr" sz="quarter" idx="3"/>
          </p:nvPr>
        </p:nvSpPr>
        <p:spPr bwMode="auto">
          <a:xfrm>
            <a:off x="4165600" y="6248400"/>
            <a:ext cx="386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lvl1pPr algn="ctr">
              <a:defRPr kumimoji="0" sz="1400" b="0">
                <a:cs typeface="+mn-cs"/>
              </a:defRPr>
            </a:lvl1pPr>
          </a:lstStyle>
          <a:p>
            <a:pPr fontAlgn="base">
              <a:spcBef>
                <a:spcPct val="0"/>
              </a:spcBef>
              <a:spcAft>
                <a:spcPct val="0"/>
              </a:spcAft>
              <a:defRPr/>
            </a:pPr>
            <a:endParaRPr lang="en-US" altLang="zh-CN">
              <a:solidFill>
                <a:srgbClr val="FFFFFF"/>
              </a:solidFill>
            </a:endParaRPr>
          </a:p>
        </p:txBody>
      </p:sp>
      <p:sp>
        <p:nvSpPr>
          <p:cNvPr id="3080" name="Rectangle 1032"/>
          <p:cNvSpPr>
            <a:spLocks noGrp="1" noChangeArrowheads="1"/>
          </p:cNvSpPr>
          <p:nvPr>
            <p:ph type="sldNum" sz="quarter" idx="4"/>
          </p:nvPr>
        </p:nvSpPr>
        <p:spPr bwMode="auto">
          <a:xfrm>
            <a:off x="8737600" y="62484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lvl1pPr algn="r">
              <a:defRPr kumimoji="0" sz="1400" b="0">
                <a:cs typeface="+mn-cs"/>
              </a:defRPr>
            </a:lvl1pPr>
          </a:lstStyle>
          <a:p>
            <a:pPr fontAlgn="base">
              <a:spcBef>
                <a:spcPct val="0"/>
              </a:spcBef>
              <a:spcAft>
                <a:spcPct val="0"/>
              </a:spcAft>
              <a:defRPr/>
            </a:pPr>
            <a:fld id="{AF2774D3-29C5-47F8-B0DE-4093493D97B4}" type="slidenum">
              <a:rPr lang="en-US" altLang="zh-CN">
                <a:solidFill>
                  <a:srgbClr val="FFFFFF"/>
                </a:solidFill>
              </a:rPr>
              <a:pPr fontAlgn="base">
                <a:spcBef>
                  <a:spcPct val="0"/>
                </a:spcBef>
                <a:spcAft>
                  <a:spcPct val="0"/>
                </a:spcAft>
                <a:defRPr/>
              </a:pPr>
              <a:t>‹#›</a:t>
            </a:fld>
            <a:endParaRPr lang="en-US" altLang="zh-CN">
              <a:solidFill>
                <a:srgbClr val="FFFFFF"/>
              </a:solidFill>
            </a:endParaRPr>
          </a:p>
        </p:txBody>
      </p:sp>
      <p:sp>
        <p:nvSpPr>
          <p:cNvPr id="1031" name="Rectangle 1033"/>
          <p:cNvSpPr>
            <a:spLocks noGrp="1" noChangeArrowheads="1"/>
          </p:cNvSpPr>
          <p:nvPr>
            <p:ph type="body" idx="1"/>
          </p:nvPr>
        </p:nvSpPr>
        <p:spPr bwMode="auto">
          <a:xfrm>
            <a:off x="914400" y="1981200"/>
            <a:ext cx="10363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803635376"/>
      </p:ext>
    </p:extLst>
  </p:cSld>
  <p:clrMap bg1="dk2" tx1="lt1" bg2="dk1" tx2="lt2" accent1="accent1" accent2="accent2" accent3="accent3" accent4="accent4" accent5="accent5" accent6="accent6" hlink="hlink" folHlink="folHlink"/>
  <p:sldLayoutIdLst>
    <p:sldLayoutId id="2147483767" r:id="rId1"/>
    <p:sldLayoutId id="2147483768" r:id="rId2"/>
    <p:sldLayoutId id="2147483769" r:id="rId3"/>
    <p:sldLayoutId id="2147483770" r:id="rId4"/>
    <p:sldLayoutId id="2147483771" r:id="rId5"/>
    <p:sldLayoutId id="2147483772" r:id="rId6"/>
    <p:sldLayoutId id="2147483773" r:id="rId7"/>
    <p:sldLayoutId id="2147483774" r:id="rId8"/>
    <p:sldLayoutId id="2147483775" r:id="rId9"/>
    <p:sldLayoutId id="2147483776" r:id="rId10"/>
    <p:sldLayoutId id="2147483777" r:id="rId11"/>
  </p:sldLayoutIdLst>
  <p:transition>
    <p:zoom dir="in"/>
  </p:transition>
  <p:txStyles>
    <p:titleStyle>
      <a:lvl1pPr algn="ctr" rtl="0" eaLnBrk="0" fontAlgn="base" hangingPunct="0">
        <a:spcBef>
          <a:spcPct val="0"/>
        </a:spcBef>
        <a:spcAft>
          <a:spcPct val="0"/>
        </a:spcAft>
        <a:defRPr kumimoji="1" sz="4400" b="1">
          <a:solidFill>
            <a:srgbClr val="6600CC"/>
          </a:solidFill>
          <a:latin typeface="+mj-lt"/>
          <a:ea typeface="+mj-ea"/>
          <a:cs typeface="+mj-cs"/>
        </a:defRPr>
      </a:lvl1pPr>
      <a:lvl2pPr algn="ctr" rtl="0" eaLnBrk="0" fontAlgn="base" hangingPunct="0">
        <a:spcBef>
          <a:spcPct val="0"/>
        </a:spcBef>
        <a:spcAft>
          <a:spcPct val="0"/>
        </a:spcAft>
        <a:defRPr kumimoji="1" sz="4400" b="1">
          <a:solidFill>
            <a:srgbClr val="6600CC"/>
          </a:solidFill>
          <a:latin typeface="Arial" charset="0"/>
          <a:ea typeface="宋体" pitchFamily="2" charset="-122"/>
        </a:defRPr>
      </a:lvl2pPr>
      <a:lvl3pPr algn="ctr" rtl="0" eaLnBrk="0" fontAlgn="base" hangingPunct="0">
        <a:spcBef>
          <a:spcPct val="0"/>
        </a:spcBef>
        <a:spcAft>
          <a:spcPct val="0"/>
        </a:spcAft>
        <a:defRPr kumimoji="1" sz="4400" b="1">
          <a:solidFill>
            <a:srgbClr val="6600CC"/>
          </a:solidFill>
          <a:latin typeface="Arial" charset="0"/>
          <a:ea typeface="宋体" pitchFamily="2" charset="-122"/>
        </a:defRPr>
      </a:lvl3pPr>
      <a:lvl4pPr algn="ctr" rtl="0" eaLnBrk="0" fontAlgn="base" hangingPunct="0">
        <a:spcBef>
          <a:spcPct val="0"/>
        </a:spcBef>
        <a:spcAft>
          <a:spcPct val="0"/>
        </a:spcAft>
        <a:defRPr kumimoji="1" sz="4400" b="1">
          <a:solidFill>
            <a:srgbClr val="6600CC"/>
          </a:solidFill>
          <a:latin typeface="Arial" charset="0"/>
          <a:ea typeface="宋体" pitchFamily="2" charset="-122"/>
        </a:defRPr>
      </a:lvl4pPr>
      <a:lvl5pPr algn="ctr" rtl="0" eaLnBrk="0" fontAlgn="base" hangingPunct="0">
        <a:spcBef>
          <a:spcPct val="0"/>
        </a:spcBef>
        <a:spcAft>
          <a:spcPct val="0"/>
        </a:spcAft>
        <a:defRPr kumimoji="1" sz="4400" b="1">
          <a:solidFill>
            <a:srgbClr val="6600CC"/>
          </a:solidFill>
          <a:latin typeface="Arial" charset="0"/>
          <a:ea typeface="宋体" pitchFamily="2" charset="-122"/>
        </a:defRPr>
      </a:lvl5pPr>
      <a:lvl6pPr marL="457200" algn="ctr" rtl="0" fontAlgn="base">
        <a:spcBef>
          <a:spcPct val="0"/>
        </a:spcBef>
        <a:spcAft>
          <a:spcPct val="0"/>
        </a:spcAft>
        <a:defRPr kumimoji="1" sz="4400" b="1">
          <a:solidFill>
            <a:srgbClr val="6600CC"/>
          </a:solidFill>
          <a:latin typeface="Arial" charset="0"/>
          <a:ea typeface="宋体" pitchFamily="2" charset="-122"/>
        </a:defRPr>
      </a:lvl6pPr>
      <a:lvl7pPr marL="914400" algn="ctr" rtl="0" fontAlgn="base">
        <a:spcBef>
          <a:spcPct val="0"/>
        </a:spcBef>
        <a:spcAft>
          <a:spcPct val="0"/>
        </a:spcAft>
        <a:defRPr kumimoji="1" sz="4400" b="1">
          <a:solidFill>
            <a:srgbClr val="6600CC"/>
          </a:solidFill>
          <a:latin typeface="Arial" charset="0"/>
          <a:ea typeface="宋体" pitchFamily="2" charset="-122"/>
        </a:defRPr>
      </a:lvl7pPr>
      <a:lvl8pPr marL="1371600" algn="ctr" rtl="0" fontAlgn="base">
        <a:spcBef>
          <a:spcPct val="0"/>
        </a:spcBef>
        <a:spcAft>
          <a:spcPct val="0"/>
        </a:spcAft>
        <a:defRPr kumimoji="1" sz="4400" b="1">
          <a:solidFill>
            <a:srgbClr val="6600CC"/>
          </a:solidFill>
          <a:latin typeface="Arial" charset="0"/>
          <a:ea typeface="宋体" pitchFamily="2" charset="-122"/>
        </a:defRPr>
      </a:lvl8pPr>
      <a:lvl9pPr marL="1828800" algn="ctr" rtl="0" fontAlgn="base">
        <a:spcBef>
          <a:spcPct val="0"/>
        </a:spcBef>
        <a:spcAft>
          <a:spcPct val="0"/>
        </a:spcAft>
        <a:defRPr kumimoji="1" sz="4400" b="1">
          <a:solidFill>
            <a:srgbClr val="6600CC"/>
          </a:solidFill>
          <a:latin typeface="Arial" charset="0"/>
          <a:ea typeface="宋体" pitchFamily="2" charset="-122"/>
        </a:defRPr>
      </a:lvl9pPr>
    </p:titleStyle>
    <p:bodyStyle>
      <a:lvl1pPr marL="342900" indent="-342900" algn="l" rtl="0" eaLnBrk="0" fontAlgn="base" hangingPunct="0">
        <a:spcBef>
          <a:spcPct val="20000"/>
        </a:spcBef>
        <a:spcAft>
          <a:spcPct val="0"/>
        </a:spcAft>
        <a:buClr>
          <a:schemeClr val="accent2"/>
        </a:buClr>
        <a:buSzPct val="80000"/>
        <a:buFont typeface="Wingdings" pitchFamily="2" charset="2"/>
        <a:buChar char="l"/>
        <a:defRPr kumimoji="1" sz="3200" b="1">
          <a:solidFill>
            <a:schemeClr val="bg2"/>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kumimoji="1" sz="2800" b="1">
          <a:solidFill>
            <a:schemeClr val="bg2"/>
          </a:solidFill>
          <a:latin typeface="+mn-lt"/>
          <a:ea typeface="+mn-ea"/>
        </a:defRPr>
      </a:lvl2pPr>
      <a:lvl3pPr marL="1143000" indent="-228600" algn="l" rtl="0" eaLnBrk="0" fontAlgn="base" hangingPunct="0">
        <a:spcBef>
          <a:spcPct val="20000"/>
        </a:spcBef>
        <a:spcAft>
          <a:spcPct val="0"/>
        </a:spcAft>
        <a:buClr>
          <a:schemeClr val="accent1"/>
        </a:buClr>
        <a:buSzPct val="60000"/>
        <a:buFont typeface="Wingdings" pitchFamily="2" charset="2"/>
        <a:buChar char="l"/>
        <a:defRPr kumimoji="1" sz="2400" b="1">
          <a:solidFill>
            <a:schemeClr val="bg2"/>
          </a:solidFill>
          <a:latin typeface="+mn-lt"/>
          <a:ea typeface="+mn-ea"/>
        </a:defRPr>
      </a:lvl3pPr>
      <a:lvl4pPr marL="1600200" indent="-228600" algn="l" rtl="0" eaLnBrk="0" fontAlgn="base" hangingPunct="0">
        <a:spcBef>
          <a:spcPct val="20000"/>
        </a:spcBef>
        <a:spcAft>
          <a:spcPct val="0"/>
        </a:spcAft>
        <a:buClr>
          <a:schemeClr val="tx1"/>
        </a:buClr>
        <a:buChar char="–"/>
        <a:defRPr kumimoji="1" sz="2000" b="1">
          <a:solidFill>
            <a:schemeClr val="bg2"/>
          </a:solidFill>
          <a:latin typeface="+mn-lt"/>
          <a:ea typeface="+mn-ea"/>
        </a:defRPr>
      </a:lvl4pPr>
      <a:lvl5pPr marL="2057400" indent="-228600" algn="l" rtl="0" eaLnBrk="0" fontAlgn="base" hangingPunct="0">
        <a:spcBef>
          <a:spcPct val="20000"/>
        </a:spcBef>
        <a:spcAft>
          <a:spcPct val="0"/>
        </a:spcAft>
        <a:buClr>
          <a:schemeClr val="accent1"/>
        </a:buClr>
        <a:buChar char="•"/>
        <a:defRPr kumimoji="1" sz="2000" b="1">
          <a:solidFill>
            <a:schemeClr val="bg2"/>
          </a:solidFill>
          <a:latin typeface="+mn-lt"/>
          <a:ea typeface="+mn-ea"/>
        </a:defRPr>
      </a:lvl5pPr>
      <a:lvl6pPr marL="2514600" indent="-228600" algn="l" rtl="0" fontAlgn="base">
        <a:spcBef>
          <a:spcPct val="20000"/>
        </a:spcBef>
        <a:spcAft>
          <a:spcPct val="0"/>
        </a:spcAft>
        <a:buClr>
          <a:schemeClr val="accent1"/>
        </a:buClr>
        <a:buChar char="•"/>
        <a:defRPr kumimoji="1" sz="2000" b="1">
          <a:solidFill>
            <a:schemeClr val="bg2"/>
          </a:solidFill>
          <a:latin typeface="+mn-lt"/>
          <a:ea typeface="+mn-ea"/>
        </a:defRPr>
      </a:lvl6pPr>
      <a:lvl7pPr marL="2971800" indent="-228600" algn="l" rtl="0" fontAlgn="base">
        <a:spcBef>
          <a:spcPct val="20000"/>
        </a:spcBef>
        <a:spcAft>
          <a:spcPct val="0"/>
        </a:spcAft>
        <a:buClr>
          <a:schemeClr val="accent1"/>
        </a:buClr>
        <a:buChar char="•"/>
        <a:defRPr kumimoji="1" sz="2000" b="1">
          <a:solidFill>
            <a:schemeClr val="bg2"/>
          </a:solidFill>
          <a:latin typeface="+mn-lt"/>
          <a:ea typeface="+mn-ea"/>
        </a:defRPr>
      </a:lvl7pPr>
      <a:lvl8pPr marL="3429000" indent="-228600" algn="l" rtl="0" fontAlgn="base">
        <a:spcBef>
          <a:spcPct val="20000"/>
        </a:spcBef>
        <a:spcAft>
          <a:spcPct val="0"/>
        </a:spcAft>
        <a:buClr>
          <a:schemeClr val="accent1"/>
        </a:buClr>
        <a:buChar char="•"/>
        <a:defRPr kumimoji="1" sz="2000" b="1">
          <a:solidFill>
            <a:schemeClr val="bg2"/>
          </a:solidFill>
          <a:latin typeface="+mn-lt"/>
          <a:ea typeface="+mn-ea"/>
        </a:defRPr>
      </a:lvl8pPr>
      <a:lvl9pPr marL="3886200" indent="-228600" algn="l" rtl="0" fontAlgn="base">
        <a:spcBef>
          <a:spcPct val="20000"/>
        </a:spcBef>
        <a:spcAft>
          <a:spcPct val="0"/>
        </a:spcAft>
        <a:buClr>
          <a:schemeClr val="accent1"/>
        </a:buClr>
        <a:buChar char="•"/>
        <a:defRPr kumimoji="1" sz="2000" b="1">
          <a:solidFill>
            <a:schemeClr val="bg2"/>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16"/>
          <p:cNvSpPr>
            <a:spLocks noChangeArrowheads="1"/>
          </p:cNvSpPr>
          <p:nvPr/>
        </p:nvSpPr>
        <p:spPr bwMode="gray">
          <a:xfrm>
            <a:off x="0" y="6477000"/>
            <a:ext cx="12192000" cy="381000"/>
          </a:xfrm>
          <a:prstGeom prst="rect">
            <a:avLst/>
          </a:prstGeom>
          <a:solidFill>
            <a:srgbClr val="969696">
              <a:alpha val="39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fontAlgn="base" hangingPunct="1">
              <a:spcBef>
                <a:spcPct val="0"/>
              </a:spcBef>
              <a:spcAft>
                <a:spcPct val="0"/>
              </a:spcAft>
              <a:defRPr/>
            </a:pPr>
            <a:endParaRPr kumimoji="0" lang="en-US" altLang="en-US" sz="2800">
              <a:solidFill>
                <a:srgbClr val="000000"/>
              </a:solidFill>
              <a:latin typeface="Arial" charset="0"/>
            </a:endParaRPr>
          </a:p>
        </p:txBody>
      </p:sp>
      <p:sp>
        <p:nvSpPr>
          <p:cNvPr id="2051" name="Freeform 20" descr="gbc_3"/>
          <p:cNvSpPr>
            <a:spLocks/>
          </p:cNvSpPr>
          <p:nvPr/>
        </p:nvSpPr>
        <p:spPr bwMode="gray">
          <a:xfrm>
            <a:off x="0" y="1"/>
            <a:ext cx="11887200" cy="1014413"/>
          </a:xfrm>
          <a:custGeom>
            <a:avLst/>
            <a:gdLst>
              <a:gd name="T0" fmla="*/ 0 w 5616"/>
              <a:gd name="T1" fmla="*/ 2147483647 h 576"/>
              <a:gd name="T2" fmla="*/ 2147483647 w 5616"/>
              <a:gd name="T3" fmla="*/ 2147483647 h 576"/>
              <a:gd name="T4" fmla="*/ 2147483647 w 5616"/>
              <a:gd name="T5" fmla="*/ 0 h 576"/>
              <a:gd name="T6" fmla="*/ 0 w 5616"/>
              <a:gd name="T7" fmla="*/ 0 h 576"/>
              <a:gd name="T8" fmla="*/ 0 w 5616"/>
              <a:gd name="T9" fmla="*/ 2147483647 h 57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616" h="576">
                <a:moveTo>
                  <a:pt x="0" y="576"/>
                </a:moveTo>
                <a:lnTo>
                  <a:pt x="5465" y="563"/>
                </a:lnTo>
                <a:lnTo>
                  <a:pt x="5616" y="0"/>
                </a:lnTo>
                <a:lnTo>
                  <a:pt x="0" y="0"/>
                </a:lnTo>
                <a:lnTo>
                  <a:pt x="0" y="576"/>
                </a:lnTo>
                <a:close/>
              </a:path>
            </a:pathLst>
          </a:custGeom>
          <a:blipFill dpi="0" rotWithShape="1">
            <a:blip r:embed="rId13"/>
            <a:srcRect/>
            <a:stretch>
              <a:fillRect/>
            </a:stretch>
          </a:bli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US" sz="2400" b="1">
              <a:solidFill>
                <a:srgbClr val="000000"/>
              </a:solidFill>
              <a:latin typeface="Times New Roman" pitchFamily="18" charset="0"/>
              <a:ea typeface="宋体" pitchFamily="2" charset="-122"/>
            </a:endParaRPr>
          </a:p>
        </p:txBody>
      </p:sp>
      <p:sp>
        <p:nvSpPr>
          <p:cNvPr id="2052" name="Freeform 19"/>
          <p:cNvSpPr>
            <a:spLocks/>
          </p:cNvSpPr>
          <p:nvPr/>
        </p:nvSpPr>
        <p:spPr bwMode="gray">
          <a:xfrm>
            <a:off x="3" y="0"/>
            <a:ext cx="11899900" cy="6858000"/>
          </a:xfrm>
          <a:custGeom>
            <a:avLst/>
            <a:gdLst>
              <a:gd name="T0" fmla="*/ 0 w 5622"/>
              <a:gd name="T1" fmla="*/ 0 h 4320"/>
              <a:gd name="T2" fmla="*/ 2147483647 w 5622"/>
              <a:gd name="T3" fmla="*/ 0 h 4320"/>
              <a:gd name="T4" fmla="*/ 2147483647 w 5622"/>
              <a:gd name="T5" fmla="*/ 2147483647 h 4320"/>
              <a:gd name="T6" fmla="*/ 0 w 5622"/>
              <a:gd name="T7" fmla="*/ 2147483647 h 4320"/>
              <a:gd name="T8" fmla="*/ 0 w 5622"/>
              <a:gd name="T9" fmla="*/ 0 h 43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622" h="4320">
                <a:moveTo>
                  <a:pt x="0" y="0"/>
                </a:moveTo>
                <a:lnTo>
                  <a:pt x="5622" y="0"/>
                </a:lnTo>
                <a:lnTo>
                  <a:pt x="4457" y="4313"/>
                </a:lnTo>
                <a:lnTo>
                  <a:pt x="0" y="4320"/>
                </a:lnTo>
                <a:lnTo>
                  <a:pt x="0" y="0"/>
                </a:lnTo>
                <a:close/>
              </a:path>
            </a:pathLst>
          </a:custGeom>
          <a:solidFill>
            <a:schemeClr val="folHlink">
              <a:alpha val="12941"/>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76200" algn="ctr" rotWithShape="0">
                    <a:schemeClr val="bg2">
                      <a:alpha val="50000"/>
                    </a:schemeClr>
                  </a:outerShdw>
                </a:effectLst>
              </a14:hiddenEffects>
            </a:ext>
          </a:extLst>
        </p:spPr>
        <p:txBody>
          <a:bodyPr/>
          <a:lstStyle/>
          <a:p>
            <a:pPr fontAlgn="base">
              <a:spcBef>
                <a:spcPct val="0"/>
              </a:spcBef>
              <a:spcAft>
                <a:spcPct val="0"/>
              </a:spcAft>
            </a:pPr>
            <a:endParaRPr kumimoji="1" lang="en-US" sz="2400" b="1">
              <a:solidFill>
                <a:srgbClr val="000000"/>
              </a:solidFill>
              <a:latin typeface="Times New Roman" pitchFamily="18" charset="0"/>
              <a:ea typeface="宋体" pitchFamily="2" charset="-122"/>
            </a:endParaRPr>
          </a:p>
        </p:txBody>
      </p:sp>
      <p:sp>
        <p:nvSpPr>
          <p:cNvPr id="2053" name="Rectangle 17"/>
          <p:cNvSpPr>
            <a:spLocks noChangeArrowheads="1"/>
          </p:cNvSpPr>
          <p:nvPr/>
        </p:nvSpPr>
        <p:spPr bwMode="gray">
          <a:xfrm>
            <a:off x="0" y="403225"/>
            <a:ext cx="12192000" cy="609600"/>
          </a:xfrm>
          <a:prstGeom prst="rect">
            <a:avLst/>
          </a:prstGeom>
          <a:solidFill>
            <a:srgbClr val="173D89">
              <a:alpha val="76862"/>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fontAlgn="base" hangingPunct="1">
              <a:spcBef>
                <a:spcPct val="0"/>
              </a:spcBef>
              <a:spcAft>
                <a:spcPct val="0"/>
              </a:spcAft>
              <a:defRPr/>
            </a:pPr>
            <a:endParaRPr kumimoji="0" lang="en-US" altLang="en-US" sz="2800">
              <a:solidFill>
                <a:srgbClr val="000000"/>
              </a:solidFill>
              <a:latin typeface="Arial" charset="0"/>
            </a:endParaRPr>
          </a:p>
        </p:txBody>
      </p:sp>
      <p:sp>
        <p:nvSpPr>
          <p:cNvPr id="2054" name="Rectangle 3"/>
          <p:cNvSpPr>
            <a:spLocks noGrp="1" noChangeArrowheads="1"/>
          </p:cNvSpPr>
          <p:nvPr>
            <p:ph type="body" idx="1"/>
          </p:nvPr>
        </p:nvSpPr>
        <p:spPr bwMode="auto">
          <a:xfrm>
            <a:off x="609600" y="1066801"/>
            <a:ext cx="10972800" cy="5248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2" name="Rectangle 4"/>
          <p:cNvSpPr>
            <a:spLocks noGrp="1" noChangeArrowheads="1"/>
          </p:cNvSpPr>
          <p:nvPr>
            <p:ph type="dt" sz="half" idx="2"/>
          </p:nvPr>
        </p:nvSpPr>
        <p:spPr bwMode="auto">
          <a:xfrm>
            <a:off x="609600" y="6570696"/>
            <a:ext cx="2844800" cy="192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kumimoji="0" sz="1000" b="0">
                <a:solidFill>
                  <a:srgbClr val="000000"/>
                </a:solidFill>
                <a:latin typeface="+mn-lt"/>
                <a:ea typeface="宋体" pitchFamily="2" charset="-122"/>
                <a:cs typeface="+mn-cs"/>
              </a:defRPr>
            </a:lvl1pPr>
          </a:lstStyle>
          <a:p>
            <a:pPr fontAlgn="base">
              <a:spcBef>
                <a:spcPct val="0"/>
              </a:spcBef>
              <a:spcAft>
                <a:spcPct val="0"/>
              </a:spcAft>
              <a:defRPr/>
            </a:pPr>
            <a:endParaRPr lang="en-US" altLang="zh-CN"/>
          </a:p>
        </p:txBody>
      </p:sp>
      <p:sp>
        <p:nvSpPr>
          <p:cNvPr id="3" name="Rectangle 6"/>
          <p:cNvSpPr>
            <a:spLocks noGrp="1" noChangeArrowheads="1"/>
          </p:cNvSpPr>
          <p:nvPr>
            <p:ph type="sldNum" sz="quarter" idx="4"/>
          </p:nvPr>
        </p:nvSpPr>
        <p:spPr bwMode="auto">
          <a:xfrm>
            <a:off x="5283200" y="6553233"/>
            <a:ext cx="1625600" cy="227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kumimoji="0" sz="1000" b="0">
                <a:solidFill>
                  <a:srgbClr val="000000"/>
                </a:solidFill>
                <a:latin typeface="+mn-lt"/>
                <a:ea typeface="宋体" pitchFamily="2" charset="-122"/>
                <a:cs typeface="+mn-cs"/>
              </a:defRPr>
            </a:lvl1pPr>
          </a:lstStyle>
          <a:p>
            <a:pPr fontAlgn="base">
              <a:spcBef>
                <a:spcPct val="0"/>
              </a:spcBef>
              <a:spcAft>
                <a:spcPct val="0"/>
              </a:spcAft>
              <a:defRPr/>
            </a:pPr>
            <a:fld id="{8329FA26-4355-4849-AE10-502AC676ED16}" type="slidenum">
              <a:rPr lang="zh-CN" altLang="en-US"/>
              <a:pPr fontAlgn="base">
                <a:spcBef>
                  <a:spcPct val="0"/>
                </a:spcBef>
                <a:spcAft>
                  <a:spcPct val="0"/>
                </a:spcAft>
                <a:defRPr/>
              </a:pPr>
              <a:t>‹#›</a:t>
            </a:fld>
            <a:endParaRPr lang="en-US" altLang="zh-CN"/>
          </a:p>
        </p:txBody>
      </p:sp>
      <p:sp>
        <p:nvSpPr>
          <p:cNvPr id="2057" name="Freeform 18"/>
          <p:cNvSpPr>
            <a:spLocks/>
          </p:cNvSpPr>
          <p:nvPr/>
        </p:nvSpPr>
        <p:spPr bwMode="gray">
          <a:xfrm>
            <a:off x="11552768" y="403225"/>
            <a:ext cx="637117" cy="609600"/>
          </a:xfrm>
          <a:custGeom>
            <a:avLst/>
            <a:gdLst>
              <a:gd name="T0" fmla="*/ 2147483647 w 288"/>
              <a:gd name="T1" fmla="*/ 0 h 384"/>
              <a:gd name="T2" fmla="*/ 0 w 288"/>
              <a:gd name="T3" fmla="*/ 2147483647 h 384"/>
              <a:gd name="T4" fmla="*/ 2147483647 w 288"/>
              <a:gd name="T5" fmla="*/ 2147483647 h 384"/>
              <a:gd name="T6" fmla="*/ 2147483647 w 288"/>
              <a:gd name="T7" fmla="*/ 0 h 384"/>
              <a:gd name="T8" fmla="*/ 2147483647 w 288"/>
              <a:gd name="T9" fmla="*/ 0 h 3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8" h="384">
                <a:moveTo>
                  <a:pt x="96" y="0"/>
                </a:moveTo>
                <a:lnTo>
                  <a:pt x="0" y="384"/>
                </a:lnTo>
                <a:lnTo>
                  <a:pt x="288" y="384"/>
                </a:lnTo>
                <a:lnTo>
                  <a:pt x="288" y="0"/>
                </a:lnTo>
                <a:lnTo>
                  <a:pt x="96" y="0"/>
                </a:lnTo>
                <a:close/>
              </a:path>
            </a:pathLst>
          </a:custGeom>
          <a:solidFill>
            <a:schemeClr va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US" sz="2400" b="1">
              <a:solidFill>
                <a:srgbClr val="000000"/>
              </a:solidFill>
              <a:latin typeface="Times New Roman" pitchFamily="18" charset="0"/>
              <a:ea typeface="宋体" pitchFamily="2" charset="-122"/>
            </a:endParaRPr>
          </a:p>
        </p:txBody>
      </p:sp>
      <p:sp>
        <p:nvSpPr>
          <p:cNvPr id="2058" name="Rectangle 2"/>
          <p:cNvSpPr>
            <a:spLocks noGrp="1" noChangeArrowheads="1"/>
          </p:cNvSpPr>
          <p:nvPr>
            <p:ph type="title"/>
          </p:nvPr>
        </p:nvSpPr>
        <p:spPr bwMode="white">
          <a:xfrm>
            <a:off x="711200" y="412783"/>
            <a:ext cx="10972800" cy="56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zh-CN"/>
              <a:t>Click to edit Master title style</a:t>
            </a:r>
          </a:p>
        </p:txBody>
      </p:sp>
      <p:pic>
        <p:nvPicPr>
          <p:cNvPr id="2059" name="Picture 22" descr="SC01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883903" y="5867400"/>
            <a:ext cx="13081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45446332"/>
      </p:ext>
    </p:extLst>
  </p:cSld>
  <p:clrMap bg1="lt1" tx1="dk1" bg2="lt2" tx2="dk2" accent1="accent1" accent2="accent2" accent3="accent3" accent4="accent4" accent5="accent5" accent6="accent6" hlink="hlink" folHlink="folHlink"/>
  <p:sldLayoutIdLst>
    <p:sldLayoutId id="2147483779" r:id="rId1"/>
    <p:sldLayoutId id="2147483780" r:id="rId2"/>
    <p:sldLayoutId id="2147483781" r:id="rId3"/>
    <p:sldLayoutId id="2147483782" r:id="rId4"/>
    <p:sldLayoutId id="2147483783" r:id="rId5"/>
    <p:sldLayoutId id="2147483784" r:id="rId6"/>
    <p:sldLayoutId id="2147483785" r:id="rId7"/>
    <p:sldLayoutId id="2147483786" r:id="rId8"/>
    <p:sldLayoutId id="2147483787" r:id="rId9"/>
    <p:sldLayoutId id="2147483788" r:id="rId10"/>
    <p:sldLayoutId id="2147483789" r:id="rId11"/>
  </p:sldLayoutIdLst>
  <p:txStyles>
    <p:titleStyle>
      <a:lvl1pPr algn="ctr" rtl="0" eaLnBrk="0" fontAlgn="base" hangingPunct="0">
        <a:spcBef>
          <a:spcPct val="0"/>
        </a:spcBef>
        <a:spcAft>
          <a:spcPct val="0"/>
        </a:spcAft>
        <a:defRPr sz="3600">
          <a:solidFill>
            <a:schemeClr val="bg1"/>
          </a:solidFill>
          <a:latin typeface="+mj-lt"/>
          <a:ea typeface="+mj-ea"/>
          <a:cs typeface="+mj-cs"/>
        </a:defRPr>
      </a:lvl1pPr>
      <a:lvl2pPr algn="ctr" rtl="0" eaLnBrk="0" fontAlgn="base" hangingPunct="0">
        <a:spcBef>
          <a:spcPct val="0"/>
        </a:spcBef>
        <a:spcAft>
          <a:spcPct val="0"/>
        </a:spcAft>
        <a:defRPr sz="3600">
          <a:solidFill>
            <a:schemeClr val="bg1"/>
          </a:solidFill>
          <a:latin typeface="Tahoma" pitchFamily="34" charset="0"/>
        </a:defRPr>
      </a:lvl2pPr>
      <a:lvl3pPr algn="ctr" rtl="0" eaLnBrk="0" fontAlgn="base" hangingPunct="0">
        <a:spcBef>
          <a:spcPct val="0"/>
        </a:spcBef>
        <a:spcAft>
          <a:spcPct val="0"/>
        </a:spcAft>
        <a:defRPr sz="3600">
          <a:solidFill>
            <a:schemeClr val="bg1"/>
          </a:solidFill>
          <a:latin typeface="Tahoma" pitchFamily="34" charset="0"/>
        </a:defRPr>
      </a:lvl3pPr>
      <a:lvl4pPr algn="ctr" rtl="0" eaLnBrk="0" fontAlgn="base" hangingPunct="0">
        <a:spcBef>
          <a:spcPct val="0"/>
        </a:spcBef>
        <a:spcAft>
          <a:spcPct val="0"/>
        </a:spcAft>
        <a:defRPr sz="3600">
          <a:solidFill>
            <a:schemeClr val="bg1"/>
          </a:solidFill>
          <a:latin typeface="Tahoma" pitchFamily="34" charset="0"/>
        </a:defRPr>
      </a:lvl4pPr>
      <a:lvl5pPr algn="ctr" rtl="0" eaLnBrk="0" fontAlgn="base" hangingPunct="0">
        <a:spcBef>
          <a:spcPct val="0"/>
        </a:spcBef>
        <a:spcAft>
          <a:spcPct val="0"/>
        </a:spcAft>
        <a:defRPr sz="3600">
          <a:solidFill>
            <a:schemeClr val="bg1"/>
          </a:solidFill>
          <a:latin typeface="Tahoma" pitchFamily="34" charset="0"/>
        </a:defRPr>
      </a:lvl5pPr>
      <a:lvl6pPr marL="457200" algn="ctr" rtl="0" fontAlgn="base">
        <a:spcBef>
          <a:spcPct val="0"/>
        </a:spcBef>
        <a:spcAft>
          <a:spcPct val="0"/>
        </a:spcAft>
        <a:defRPr sz="3600">
          <a:solidFill>
            <a:schemeClr val="bg1"/>
          </a:solidFill>
          <a:latin typeface="Tahoma" pitchFamily="34" charset="0"/>
        </a:defRPr>
      </a:lvl6pPr>
      <a:lvl7pPr marL="914400" algn="ctr" rtl="0" fontAlgn="base">
        <a:spcBef>
          <a:spcPct val="0"/>
        </a:spcBef>
        <a:spcAft>
          <a:spcPct val="0"/>
        </a:spcAft>
        <a:defRPr sz="3600">
          <a:solidFill>
            <a:schemeClr val="bg1"/>
          </a:solidFill>
          <a:latin typeface="Tahoma" pitchFamily="34" charset="0"/>
        </a:defRPr>
      </a:lvl7pPr>
      <a:lvl8pPr marL="1371600" algn="ctr" rtl="0" fontAlgn="base">
        <a:spcBef>
          <a:spcPct val="0"/>
        </a:spcBef>
        <a:spcAft>
          <a:spcPct val="0"/>
        </a:spcAft>
        <a:defRPr sz="3600">
          <a:solidFill>
            <a:schemeClr val="bg1"/>
          </a:solidFill>
          <a:latin typeface="Tahoma" pitchFamily="34" charset="0"/>
        </a:defRPr>
      </a:lvl8pPr>
      <a:lvl9pPr marL="1828800" algn="ctr" rtl="0" fontAlgn="base">
        <a:spcBef>
          <a:spcPct val="0"/>
        </a:spcBef>
        <a:spcAft>
          <a:spcPct val="0"/>
        </a:spcAft>
        <a:defRPr sz="3600">
          <a:solidFill>
            <a:schemeClr val="bg1"/>
          </a:solidFill>
          <a:latin typeface="Tahoma" pitchFamily="34" charset="0"/>
        </a:defRPr>
      </a:lvl9pPr>
    </p:titleStyle>
    <p:bodyStyle>
      <a:lvl1pPr marL="342900" indent="-342900" algn="l" rtl="0" eaLnBrk="0" fontAlgn="base" hangingPunct="0">
        <a:spcBef>
          <a:spcPct val="20000"/>
        </a:spcBef>
        <a:spcAft>
          <a:spcPct val="0"/>
        </a:spcAft>
        <a:buClr>
          <a:schemeClr val="hlink"/>
        </a:buClr>
        <a:buFont typeface="Wingdings"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800">
          <a:solidFill>
            <a:schemeClr val="tx1"/>
          </a:solidFill>
          <a:latin typeface="Arial" pitchFamily="34" charset="0"/>
        </a:defRPr>
      </a:lvl2pPr>
      <a:lvl3pPr marL="1143000" indent="-228600" algn="l" rtl="0" eaLnBrk="0" fontAlgn="base" hangingPunct="0">
        <a:spcBef>
          <a:spcPct val="20000"/>
        </a:spcBef>
        <a:spcAft>
          <a:spcPct val="0"/>
        </a:spcAft>
        <a:buClr>
          <a:schemeClr val="tx1"/>
        </a:buClr>
        <a:buChar char="•"/>
        <a:defRPr sz="2400">
          <a:solidFill>
            <a:schemeClr val="tx1"/>
          </a:solidFill>
          <a:latin typeface="Arial" pitchFamily="34" charset="0"/>
        </a:defRPr>
      </a:lvl3pPr>
      <a:lvl4pPr marL="1600200" indent="-228600" algn="l" rtl="0" eaLnBrk="0" fontAlgn="base" hangingPunct="0">
        <a:spcBef>
          <a:spcPct val="20000"/>
        </a:spcBef>
        <a:spcAft>
          <a:spcPct val="0"/>
        </a:spcAft>
        <a:buChar char="–"/>
        <a:defRPr sz="2000">
          <a:solidFill>
            <a:schemeClr val="tx1"/>
          </a:solidFill>
          <a:latin typeface="Arial" pitchFamily="34" charset="0"/>
        </a:defRPr>
      </a:lvl4pPr>
      <a:lvl5pPr marL="2057400" indent="-228600" algn="l" rtl="0" eaLnBrk="0" fontAlgn="base" hangingPunct="0">
        <a:spcBef>
          <a:spcPct val="20000"/>
        </a:spcBef>
        <a:spcAft>
          <a:spcPct val="0"/>
        </a:spcAft>
        <a:buChar char="»"/>
        <a:defRPr sz="2000">
          <a:solidFill>
            <a:schemeClr val="tx1"/>
          </a:solidFill>
          <a:latin typeface="Arial" pitchFamily="34" charset="0"/>
        </a:defRPr>
      </a:lvl5pPr>
      <a:lvl6pPr marL="2514600" indent="-228600" algn="l" rtl="0" fontAlgn="base">
        <a:spcBef>
          <a:spcPct val="20000"/>
        </a:spcBef>
        <a:spcAft>
          <a:spcPct val="0"/>
        </a:spcAft>
        <a:buChar char="»"/>
        <a:defRPr sz="2000">
          <a:solidFill>
            <a:schemeClr val="tx1"/>
          </a:solidFill>
          <a:latin typeface="Arial" pitchFamily="34" charset="0"/>
        </a:defRPr>
      </a:lvl6pPr>
      <a:lvl7pPr marL="2971800" indent="-228600" algn="l" rtl="0" fontAlgn="base">
        <a:spcBef>
          <a:spcPct val="20000"/>
        </a:spcBef>
        <a:spcAft>
          <a:spcPct val="0"/>
        </a:spcAft>
        <a:buChar char="»"/>
        <a:defRPr sz="2000">
          <a:solidFill>
            <a:schemeClr val="tx1"/>
          </a:solidFill>
          <a:latin typeface="Arial" pitchFamily="34" charset="0"/>
        </a:defRPr>
      </a:lvl7pPr>
      <a:lvl8pPr marL="3429000" indent="-228600" algn="l" rtl="0" fontAlgn="base">
        <a:spcBef>
          <a:spcPct val="20000"/>
        </a:spcBef>
        <a:spcAft>
          <a:spcPct val="0"/>
        </a:spcAft>
        <a:buChar char="»"/>
        <a:defRPr sz="2000">
          <a:solidFill>
            <a:schemeClr val="tx1"/>
          </a:solidFill>
          <a:latin typeface="Arial" pitchFamily="34" charset="0"/>
        </a:defRPr>
      </a:lvl8pPr>
      <a:lvl9pPr marL="3886200" indent="-228600" algn="l" rtl="0" fontAlgn="base">
        <a:spcBef>
          <a:spcPct val="20000"/>
        </a:spcBef>
        <a:spcAft>
          <a:spcPct val="0"/>
        </a:spcAft>
        <a:buChar char="»"/>
        <a:defRPr sz="2000">
          <a:solidFill>
            <a:schemeClr val="tx1"/>
          </a:solidFill>
          <a:latin typeface="Arial"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1026" name="Group 2"/>
          <p:cNvGrpSpPr>
            <a:grpSpLocks/>
          </p:cNvGrpSpPr>
          <p:nvPr/>
        </p:nvGrpSpPr>
        <p:grpSpPr bwMode="auto">
          <a:xfrm>
            <a:off x="0" y="25"/>
            <a:ext cx="1447800" cy="6854825"/>
            <a:chOff x="0" y="0"/>
            <a:chExt cx="684" cy="4318"/>
          </a:xfrm>
        </p:grpSpPr>
        <p:sp>
          <p:nvSpPr>
            <p:cNvPr id="3075" name="Rectangle 3"/>
            <p:cNvSpPr>
              <a:spLocks noChangeArrowheads="1"/>
            </p:cNvSpPr>
            <p:nvPr/>
          </p:nvSpPr>
          <p:spPr bwMode="auto">
            <a:xfrm>
              <a:off x="0" y="0"/>
              <a:ext cx="684" cy="4318"/>
            </a:xfrm>
            <a:prstGeom prst="rect">
              <a:avLst/>
            </a:prstGeom>
            <a:gradFill rotWithShape="0">
              <a:gsLst>
                <a:gs pos="0">
                  <a:schemeClr val="bg1"/>
                </a:gs>
                <a:gs pos="50000">
                  <a:schemeClr val="bg2"/>
                </a:gs>
                <a:gs pos="100000">
                  <a:schemeClr val="bg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defRPr/>
              </a:pPr>
              <a:endParaRPr kumimoji="1" lang="en-US" sz="2400">
                <a:solidFill>
                  <a:srgbClr val="FFFFFF"/>
                </a:solidFill>
              </a:endParaRPr>
            </a:p>
          </p:txBody>
        </p:sp>
        <p:grpSp>
          <p:nvGrpSpPr>
            <p:cNvPr id="1033" name="Group 4"/>
            <p:cNvGrpSpPr>
              <a:grpSpLocks/>
            </p:cNvGrpSpPr>
            <p:nvPr/>
          </p:nvGrpSpPr>
          <p:grpSpPr bwMode="auto">
            <a:xfrm>
              <a:off x="48" y="102"/>
              <a:ext cx="96" cy="4128"/>
              <a:chOff x="48" y="102"/>
              <a:chExt cx="96" cy="4128"/>
            </a:xfrm>
          </p:grpSpPr>
          <p:sp>
            <p:nvSpPr>
              <p:cNvPr id="1034" name="Rectangle 5"/>
              <p:cNvSpPr>
                <a:spLocks noChangeArrowheads="1"/>
              </p:cNvSpPr>
              <p:nvPr/>
            </p:nvSpPr>
            <p:spPr bwMode="auto">
              <a:xfrm>
                <a:off x="48" y="1105"/>
                <a:ext cx="96" cy="97"/>
              </a:xfrm>
              <a:prstGeom prst="rect">
                <a:avLst/>
              </a:prstGeom>
              <a:solidFill>
                <a:schemeClr val="bg1">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fontAlgn="base" hangingPunct="1">
                  <a:spcBef>
                    <a:spcPct val="0"/>
                  </a:spcBef>
                  <a:spcAft>
                    <a:spcPct val="0"/>
                  </a:spcAft>
                  <a:defRPr/>
                </a:pPr>
                <a:endParaRPr lang="en-US" altLang="en-US">
                  <a:solidFill>
                    <a:srgbClr val="FFFFFF"/>
                  </a:solidFill>
                </a:endParaRPr>
              </a:p>
            </p:txBody>
          </p:sp>
          <p:sp>
            <p:nvSpPr>
              <p:cNvPr id="1035" name="Rectangle 6"/>
              <p:cNvSpPr>
                <a:spLocks noChangeArrowheads="1"/>
              </p:cNvSpPr>
              <p:nvPr/>
            </p:nvSpPr>
            <p:spPr bwMode="auto">
              <a:xfrm>
                <a:off x="48" y="1250"/>
                <a:ext cx="96" cy="96"/>
              </a:xfrm>
              <a:prstGeom prst="rect">
                <a:avLst/>
              </a:prstGeom>
              <a:solidFill>
                <a:schemeClr val="bg1">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fontAlgn="base" hangingPunct="1">
                  <a:spcBef>
                    <a:spcPct val="0"/>
                  </a:spcBef>
                  <a:spcAft>
                    <a:spcPct val="0"/>
                  </a:spcAft>
                  <a:defRPr/>
                </a:pPr>
                <a:endParaRPr lang="en-US" altLang="en-US">
                  <a:solidFill>
                    <a:srgbClr val="FFFFFF"/>
                  </a:solidFill>
                </a:endParaRPr>
              </a:p>
            </p:txBody>
          </p:sp>
          <p:sp>
            <p:nvSpPr>
              <p:cNvPr id="1036" name="Rectangle 7"/>
              <p:cNvSpPr>
                <a:spLocks noChangeArrowheads="1"/>
              </p:cNvSpPr>
              <p:nvPr/>
            </p:nvSpPr>
            <p:spPr bwMode="auto">
              <a:xfrm>
                <a:off x="48" y="1393"/>
                <a:ext cx="96" cy="97"/>
              </a:xfrm>
              <a:prstGeom prst="rect">
                <a:avLst/>
              </a:prstGeom>
              <a:solidFill>
                <a:schemeClr val="bg1">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fontAlgn="base" hangingPunct="1">
                  <a:spcBef>
                    <a:spcPct val="0"/>
                  </a:spcBef>
                  <a:spcAft>
                    <a:spcPct val="0"/>
                  </a:spcAft>
                  <a:defRPr/>
                </a:pPr>
                <a:endParaRPr lang="en-US" altLang="en-US">
                  <a:solidFill>
                    <a:srgbClr val="FFFFFF"/>
                  </a:solidFill>
                </a:endParaRPr>
              </a:p>
            </p:txBody>
          </p:sp>
          <p:sp>
            <p:nvSpPr>
              <p:cNvPr id="1037" name="Rectangle 8"/>
              <p:cNvSpPr>
                <a:spLocks noChangeArrowheads="1"/>
              </p:cNvSpPr>
              <p:nvPr/>
            </p:nvSpPr>
            <p:spPr bwMode="auto">
              <a:xfrm>
                <a:off x="48" y="1538"/>
                <a:ext cx="96" cy="96"/>
              </a:xfrm>
              <a:prstGeom prst="rect">
                <a:avLst/>
              </a:prstGeom>
              <a:solidFill>
                <a:schemeClr val="bg1">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fontAlgn="base" hangingPunct="1">
                  <a:spcBef>
                    <a:spcPct val="0"/>
                  </a:spcBef>
                  <a:spcAft>
                    <a:spcPct val="0"/>
                  </a:spcAft>
                  <a:defRPr/>
                </a:pPr>
                <a:endParaRPr lang="en-US" altLang="en-US">
                  <a:solidFill>
                    <a:srgbClr val="FFFFFF"/>
                  </a:solidFill>
                </a:endParaRPr>
              </a:p>
            </p:txBody>
          </p:sp>
          <p:sp>
            <p:nvSpPr>
              <p:cNvPr id="1038" name="Rectangle 9"/>
              <p:cNvSpPr>
                <a:spLocks noChangeArrowheads="1"/>
              </p:cNvSpPr>
              <p:nvPr/>
            </p:nvSpPr>
            <p:spPr bwMode="auto">
              <a:xfrm>
                <a:off x="48" y="1683"/>
                <a:ext cx="96" cy="95"/>
              </a:xfrm>
              <a:prstGeom prst="rect">
                <a:avLst/>
              </a:prstGeom>
              <a:solidFill>
                <a:schemeClr val="bg1">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fontAlgn="base" hangingPunct="1">
                  <a:spcBef>
                    <a:spcPct val="0"/>
                  </a:spcBef>
                  <a:spcAft>
                    <a:spcPct val="0"/>
                  </a:spcAft>
                  <a:defRPr/>
                </a:pPr>
                <a:endParaRPr lang="en-US" altLang="en-US">
                  <a:solidFill>
                    <a:srgbClr val="FFFFFF"/>
                  </a:solidFill>
                </a:endParaRPr>
              </a:p>
            </p:txBody>
          </p:sp>
          <p:sp>
            <p:nvSpPr>
              <p:cNvPr id="1039" name="Rectangle 10"/>
              <p:cNvSpPr>
                <a:spLocks noChangeArrowheads="1"/>
              </p:cNvSpPr>
              <p:nvPr/>
            </p:nvSpPr>
            <p:spPr bwMode="auto">
              <a:xfrm>
                <a:off x="48" y="1826"/>
                <a:ext cx="96" cy="97"/>
              </a:xfrm>
              <a:prstGeom prst="rect">
                <a:avLst/>
              </a:prstGeom>
              <a:solidFill>
                <a:schemeClr val="bg1">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fontAlgn="base" hangingPunct="1">
                  <a:spcBef>
                    <a:spcPct val="0"/>
                  </a:spcBef>
                  <a:spcAft>
                    <a:spcPct val="0"/>
                  </a:spcAft>
                  <a:defRPr/>
                </a:pPr>
                <a:endParaRPr lang="en-US" altLang="en-US">
                  <a:solidFill>
                    <a:srgbClr val="FFFFFF"/>
                  </a:solidFill>
                </a:endParaRPr>
              </a:p>
            </p:txBody>
          </p:sp>
          <p:sp>
            <p:nvSpPr>
              <p:cNvPr id="1040" name="Rectangle 11"/>
              <p:cNvSpPr>
                <a:spLocks noChangeArrowheads="1"/>
              </p:cNvSpPr>
              <p:nvPr/>
            </p:nvSpPr>
            <p:spPr bwMode="auto">
              <a:xfrm>
                <a:off x="48" y="1971"/>
                <a:ext cx="96" cy="96"/>
              </a:xfrm>
              <a:prstGeom prst="rect">
                <a:avLst/>
              </a:prstGeom>
              <a:solidFill>
                <a:schemeClr val="bg1">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fontAlgn="base" hangingPunct="1">
                  <a:spcBef>
                    <a:spcPct val="0"/>
                  </a:spcBef>
                  <a:spcAft>
                    <a:spcPct val="0"/>
                  </a:spcAft>
                  <a:defRPr/>
                </a:pPr>
                <a:endParaRPr lang="en-US" altLang="en-US">
                  <a:solidFill>
                    <a:srgbClr val="FFFFFF"/>
                  </a:solidFill>
                </a:endParaRPr>
              </a:p>
            </p:txBody>
          </p:sp>
          <p:sp>
            <p:nvSpPr>
              <p:cNvPr id="1041" name="Rectangle 12"/>
              <p:cNvSpPr>
                <a:spLocks noChangeArrowheads="1"/>
              </p:cNvSpPr>
              <p:nvPr/>
            </p:nvSpPr>
            <p:spPr bwMode="auto">
              <a:xfrm>
                <a:off x="48" y="2115"/>
                <a:ext cx="96" cy="96"/>
              </a:xfrm>
              <a:prstGeom prst="rect">
                <a:avLst/>
              </a:prstGeom>
              <a:solidFill>
                <a:schemeClr val="bg1">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fontAlgn="base" hangingPunct="1">
                  <a:spcBef>
                    <a:spcPct val="0"/>
                  </a:spcBef>
                  <a:spcAft>
                    <a:spcPct val="0"/>
                  </a:spcAft>
                  <a:defRPr/>
                </a:pPr>
                <a:endParaRPr lang="en-US" altLang="en-US">
                  <a:solidFill>
                    <a:srgbClr val="FFFFFF"/>
                  </a:solidFill>
                </a:endParaRPr>
              </a:p>
            </p:txBody>
          </p:sp>
          <p:sp>
            <p:nvSpPr>
              <p:cNvPr id="1042" name="Rectangle 13"/>
              <p:cNvSpPr>
                <a:spLocks noChangeArrowheads="1"/>
              </p:cNvSpPr>
              <p:nvPr/>
            </p:nvSpPr>
            <p:spPr bwMode="auto">
              <a:xfrm>
                <a:off x="48" y="2259"/>
                <a:ext cx="96" cy="96"/>
              </a:xfrm>
              <a:prstGeom prst="rect">
                <a:avLst/>
              </a:prstGeom>
              <a:solidFill>
                <a:schemeClr val="bg1">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fontAlgn="base" hangingPunct="1">
                  <a:spcBef>
                    <a:spcPct val="0"/>
                  </a:spcBef>
                  <a:spcAft>
                    <a:spcPct val="0"/>
                  </a:spcAft>
                  <a:defRPr/>
                </a:pPr>
                <a:endParaRPr lang="en-US" altLang="en-US">
                  <a:solidFill>
                    <a:srgbClr val="FFFFFF"/>
                  </a:solidFill>
                </a:endParaRPr>
              </a:p>
            </p:txBody>
          </p:sp>
          <p:sp>
            <p:nvSpPr>
              <p:cNvPr id="1043" name="Rectangle 14"/>
              <p:cNvSpPr>
                <a:spLocks noChangeArrowheads="1"/>
              </p:cNvSpPr>
              <p:nvPr/>
            </p:nvSpPr>
            <p:spPr bwMode="auto">
              <a:xfrm>
                <a:off x="48" y="2403"/>
                <a:ext cx="96" cy="97"/>
              </a:xfrm>
              <a:prstGeom prst="rect">
                <a:avLst/>
              </a:prstGeom>
              <a:solidFill>
                <a:schemeClr val="bg1">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fontAlgn="base" hangingPunct="1">
                  <a:spcBef>
                    <a:spcPct val="0"/>
                  </a:spcBef>
                  <a:spcAft>
                    <a:spcPct val="0"/>
                  </a:spcAft>
                  <a:defRPr/>
                </a:pPr>
                <a:endParaRPr lang="en-US" altLang="en-US">
                  <a:solidFill>
                    <a:srgbClr val="FFFFFF"/>
                  </a:solidFill>
                </a:endParaRPr>
              </a:p>
            </p:txBody>
          </p:sp>
          <p:sp>
            <p:nvSpPr>
              <p:cNvPr id="1044" name="Rectangle 15"/>
              <p:cNvSpPr>
                <a:spLocks noChangeArrowheads="1"/>
              </p:cNvSpPr>
              <p:nvPr/>
            </p:nvSpPr>
            <p:spPr bwMode="auto">
              <a:xfrm>
                <a:off x="48" y="2548"/>
                <a:ext cx="96" cy="95"/>
              </a:xfrm>
              <a:prstGeom prst="rect">
                <a:avLst/>
              </a:prstGeom>
              <a:solidFill>
                <a:schemeClr val="bg1">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fontAlgn="base" hangingPunct="1">
                  <a:spcBef>
                    <a:spcPct val="0"/>
                  </a:spcBef>
                  <a:spcAft>
                    <a:spcPct val="0"/>
                  </a:spcAft>
                  <a:defRPr/>
                </a:pPr>
                <a:endParaRPr lang="en-US" altLang="en-US">
                  <a:solidFill>
                    <a:srgbClr val="FFFFFF"/>
                  </a:solidFill>
                </a:endParaRPr>
              </a:p>
            </p:txBody>
          </p:sp>
          <p:sp>
            <p:nvSpPr>
              <p:cNvPr id="1045" name="Rectangle 16"/>
              <p:cNvSpPr>
                <a:spLocks noChangeArrowheads="1"/>
              </p:cNvSpPr>
              <p:nvPr/>
            </p:nvSpPr>
            <p:spPr bwMode="auto">
              <a:xfrm>
                <a:off x="48" y="2692"/>
                <a:ext cx="96" cy="96"/>
              </a:xfrm>
              <a:prstGeom prst="rect">
                <a:avLst/>
              </a:prstGeom>
              <a:solidFill>
                <a:schemeClr val="bg1">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fontAlgn="base" hangingPunct="1">
                  <a:spcBef>
                    <a:spcPct val="0"/>
                  </a:spcBef>
                  <a:spcAft>
                    <a:spcPct val="0"/>
                  </a:spcAft>
                  <a:defRPr/>
                </a:pPr>
                <a:endParaRPr lang="en-US" altLang="en-US">
                  <a:solidFill>
                    <a:srgbClr val="FFFFFF"/>
                  </a:solidFill>
                </a:endParaRPr>
              </a:p>
            </p:txBody>
          </p:sp>
          <p:sp>
            <p:nvSpPr>
              <p:cNvPr id="1046" name="Rectangle 17"/>
              <p:cNvSpPr>
                <a:spLocks noChangeArrowheads="1"/>
              </p:cNvSpPr>
              <p:nvPr/>
            </p:nvSpPr>
            <p:spPr bwMode="auto">
              <a:xfrm>
                <a:off x="48" y="2836"/>
                <a:ext cx="96" cy="97"/>
              </a:xfrm>
              <a:prstGeom prst="rect">
                <a:avLst/>
              </a:prstGeom>
              <a:solidFill>
                <a:schemeClr val="bg1">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fontAlgn="base" hangingPunct="1">
                  <a:spcBef>
                    <a:spcPct val="0"/>
                  </a:spcBef>
                  <a:spcAft>
                    <a:spcPct val="0"/>
                  </a:spcAft>
                  <a:defRPr/>
                </a:pPr>
                <a:endParaRPr lang="en-US" altLang="en-US">
                  <a:solidFill>
                    <a:srgbClr val="FFFFFF"/>
                  </a:solidFill>
                </a:endParaRPr>
              </a:p>
            </p:txBody>
          </p:sp>
          <p:sp>
            <p:nvSpPr>
              <p:cNvPr id="1047" name="Rectangle 18"/>
              <p:cNvSpPr>
                <a:spLocks noChangeArrowheads="1"/>
              </p:cNvSpPr>
              <p:nvPr/>
            </p:nvSpPr>
            <p:spPr bwMode="auto">
              <a:xfrm>
                <a:off x="48" y="2980"/>
                <a:ext cx="96" cy="96"/>
              </a:xfrm>
              <a:prstGeom prst="rect">
                <a:avLst/>
              </a:prstGeom>
              <a:solidFill>
                <a:schemeClr val="bg1">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fontAlgn="base" hangingPunct="1">
                  <a:spcBef>
                    <a:spcPct val="0"/>
                  </a:spcBef>
                  <a:spcAft>
                    <a:spcPct val="0"/>
                  </a:spcAft>
                  <a:defRPr/>
                </a:pPr>
                <a:endParaRPr lang="en-US" altLang="en-US">
                  <a:solidFill>
                    <a:srgbClr val="FFFFFF"/>
                  </a:solidFill>
                </a:endParaRPr>
              </a:p>
            </p:txBody>
          </p:sp>
          <p:sp>
            <p:nvSpPr>
              <p:cNvPr id="1048" name="Rectangle 19"/>
              <p:cNvSpPr>
                <a:spLocks noChangeArrowheads="1"/>
              </p:cNvSpPr>
              <p:nvPr/>
            </p:nvSpPr>
            <p:spPr bwMode="auto">
              <a:xfrm>
                <a:off x="48" y="3124"/>
                <a:ext cx="96" cy="97"/>
              </a:xfrm>
              <a:prstGeom prst="rect">
                <a:avLst/>
              </a:prstGeom>
              <a:solidFill>
                <a:schemeClr val="bg1">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fontAlgn="base" hangingPunct="1">
                  <a:spcBef>
                    <a:spcPct val="0"/>
                  </a:spcBef>
                  <a:spcAft>
                    <a:spcPct val="0"/>
                  </a:spcAft>
                  <a:defRPr/>
                </a:pPr>
                <a:endParaRPr lang="en-US" altLang="en-US">
                  <a:solidFill>
                    <a:srgbClr val="FFFFFF"/>
                  </a:solidFill>
                </a:endParaRPr>
              </a:p>
            </p:txBody>
          </p:sp>
          <p:sp>
            <p:nvSpPr>
              <p:cNvPr id="1049" name="Rectangle 20"/>
              <p:cNvSpPr>
                <a:spLocks noChangeArrowheads="1"/>
              </p:cNvSpPr>
              <p:nvPr/>
            </p:nvSpPr>
            <p:spPr bwMode="auto">
              <a:xfrm>
                <a:off x="48" y="3269"/>
                <a:ext cx="96" cy="95"/>
              </a:xfrm>
              <a:prstGeom prst="rect">
                <a:avLst/>
              </a:prstGeom>
              <a:solidFill>
                <a:schemeClr val="bg1">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fontAlgn="base" hangingPunct="1">
                  <a:spcBef>
                    <a:spcPct val="0"/>
                  </a:spcBef>
                  <a:spcAft>
                    <a:spcPct val="0"/>
                  </a:spcAft>
                  <a:defRPr/>
                </a:pPr>
                <a:endParaRPr lang="en-US" altLang="en-US">
                  <a:solidFill>
                    <a:srgbClr val="FFFFFF"/>
                  </a:solidFill>
                </a:endParaRPr>
              </a:p>
            </p:txBody>
          </p:sp>
          <p:sp>
            <p:nvSpPr>
              <p:cNvPr id="1050" name="Rectangle 21"/>
              <p:cNvSpPr>
                <a:spLocks noChangeArrowheads="1"/>
              </p:cNvSpPr>
              <p:nvPr/>
            </p:nvSpPr>
            <p:spPr bwMode="auto">
              <a:xfrm>
                <a:off x="48" y="3412"/>
                <a:ext cx="96" cy="97"/>
              </a:xfrm>
              <a:prstGeom prst="rect">
                <a:avLst/>
              </a:prstGeom>
              <a:solidFill>
                <a:schemeClr val="bg1">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fontAlgn="base" hangingPunct="1">
                  <a:spcBef>
                    <a:spcPct val="0"/>
                  </a:spcBef>
                  <a:spcAft>
                    <a:spcPct val="0"/>
                  </a:spcAft>
                  <a:defRPr/>
                </a:pPr>
                <a:endParaRPr lang="en-US" altLang="en-US">
                  <a:solidFill>
                    <a:srgbClr val="FFFFFF"/>
                  </a:solidFill>
                </a:endParaRPr>
              </a:p>
            </p:txBody>
          </p:sp>
          <p:sp>
            <p:nvSpPr>
              <p:cNvPr id="1051" name="Rectangle 22"/>
              <p:cNvSpPr>
                <a:spLocks noChangeArrowheads="1"/>
              </p:cNvSpPr>
              <p:nvPr/>
            </p:nvSpPr>
            <p:spPr bwMode="auto">
              <a:xfrm>
                <a:off x="48" y="3557"/>
                <a:ext cx="96" cy="96"/>
              </a:xfrm>
              <a:prstGeom prst="rect">
                <a:avLst/>
              </a:prstGeom>
              <a:solidFill>
                <a:schemeClr val="bg1">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fontAlgn="base" hangingPunct="1">
                  <a:spcBef>
                    <a:spcPct val="0"/>
                  </a:spcBef>
                  <a:spcAft>
                    <a:spcPct val="0"/>
                  </a:spcAft>
                  <a:defRPr/>
                </a:pPr>
                <a:endParaRPr lang="en-US" altLang="en-US">
                  <a:solidFill>
                    <a:srgbClr val="FFFFFF"/>
                  </a:solidFill>
                </a:endParaRPr>
              </a:p>
            </p:txBody>
          </p:sp>
          <p:sp>
            <p:nvSpPr>
              <p:cNvPr id="1052" name="Rectangle 23"/>
              <p:cNvSpPr>
                <a:spLocks noChangeArrowheads="1"/>
              </p:cNvSpPr>
              <p:nvPr/>
            </p:nvSpPr>
            <p:spPr bwMode="auto">
              <a:xfrm>
                <a:off x="48" y="3702"/>
                <a:ext cx="96" cy="95"/>
              </a:xfrm>
              <a:prstGeom prst="rect">
                <a:avLst/>
              </a:prstGeom>
              <a:solidFill>
                <a:schemeClr val="bg1">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fontAlgn="base" hangingPunct="1">
                  <a:spcBef>
                    <a:spcPct val="0"/>
                  </a:spcBef>
                  <a:spcAft>
                    <a:spcPct val="0"/>
                  </a:spcAft>
                  <a:defRPr/>
                </a:pPr>
                <a:endParaRPr lang="en-US" altLang="en-US">
                  <a:solidFill>
                    <a:srgbClr val="FFFFFF"/>
                  </a:solidFill>
                </a:endParaRPr>
              </a:p>
            </p:txBody>
          </p:sp>
          <p:sp>
            <p:nvSpPr>
              <p:cNvPr id="1053" name="Rectangle 24"/>
              <p:cNvSpPr>
                <a:spLocks noChangeArrowheads="1"/>
              </p:cNvSpPr>
              <p:nvPr/>
            </p:nvSpPr>
            <p:spPr bwMode="auto">
              <a:xfrm>
                <a:off x="48" y="3845"/>
                <a:ext cx="96" cy="97"/>
              </a:xfrm>
              <a:prstGeom prst="rect">
                <a:avLst/>
              </a:prstGeom>
              <a:solidFill>
                <a:schemeClr val="bg1">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fontAlgn="base" hangingPunct="1">
                  <a:spcBef>
                    <a:spcPct val="0"/>
                  </a:spcBef>
                  <a:spcAft>
                    <a:spcPct val="0"/>
                  </a:spcAft>
                  <a:defRPr/>
                </a:pPr>
                <a:endParaRPr lang="en-US" altLang="en-US">
                  <a:solidFill>
                    <a:srgbClr val="FFFFFF"/>
                  </a:solidFill>
                </a:endParaRPr>
              </a:p>
            </p:txBody>
          </p:sp>
          <p:sp>
            <p:nvSpPr>
              <p:cNvPr id="1054" name="Rectangle 25"/>
              <p:cNvSpPr>
                <a:spLocks noChangeArrowheads="1"/>
              </p:cNvSpPr>
              <p:nvPr/>
            </p:nvSpPr>
            <p:spPr bwMode="auto">
              <a:xfrm>
                <a:off x="48" y="3990"/>
                <a:ext cx="96" cy="96"/>
              </a:xfrm>
              <a:prstGeom prst="rect">
                <a:avLst/>
              </a:prstGeom>
              <a:solidFill>
                <a:schemeClr val="bg1">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fontAlgn="base" hangingPunct="1">
                  <a:spcBef>
                    <a:spcPct val="0"/>
                  </a:spcBef>
                  <a:spcAft>
                    <a:spcPct val="0"/>
                  </a:spcAft>
                  <a:defRPr/>
                </a:pPr>
                <a:endParaRPr lang="en-US" altLang="en-US">
                  <a:solidFill>
                    <a:srgbClr val="FFFFFF"/>
                  </a:solidFill>
                </a:endParaRPr>
              </a:p>
            </p:txBody>
          </p:sp>
          <p:sp>
            <p:nvSpPr>
              <p:cNvPr id="1055" name="Rectangle 26"/>
              <p:cNvSpPr>
                <a:spLocks noChangeArrowheads="1"/>
              </p:cNvSpPr>
              <p:nvPr/>
            </p:nvSpPr>
            <p:spPr bwMode="auto">
              <a:xfrm>
                <a:off x="48" y="4133"/>
                <a:ext cx="96" cy="97"/>
              </a:xfrm>
              <a:prstGeom prst="rect">
                <a:avLst/>
              </a:prstGeom>
              <a:solidFill>
                <a:schemeClr val="bg1">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fontAlgn="base" hangingPunct="1">
                  <a:spcBef>
                    <a:spcPct val="0"/>
                  </a:spcBef>
                  <a:spcAft>
                    <a:spcPct val="0"/>
                  </a:spcAft>
                  <a:defRPr/>
                </a:pPr>
                <a:endParaRPr lang="en-US" altLang="en-US">
                  <a:solidFill>
                    <a:srgbClr val="FFFFFF"/>
                  </a:solidFill>
                </a:endParaRPr>
              </a:p>
            </p:txBody>
          </p:sp>
          <p:sp>
            <p:nvSpPr>
              <p:cNvPr id="1056" name="Rectangle 27"/>
              <p:cNvSpPr>
                <a:spLocks noChangeArrowheads="1"/>
              </p:cNvSpPr>
              <p:nvPr/>
            </p:nvSpPr>
            <p:spPr bwMode="auto">
              <a:xfrm>
                <a:off x="48" y="102"/>
                <a:ext cx="96" cy="96"/>
              </a:xfrm>
              <a:prstGeom prst="rect">
                <a:avLst/>
              </a:prstGeom>
              <a:solidFill>
                <a:schemeClr val="bg1">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fontAlgn="base" hangingPunct="1">
                  <a:spcBef>
                    <a:spcPct val="0"/>
                  </a:spcBef>
                  <a:spcAft>
                    <a:spcPct val="0"/>
                  </a:spcAft>
                  <a:defRPr/>
                </a:pPr>
                <a:endParaRPr lang="en-US" altLang="en-US">
                  <a:solidFill>
                    <a:srgbClr val="FFFFFF"/>
                  </a:solidFill>
                </a:endParaRPr>
              </a:p>
            </p:txBody>
          </p:sp>
          <p:sp>
            <p:nvSpPr>
              <p:cNvPr id="1057" name="Rectangle 28"/>
              <p:cNvSpPr>
                <a:spLocks noChangeArrowheads="1"/>
              </p:cNvSpPr>
              <p:nvPr/>
            </p:nvSpPr>
            <p:spPr bwMode="auto">
              <a:xfrm>
                <a:off x="48" y="246"/>
                <a:ext cx="96" cy="96"/>
              </a:xfrm>
              <a:prstGeom prst="rect">
                <a:avLst/>
              </a:prstGeom>
              <a:solidFill>
                <a:schemeClr val="bg1">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fontAlgn="base" hangingPunct="1">
                  <a:spcBef>
                    <a:spcPct val="0"/>
                  </a:spcBef>
                  <a:spcAft>
                    <a:spcPct val="0"/>
                  </a:spcAft>
                  <a:defRPr/>
                </a:pPr>
                <a:endParaRPr lang="en-US" altLang="en-US">
                  <a:solidFill>
                    <a:srgbClr val="FFFFFF"/>
                  </a:solidFill>
                </a:endParaRPr>
              </a:p>
            </p:txBody>
          </p:sp>
          <p:sp>
            <p:nvSpPr>
              <p:cNvPr id="1058" name="Rectangle 29"/>
              <p:cNvSpPr>
                <a:spLocks noChangeArrowheads="1"/>
              </p:cNvSpPr>
              <p:nvPr/>
            </p:nvSpPr>
            <p:spPr bwMode="auto">
              <a:xfrm>
                <a:off x="48" y="391"/>
                <a:ext cx="96" cy="96"/>
              </a:xfrm>
              <a:prstGeom prst="rect">
                <a:avLst/>
              </a:prstGeom>
              <a:solidFill>
                <a:schemeClr val="bg1">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fontAlgn="base" hangingPunct="1">
                  <a:spcBef>
                    <a:spcPct val="0"/>
                  </a:spcBef>
                  <a:spcAft>
                    <a:spcPct val="0"/>
                  </a:spcAft>
                  <a:defRPr/>
                </a:pPr>
                <a:endParaRPr lang="en-US" altLang="en-US">
                  <a:solidFill>
                    <a:srgbClr val="FFFFFF"/>
                  </a:solidFill>
                </a:endParaRPr>
              </a:p>
            </p:txBody>
          </p:sp>
          <p:sp>
            <p:nvSpPr>
              <p:cNvPr id="1059" name="Rectangle 30"/>
              <p:cNvSpPr>
                <a:spLocks noChangeArrowheads="1"/>
              </p:cNvSpPr>
              <p:nvPr/>
            </p:nvSpPr>
            <p:spPr bwMode="auto">
              <a:xfrm>
                <a:off x="48" y="535"/>
                <a:ext cx="96" cy="95"/>
              </a:xfrm>
              <a:prstGeom prst="rect">
                <a:avLst/>
              </a:prstGeom>
              <a:solidFill>
                <a:schemeClr val="bg1">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fontAlgn="base" hangingPunct="1">
                  <a:spcBef>
                    <a:spcPct val="0"/>
                  </a:spcBef>
                  <a:spcAft>
                    <a:spcPct val="0"/>
                  </a:spcAft>
                  <a:defRPr/>
                </a:pPr>
                <a:endParaRPr lang="en-US" altLang="en-US">
                  <a:solidFill>
                    <a:srgbClr val="FFFFFF"/>
                  </a:solidFill>
                </a:endParaRPr>
              </a:p>
            </p:txBody>
          </p:sp>
          <p:sp>
            <p:nvSpPr>
              <p:cNvPr id="1060" name="Rectangle 31"/>
              <p:cNvSpPr>
                <a:spLocks noChangeArrowheads="1"/>
              </p:cNvSpPr>
              <p:nvPr/>
            </p:nvSpPr>
            <p:spPr bwMode="auto">
              <a:xfrm>
                <a:off x="48" y="679"/>
                <a:ext cx="96" cy="96"/>
              </a:xfrm>
              <a:prstGeom prst="rect">
                <a:avLst/>
              </a:prstGeom>
              <a:solidFill>
                <a:schemeClr val="bg1">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fontAlgn="base" hangingPunct="1">
                  <a:spcBef>
                    <a:spcPct val="0"/>
                  </a:spcBef>
                  <a:spcAft>
                    <a:spcPct val="0"/>
                  </a:spcAft>
                  <a:defRPr/>
                </a:pPr>
                <a:endParaRPr lang="en-US" altLang="en-US">
                  <a:solidFill>
                    <a:srgbClr val="FFFFFF"/>
                  </a:solidFill>
                </a:endParaRPr>
              </a:p>
            </p:txBody>
          </p:sp>
          <p:sp>
            <p:nvSpPr>
              <p:cNvPr id="1061" name="Rectangle 32"/>
              <p:cNvSpPr>
                <a:spLocks noChangeArrowheads="1"/>
              </p:cNvSpPr>
              <p:nvPr/>
            </p:nvSpPr>
            <p:spPr bwMode="auto">
              <a:xfrm>
                <a:off x="48" y="823"/>
                <a:ext cx="96" cy="97"/>
              </a:xfrm>
              <a:prstGeom prst="rect">
                <a:avLst/>
              </a:prstGeom>
              <a:solidFill>
                <a:schemeClr val="bg1">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fontAlgn="base" hangingPunct="1">
                  <a:spcBef>
                    <a:spcPct val="0"/>
                  </a:spcBef>
                  <a:spcAft>
                    <a:spcPct val="0"/>
                  </a:spcAft>
                  <a:defRPr/>
                </a:pPr>
                <a:endParaRPr lang="en-US" altLang="en-US">
                  <a:solidFill>
                    <a:srgbClr val="FFFFFF"/>
                  </a:solidFill>
                </a:endParaRPr>
              </a:p>
            </p:txBody>
          </p:sp>
          <p:sp>
            <p:nvSpPr>
              <p:cNvPr id="1062" name="Rectangle 33"/>
              <p:cNvSpPr>
                <a:spLocks noChangeArrowheads="1"/>
              </p:cNvSpPr>
              <p:nvPr/>
            </p:nvSpPr>
            <p:spPr bwMode="auto">
              <a:xfrm>
                <a:off x="48" y="968"/>
                <a:ext cx="96" cy="95"/>
              </a:xfrm>
              <a:prstGeom prst="rect">
                <a:avLst/>
              </a:prstGeom>
              <a:solidFill>
                <a:schemeClr val="bg1">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fontAlgn="base" hangingPunct="1">
                  <a:spcBef>
                    <a:spcPct val="0"/>
                  </a:spcBef>
                  <a:spcAft>
                    <a:spcPct val="0"/>
                  </a:spcAft>
                  <a:defRPr/>
                </a:pPr>
                <a:endParaRPr lang="en-US" altLang="en-US">
                  <a:solidFill>
                    <a:srgbClr val="FFFFFF"/>
                  </a:solidFill>
                </a:endParaRPr>
              </a:p>
            </p:txBody>
          </p:sp>
        </p:grpSp>
      </p:grpSp>
      <p:sp>
        <p:nvSpPr>
          <p:cNvPr id="1027" name="Rectangle 34"/>
          <p:cNvSpPr>
            <a:spLocks noGrp="1" noChangeArrowheads="1"/>
          </p:cNvSpPr>
          <p:nvPr>
            <p:ph type="title"/>
          </p:nvPr>
        </p:nvSpPr>
        <p:spPr bwMode="auto">
          <a:xfrm>
            <a:off x="1524000" y="609600"/>
            <a:ext cx="103632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p>
            <a:pPr lvl="0"/>
            <a:r>
              <a:rPr lang="zh-CN" altLang="en-US"/>
              <a:t>单击此处编辑母版标题样式</a:t>
            </a:r>
          </a:p>
        </p:txBody>
      </p:sp>
      <p:sp>
        <p:nvSpPr>
          <p:cNvPr id="3107" name="Rectangle 35"/>
          <p:cNvSpPr>
            <a:spLocks noGrp="1" noChangeArrowheads="1"/>
          </p:cNvSpPr>
          <p:nvPr>
            <p:ph type="dt" sz="half" idx="2"/>
          </p:nvPr>
        </p:nvSpPr>
        <p:spPr bwMode="auto">
          <a:xfrm>
            <a:off x="1524000" y="62484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lvl1pPr algn="l">
              <a:defRPr kumimoji="0" sz="1400"/>
            </a:lvl1pPr>
          </a:lstStyle>
          <a:p>
            <a:pPr fontAlgn="base">
              <a:spcBef>
                <a:spcPct val="0"/>
              </a:spcBef>
              <a:spcAft>
                <a:spcPct val="0"/>
              </a:spcAft>
              <a:defRPr/>
            </a:pPr>
            <a:endParaRPr lang="en-US" altLang="zh-CN">
              <a:solidFill>
                <a:srgbClr val="FFFFFF"/>
              </a:solidFill>
            </a:endParaRPr>
          </a:p>
        </p:txBody>
      </p:sp>
      <p:sp>
        <p:nvSpPr>
          <p:cNvPr id="3108" name="Rectangle 36"/>
          <p:cNvSpPr>
            <a:spLocks noGrp="1" noChangeArrowheads="1"/>
          </p:cNvSpPr>
          <p:nvPr>
            <p:ph type="ftr" sz="quarter" idx="3"/>
          </p:nvPr>
        </p:nvSpPr>
        <p:spPr bwMode="auto">
          <a:xfrm>
            <a:off x="4775200" y="6248400"/>
            <a:ext cx="386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lvl1pPr>
              <a:defRPr kumimoji="0" sz="1400"/>
            </a:lvl1pPr>
          </a:lstStyle>
          <a:p>
            <a:pPr algn="ctr" fontAlgn="base">
              <a:spcBef>
                <a:spcPct val="0"/>
              </a:spcBef>
              <a:spcAft>
                <a:spcPct val="0"/>
              </a:spcAft>
              <a:defRPr/>
            </a:pPr>
            <a:endParaRPr lang="en-US" altLang="zh-CN">
              <a:solidFill>
                <a:srgbClr val="FFFFFF"/>
              </a:solidFill>
            </a:endParaRPr>
          </a:p>
        </p:txBody>
      </p:sp>
      <p:sp>
        <p:nvSpPr>
          <p:cNvPr id="3109" name="Rectangle 37"/>
          <p:cNvSpPr>
            <a:spLocks noGrp="1" noChangeArrowheads="1"/>
          </p:cNvSpPr>
          <p:nvPr>
            <p:ph type="sldNum" sz="quarter" idx="4"/>
          </p:nvPr>
        </p:nvSpPr>
        <p:spPr bwMode="auto">
          <a:xfrm>
            <a:off x="9347200" y="62484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lvl1pPr algn="r">
              <a:defRPr kumimoji="0" sz="1400"/>
            </a:lvl1pPr>
          </a:lstStyle>
          <a:p>
            <a:pPr fontAlgn="base">
              <a:spcBef>
                <a:spcPct val="0"/>
              </a:spcBef>
              <a:spcAft>
                <a:spcPct val="0"/>
              </a:spcAft>
              <a:defRPr/>
            </a:pPr>
            <a:fld id="{9B709F3D-F232-4029-A9CF-35A2DD8BAF85}" type="slidenum">
              <a:rPr lang="en-US" altLang="zh-CN">
                <a:solidFill>
                  <a:srgbClr val="FFFFFF"/>
                </a:solidFill>
              </a:rPr>
              <a:pPr fontAlgn="base">
                <a:spcBef>
                  <a:spcPct val="0"/>
                </a:spcBef>
                <a:spcAft>
                  <a:spcPct val="0"/>
                </a:spcAft>
                <a:defRPr/>
              </a:pPr>
              <a:t>‹#›</a:t>
            </a:fld>
            <a:endParaRPr lang="en-US" altLang="zh-CN">
              <a:solidFill>
                <a:srgbClr val="FFFFFF"/>
              </a:solidFill>
            </a:endParaRPr>
          </a:p>
        </p:txBody>
      </p:sp>
      <p:sp>
        <p:nvSpPr>
          <p:cNvPr id="1031" name="Rectangle 38"/>
          <p:cNvSpPr>
            <a:spLocks noGrp="1" noChangeArrowheads="1"/>
          </p:cNvSpPr>
          <p:nvPr>
            <p:ph type="body" idx="1"/>
          </p:nvPr>
        </p:nvSpPr>
        <p:spPr bwMode="auto">
          <a:xfrm>
            <a:off x="1559984" y="1946275"/>
            <a:ext cx="10363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90711921"/>
      </p:ext>
    </p:extLst>
  </p:cSld>
  <p:clrMap bg1="dk2" tx1="lt1" bg2="dk1" tx2="lt2" accent1="accent1" accent2="accent2" accent3="accent3" accent4="accent4" accent5="accent5" accent6="accent6" hlink="hlink" folHlink="folHlink"/>
  <p:sldLayoutIdLst>
    <p:sldLayoutId id="2147483791" r:id="rId1"/>
    <p:sldLayoutId id="2147483792" r:id="rId2"/>
    <p:sldLayoutId id="2147483793" r:id="rId3"/>
    <p:sldLayoutId id="2147483794" r:id="rId4"/>
    <p:sldLayoutId id="2147483795" r:id="rId5"/>
    <p:sldLayoutId id="2147483796" r:id="rId6"/>
    <p:sldLayoutId id="2147483797" r:id="rId7"/>
    <p:sldLayoutId id="2147483798" r:id="rId8"/>
    <p:sldLayoutId id="2147483799" r:id="rId9"/>
    <p:sldLayoutId id="2147483800" r:id="rId10"/>
    <p:sldLayoutId id="2147483801" r:id="rId11"/>
  </p:sldLayoutIdLst>
  <p:transition>
    <p:zoom dir="in"/>
  </p:transition>
  <p:txStyles>
    <p:titleStyle>
      <a:lvl1pPr algn="l" rtl="0" eaLnBrk="0" fontAlgn="base" hangingPunct="0">
        <a:spcBef>
          <a:spcPct val="0"/>
        </a:spcBef>
        <a:spcAft>
          <a:spcPct val="0"/>
        </a:spcAft>
        <a:defRPr kumimoji="1" sz="4400" b="1">
          <a:solidFill>
            <a:srgbClr val="6600CC"/>
          </a:solidFill>
          <a:latin typeface="+mj-lt"/>
          <a:ea typeface="+mj-ea"/>
          <a:cs typeface="+mj-cs"/>
        </a:defRPr>
      </a:lvl1pPr>
      <a:lvl2pPr algn="l" rtl="0" eaLnBrk="0" fontAlgn="base" hangingPunct="0">
        <a:spcBef>
          <a:spcPct val="0"/>
        </a:spcBef>
        <a:spcAft>
          <a:spcPct val="0"/>
        </a:spcAft>
        <a:defRPr kumimoji="1" sz="4400" b="1">
          <a:solidFill>
            <a:srgbClr val="6600CC"/>
          </a:solidFill>
          <a:latin typeface="Times New Roman" pitchFamily="18" charset="0"/>
          <a:ea typeface="宋体" pitchFamily="2" charset="-122"/>
        </a:defRPr>
      </a:lvl2pPr>
      <a:lvl3pPr algn="l" rtl="0" eaLnBrk="0" fontAlgn="base" hangingPunct="0">
        <a:spcBef>
          <a:spcPct val="0"/>
        </a:spcBef>
        <a:spcAft>
          <a:spcPct val="0"/>
        </a:spcAft>
        <a:defRPr kumimoji="1" sz="4400" b="1">
          <a:solidFill>
            <a:srgbClr val="6600CC"/>
          </a:solidFill>
          <a:latin typeface="Times New Roman" pitchFamily="18" charset="0"/>
          <a:ea typeface="宋体" pitchFamily="2" charset="-122"/>
        </a:defRPr>
      </a:lvl3pPr>
      <a:lvl4pPr algn="l" rtl="0" eaLnBrk="0" fontAlgn="base" hangingPunct="0">
        <a:spcBef>
          <a:spcPct val="0"/>
        </a:spcBef>
        <a:spcAft>
          <a:spcPct val="0"/>
        </a:spcAft>
        <a:defRPr kumimoji="1" sz="4400" b="1">
          <a:solidFill>
            <a:srgbClr val="6600CC"/>
          </a:solidFill>
          <a:latin typeface="Times New Roman" pitchFamily="18" charset="0"/>
          <a:ea typeface="宋体" pitchFamily="2" charset="-122"/>
        </a:defRPr>
      </a:lvl4pPr>
      <a:lvl5pPr algn="l" rtl="0" eaLnBrk="0" fontAlgn="base" hangingPunct="0">
        <a:spcBef>
          <a:spcPct val="0"/>
        </a:spcBef>
        <a:spcAft>
          <a:spcPct val="0"/>
        </a:spcAft>
        <a:defRPr kumimoji="1" sz="4400" b="1">
          <a:solidFill>
            <a:srgbClr val="6600CC"/>
          </a:solidFill>
          <a:latin typeface="Times New Roman" pitchFamily="18" charset="0"/>
          <a:ea typeface="宋体" pitchFamily="2" charset="-122"/>
        </a:defRPr>
      </a:lvl5pPr>
      <a:lvl6pPr marL="457200" algn="l" rtl="0" fontAlgn="base">
        <a:spcBef>
          <a:spcPct val="0"/>
        </a:spcBef>
        <a:spcAft>
          <a:spcPct val="0"/>
        </a:spcAft>
        <a:defRPr kumimoji="1" sz="4400" b="1">
          <a:solidFill>
            <a:srgbClr val="6600CC"/>
          </a:solidFill>
          <a:latin typeface="Times New Roman" pitchFamily="18" charset="0"/>
          <a:ea typeface="宋体" pitchFamily="2" charset="-122"/>
        </a:defRPr>
      </a:lvl6pPr>
      <a:lvl7pPr marL="914400" algn="l" rtl="0" fontAlgn="base">
        <a:spcBef>
          <a:spcPct val="0"/>
        </a:spcBef>
        <a:spcAft>
          <a:spcPct val="0"/>
        </a:spcAft>
        <a:defRPr kumimoji="1" sz="4400" b="1">
          <a:solidFill>
            <a:srgbClr val="6600CC"/>
          </a:solidFill>
          <a:latin typeface="Times New Roman" pitchFamily="18" charset="0"/>
          <a:ea typeface="宋体" pitchFamily="2" charset="-122"/>
        </a:defRPr>
      </a:lvl7pPr>
      <a:lvl8pPr marL="1371600" algn="l" rtl="0" fontAlgn="base">
        <a:spcBef>
          <a:spcPct val="0"/>
        </a:spcBef>
        <a:spcAft>
          <a:spcPct val="0"/>
        </a:spcAft>
        <a:defRPr kumimoji="1" sz="4400" b="1">
          <a:solidFill>
            <a:srgbClr val="6600CC"/>
          </a:solidFill>
          <a:latin typeface="Times New Roman" pitchFamily="18" charset="0"/>
          <a:ea typeface="宋体" pitchFamily="2" charset="-122"/>
        </a:defRPr>
      </a:lvl8pPr>
      <a:lvl9pPr marL="1828800" algn="l" rtl="0" fontAlgn="base">
        <a:spcBef>
          <a:spcPct val="0"/>
        </a:spcBef>
        <a:spcAft>
          <a:spcPct val="0"/>
        </a:spcAft>
        <a:defRPr kumimoji="1" sz="4400" b="1">
          <a:solidFill>
            <a:srgbClr val="6600CC"/>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lr>
          <a:schemeClr val="tx2"/>
        </a:buClr>
        <a:buSzPct val="75000"/>
        <a:buFont typeface="Wingdings" pitchFamily="2" charset="2"/>
        <a:buChar char="n"/>
        <a:defRPr kumimoji="1" sz="3200" b="1">
          <a:solidFill>
            <a:schemeClr val="bg2"/>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itchFamily="2" charset="2"/>
        <a:buChar char="u"/>
        <a:defRPr kumimoji="1" sz="3200" b="1">
          <a:solidFill>
            <a:schemeClr val="bg2"/>
          </a:solidFill>
          <a:latin typeface="+mn-lt"/>
          <a:ea typeface="+mn-ea"/>
        </a:defRPr>
      </a:lvl2pPr>
      <a:lvl3pPr marL="1143000" indent="-228600" algn="l" rtl="0" eaLnBrk="0" fontAlgn="base" hangingPunct="0">
        <a:spcBef>
          <a:spcPct val="20000"/>
        </a:spcBef>
        <a:spcAft>
          <a:spcPct val="0"/>
        </a:spcAft>
        <a:buClr>
          <a:schemeClr val="tx2"/>
        </a:buClr>
        <a:buSzPct val="60000"/>
        <a:buFont typeface="Wingdings" pitchFamily="2" charset="2"/>
        <a:buChar char="t"/>
        <a:defRPr kumimoji="1" sz="3200" b="1">
          <a:solidFill>
            <a:schemeClr val="bg2"/>
          </a:solidFill>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3200" b="1">
          <a:solidFill>
            <a:schemeClr val="bg2"/>
          </a:solidFill>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3200" b="1">
          <a:solidFill>
            <a:schemeClr val="bg2"/>
          </a:solidFill>
          <a:latin typeface="+mn-lt"/>
          <a:ea typeface="+mn-ea"/>
        </a:defRPr>
      </a:lvl5pPr>
      <a:lvl6pPr marL="2514600" indent="-228600" algn="l" rtl="0" fontAlgn="base">
        <a:spcBef>
          <a:spcPct val="20000"/>
        </a:spcBef>
        <a:spcAft>
          <a:spcPct val="0"/>
        </a:spcAft>
        <a:buClr>
          <a:schemeClr val="tx1"/>
        </a:buClr>
        <a:buSzPct val="100000"/>
        <a:buChar char="–"/>
        <a:defRPr kumimoji="1" sz="3200" b="1">
          <a:solidFill>
            <a:schemeClr val="bg2"/>
          </a:solidFill>
          <a:latin typeface="+mn-lt"/>
          <a:ea typeface="+mn-ea"/>
        </a:defRPr>
      </a:lvl6pPr>
      <a:lvl7pPr marL="2971800" indent="-228600" algn="l" rtl="0" fontAlgn="base">
        <a:spcBef>
          <a:spcPct val="20000"/>
        </a:spcBef>
        <a:spcAft>
          <a:spcPct val="0"/>
        </a:spcAft>
        <a:buClr>
          <a:schemeClr val="tx1"/>
        </a:buClr>
        <a:buSzPct val="100000"/>
        <a:buChar char="–"/>
        <a:defRPr kumimoji="1" sz="3200" b="1">
          <a:solidFill>
            <a:schemeClr val="bg2"/>
          </a:solidFill>
          <a:latin typeface="+mn-lt"/>
          <a:ea typeface="+mn-ea"/>
        </a:defRPr>
      </a:lvl7pPr>
      <a:lvl8pPr marL="3429000" indent="-228600" algn="l" rtl="0" fontAlgn="base">
        <a:spcBef>
          <a:spcPct val="20000"/>
        </a:spcBef>
        <a:spcAft>
          <a:spcPct val="0"/>
        </a:spcAft>
        <a:buClr>
          <a:schemeClr val="tx1"/>
        </a:buClr>
        <a:buSzPct val="100000"/>
        <a:buChar char="–"/>
        <a:defRPr kumimoji="1" sz="3200" b="1">
          <a:solidFill>
            <a:schemeClr val="bg2"/>
          </a:solidFill>
          <a:latin typeface="+mn-lt"/>
          <a:ea typeface="+mn-ea"/>
        </a:defRPr>
      </a:lvl8pPr>
      <a:lvl9pPr marL="3886200" indent="-228600" algn="l" rtl="0" fontAlgn="base">
        <a:spcBef>
          <a:spcPct val="20000"/>
        </a:spcBef>
        <a:spcAft>
          <a:spcPct val="0"/>
        </a:spcAft>
        <a:buClr>
          <a:schemeClr val="tx1"/>
        </a:buClr>
        <a:buSzPct val="100000"/>
        <a:buChar char="–"/>
        <a:defRPr kumimoji="1" sz="3200" b="1">
          <a:solidFill>
            <a:schemeClr val="bg2"/>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1026" name="Group 2"/>
          <p:cNvGrpSpPr>
            <a:grpSpLocks/>
          </p:cNvGrpSpPr>
          <p:nvPr/>
        </p:nvGrpSpPr>
        <p:grpSpPr bwMode="auto">
          <a:xfrm>
            <a:off x="0" y="0"/>
            <a:ext cx="11785600" cy="6858000"/>
            <a:chOff x="0" y="0"/>
            <a:chExt cx="5568" cy="4320"/>
          </a:xfrm>
        </p:grpSpPr>
        <p:grpSp>
          <p:nvGrpSpPr>
            <p:cNvPr id="1032" name="Group 3"/>
            <p:cNvGrpSpPr>
              <a:grpSpLocks/>
            </p:cNvGrpSpPr>
            <p:nvPr userDrawn="1"/>
          </p:nvGrpSpPr>
          <p:grpSpPr bwMode="auto">
            <a:xfrm>
              <a:off x="0" y="0"/>
              <a:ext cx="3216" cy="3072"/>
              <a:chOff x="0" y="0"/>
              <a:chExt cx="2928" cy="2784"/>
            </a:xfrm>
          </p:grpSpPr>
          <p:sp>
            <p:nvSpPr>
              <p:cNvPr id="1045" name="Oval 4"/>
              <p:cNvSpPr>
                <a:spLocks noChangeArrowheads="1"/>
              </p:cNvSpPr>
              <p:nvPr userDrawn="1"/>
            </p:nvSpPr>
            <p:spPr bwMode="auto">
              <a:xfrm>
                <a:off x="0" y="0"/>
                <a:ext cx="2928" cy="2784"/>
              </a:xfrm>
              <a:prstGeom prst="ellipse">
                <a:avLst/>
              </a:prstGeom>
              <a:noFill/>
              <a:ln w="9525">
                <a:solidFill>
                  <a:schemeClr val="accent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fontAlgn="base" hangingPunct="1">
                  <a:spcBef>
                    <a:spcPct val="0"/>
                  </a:spcBef>
                  <a:spcAft>
                    <a:spcPct val="0"/>
                  </a:spcAft>
                  <a:defRPr/>
                </a:pPr>
                <a:endParaRPr lang="en-US" altLang="en-US">
                  <a:solidFill>
                    <a:srgbClr val="EAEAEA"/>
                  </a:solidFill>
                </a:endParaRPr>
              </a:p>
            </p:txBody>
          </p:sp>
          <p:sp>
            <p:nvSpPr>
              <p:cNvPr id="1046" name="Oval 5"/>
              <p:cNvSpPr>
                <a:spLocks noChangeArrowheads="1"/>
              </p:cNvSpPr>
              <p:nvPr userDrawn="1"/>
            </p:nvSpPr>
            <p:spPr bwMode="auto">
              <a:xfrm>
                <a:off x="240" y="240"/>
                <a:ext cx="2445" cy="2304"/>
              </a:xfrm>
              <a:prstGeom prst="ellipse">
                <a:avLst/>
              </a:prstGeom>
              <a:noFill/>
              <a:ln w="9525">
                <a:solidFill>
                  <a:schemeClr val="accent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fontAlgn="base" hangingPunct="1">
                  <a:spcBef>
                    <a:spcPct val="0"/>
                  </a:spcBef>
                  <a:spcAft>
                    <a:spcPct val="0"/>
                  </a:spcAft>
                  <a:defRPr/>
                </a:pPr>
                <a:endParaRPr lang="en-US" altLang="en-US">
                  <a:solidFill>
                    <a:srgbClr val="EAEAEA"/>
                  </a:solidFill>
                </a:endParaRPr>
              </a:p>
            </p:txBody>
          </p:sp>
          <p:sp>
            <p:nvSpPr>
              <p:cNvPr id="1047" name="Oval 6"/>
              <p:cNvSpPr>
                <a:spLocks noChangeArrowheads="1"/>
              </p:cNvSpPr>
              <p:nvPr userDrawn="1"/>
            </p:nvSpPr>
            <p:spPr bwMode="auto">
              <a:xfrm>
                <a:off x="480" y="480"/>
                <a:ext cx="1968" cy="1822"/>
              </a:xfrm>
              <a:prstGeom prst="ellipse">
                <a:avLst/>
              </a:prstGeom>
              <a:noFill/>
              <a:ln w="9525">
                <a:solidFill>
                  <a:schemeClr val="accent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fontAlgn="base" hangingPunct="1">
                  <a:spcBef>
                    <a:spcPct val="0"/>
                  </a:spcBef>
                  <a:spcAft>
                    <a:spcPct val="0"/>
                  </a:spcAft>
                  <a:defRPr/>
                </a:pPr>
                <a:endParaRPr lang="en-US" altLang="en-US">
                  <a:solidFill>
                    <a:srgbClr val="EAEAEA"/>
                  </a:solidFill>
                </a:endParaRPr>
              </a:p>
            </p:txBody>
          </p:sp>
          <p:sp>
            <p:nvSpPr>
              <p:cNvPr id="1048" name="Oval 7"/>
              <p:cNvSpPr>
                <a:spLocks noChangeArrowheads="1"/>
              </p:cNvSpPr>
              <p:nvPr userDrawn="1"/>
            </p:nvSpPr>
            <p:spPr bwMode="auto">
              <a:xfrm>
                <a:off x="720" y="720"/>
                <a:ext cx="1488" cy="1349"/>
              </a:xfrm>
              <a:prstGeom prst="ellipse">
                <a:avLst/>
              </a:prstGeom>
              <a:noFill/>
              <a:ln w="9525">
                <a:solidFill>
                  <a:schemeClr val="accent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fontAlgn="base" hangingPunct="1">
                  <a:spcBef>
                    <a:spcPct val="0"/>
                  </a:spcBef>
                  <a:spcAft>
                    <a:spcPct val="0"/>
                  </a:spcAft>
                  <a:defRPr/>
                </a:pPr>
                <a:endParaRPr lang="en-US" altLang="en-US">
                  <a:solidFill>
                    <a:srgbClr val="EAEAEA"/>
                  </a:solidFill>
                </a:endParaRPr>
              </a:p>
            </p:txBody>
          </p:sp>
          <p:sp>
            <p:nvSpPr>
              <p:cNvPr id="1049" name="Oval 8"/>
              <p:cNvSpPr>
                <a:spLocks noChangeArrowheads="1"/>
              </p:cNvSpPr>
              <p:nvPr userDrawn="1"/>
            </p:nvSpPr>
            <p:spPr bwMode="auto">
              <a:xfrm>
                <a:off x="912" y="912"/>
                <a:ext cx="1103" cy="962"/>
              </a:xfrm>
              <a:prstGeom prst="ellipse">
                <a:avLst/>
              </a:prstGeom>
              <a:noFill/>
              <a:ln w="9525">
                <a:solidFill>
                  <a:schemeClr val="accent1"/>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fontAlgn="base" hangingPunct="1">
                  <a:spcBef>
                    <a:spcPct val="0"/>
                  </a:spcBef>
                  <a:spcAft>
                    <a:spcPct val="0"/>
                  </a:spcAft>
                  <a:defRPr/>
                </a:pPr>
                <a:endParaRPr lang="en-US" altLang="en-US">
                  <a:solidFill>
                    <a:srgbClr val="EAEAEA"/>
                  </a:solidFill>
                </a:endParaRPr>
              </a:p>
            </p:txBody>
          </p:sp>
        </p:grpSp>
        <p:grpSp>
          <p:nvGrpSpPr>
            <p:cNvPr id="1033" name="Group 9"/>
            <p:cNvGrpSpPr>
              <a:grpSpLocks/>
            </p:cNvGrpSpPr>
            <p:nvPr userDrawn="1"/>
          </p:nvGrpSpPr>
          <p:grpSpPr bwMode="auto">
            <a:xfrm>
              <a:off x="2016" y="2016"/>
              <a:ext cx="2448" cy="2304"/>
              <a:chOff x="0" y="0"/>
              <a:chExt cx="2928" cy="2784"/>
            </a:xfrm>
          </p:grpSpPr>
          <p:sp>
            <p:nvSpPr>
              <p:cNvPr id="1040" name="Oval 10"/>
              <p:cNvSpPr>
                <a:spLocks noChangeArrowheads="1"/>
              </p:cNvSpPr>
              <p:nvPr userDrawn="1"/>
            </p:nvSpPr>
            <p:spPr bwMode="auto">
              <a:xfrm>
                <a:off x="0" y="0"/>
                <a:ext cx="2928" cy="2784"/>
              </a:xfrm>
              <a:prstGeom prst="ellipse">
                <a:avLst/>
              </a:prstGeom>
              <a:noFill/>
              <a:ln w="9525">
                <a:solidFill>
                  <a:schemeClr val="accent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fontAlgn="base" hangingPunct="1">
                  <a:spcBef>
                    <a:spcPct val="0"/>
                  </a:spcBef>
                  <a:spcAft>
                    <a:spcPct val="0"/>
                  </a:spcAft>
                  <a:defRPr/>
                </a:pPr>
                <a:endParaRPr lang="en-US" altLang="en-US">
                  <a:solidFill>
                    <a:srgbClr val="EAEAEA"/>
                  </a:solidFill>
                </a:endParaRPr>
              </a:p>
            </p:txBody>
          </p:sp>
          <p:sp>
            <p:nvSpPr>
              <p:cNvPr id="1041" name="Oval 11"/>
              <p:cNvSpPr>
                <a:spLocks noChangeArrowheads="1"/>
              </p:cNvSpPr>
              <p:nvPr userDrawn="1"/>
            </p:nvSpPr>
            <p:spPr bwMode="auto">
              <a:xfrm>
                <a:off x="240" y="240"/>
                <a:ext cx="2447" cy="2303"/>
              </a:xfrm>
              <a:prstGeom prst="ellipse">
                <a:avLst/>
              </a:prstGeom>
              <a:noFill/>
              <a:ln w="9525">
                <a:solidFill>
                  <a:schemeClr val="accent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fontAlgn="base" hangingPunct="1">
                  <a:spcBef>
                    <a:spcPct val="0"/>
                  </a:spcBef>
                  <a:spcAft>
                    <a:spcPct val="0"/>
                  </a:spcAft>
                  <a:defRPr/>
                </a:pPr>
                <a:endParaRPr lang="en-US" altLang="en-US">
                  <a:solidFill>
                    <a:srgbClr val="EAEAEA"/>
                  </a:solidFill>
                </a:endParaRPr>
              </a:p>
            </p:txBody>
          </p:sp>
          <p:sp>
            <p:nvSpPr>
              <p:cNvPr id="1042" name="Oval 12"/>
              <p:cNvSpPr>
                <a:spLocks noChangeArrowheads="1"/>
              </p:cNvSpPr>
              <p:nvPr userDrawn="1"/>
            </p:nvSpPr>
            <p:spPr bwMode="auto">
              <a:xfrm>
                <a:off x="480" y="480"/>
                <a:ext cx="1970" cy="1826"/>
              </a:xfrm>
              <a:prstGeom prst="ellipse">
                <a:avLst/>
              </a:prstGeom>
              <a:noFill/>
              <a:ln w="9525">
                <a:solidFill>
                  <a:schemeClr val="accent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fontAlgn="base" hangingPunct="1">
                  <a:spcBef>
                    <a:spcPct val="0"/>
                  </a:spcBef>
                  <a:spcAft>
                    <a:spcPct val="0"/>
                  </a:spcAft>
                  <a:defRPr/>
                </a:pPr>
                <a:endParaRPr lang="en-US" altLang="en-US">
                  <a:solidFill>
                    <a:srgbClr val="EAEAEA"/>
                  </a:solidFill>
                </a:endParaRPr>
              </a:p>
            </p:txBody>
          </p:sp>
          <p:sp>
            <p:nvSpPr>
              <p:cNvPr id="1043" name="Oval 13"/>
              <p:cNvSpPr>
                <a:spLocks noChangeArrowheads="1"/>
              </p:cNvSpPr>
              <p:nvPr userDrawn="1"/>
            </p:nvSpPr>
            <p:spPr bwMode="auto">
              <a:xfrm>
                <a:off x="720" y="720"/>
                <a:ext cx="1488" cy="1344"/>
              </a:xfrm>
              <a:prstGeom prst="ellipse">
                <a:avLst/>
              </a:prstGeom>
              <a:noFill/>
              <a:ln w="9525">
                <a:solidFill>
                  <a:schemeClr val="accent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fontAlgn="base" hangingPunct="1">
                  <a:spcBef>
                    <a:spcPct val="0"/>
                  </a:spcBef>
                  <a:spcAft>
                    <a:spcPct val="0"/>
                  </a:spcAft>
                  <a:defRPr/>
                </a:pPr>
                <a:endParaRPr lang="en-US" altLang="en-US">
                  <a:solidFill>
                    <a:srgbClr val="EAEAEA"/>
                  </a:solidFill>
                </a:endParaRPr>
              </a:p>
            </p:txBody>
          </p:sp>
          <p:sp>
            <p:nvSpPr>
              <p:cNvPr id="1044" name="Oval 14"/>
              <p:cNvSpPr>
                <a:spLocks noChangeArrowheads="1"/>
              </p:cNvSpPr>
              <p:nvPr userDrawn="1"/>
            </p:nvSpPr>
            <p:spPr bwMode="auto">
              <a:xfrm>
                <a:off x="911" y="912"/>
                <a:ext cx="1105" cy="958"/>
              </a:xfrm>
              <a:prstGeom prst="ellipse">
                <a:avLst/>
              </a:prstGeom>
              <a:noFill/>
              <a:ln w="9525">
                <a:solidFill>
                  <a:schemeClr val="accent1"/>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fontAlgn="base" hangingPunct="1">
                  <a:spcBef>
                    <a:spcPct val="0"/>
                  </a:spcBef>
                  <a:spcAft>
                    <a:spcPct val="0"/>
                  </a:spcAft>
                  <a:defRPr/>
                </a:pPr>
                <a:endParaRPr lang="en-US" altLang="en-US">
                  <a:solidFill>
                    <a:srgbClr val="EAEAEA"/>
                  </a:solidFill>
                </a:endParaRPr>
              </a:p>
            </p:txBody>
          </p:sp>
        </p:grpSp>
        <p:grpSp>
          <p:nvGrpSpPr>
            <p:cNvPr id="1034" name="Group 15"/>
            <p:cNvGrpSpPr>
              <a:grpSpLocks/>
            </p:cNvGrpSpPr>
            <p:nvPr userDrawn="1"/>
          </p:nvGrpSpPr>
          <p:grpSpPr bwMode="auto">
            <a:xfrm>
              <a:off x="2832" y="96"/>
              <a:ext cx="2736" cy="2592"/>
              <a:chOff x="0" y="0"/>
              <a:chExt cx="2928" cy="2784"/>
            </a:xfrm>
          </p:grpSpPr>
          <p:sp>
            <p:nvSpPr>
              <p:cNvPr id="1035" name="Oval 16"/>
              <p:cNvSpPr>
                <a:spLocks noChangeArrowheads="1"/>
              </p:cNvSpPr>
              <p:nvPr userDrawn="1"/>
            </p:nvSpPr>
            <p:spPr bwMode="auto">
              <a:xfrm>
                <a:off x="0" y="0"/>
                <a:ext cx="2928" cy="2784"/>
              </a:xfrm>
              <a:prstGeom prst="ellipse">
                <a:avLst/>
              </a:prstGeom>
              <a:noFill/>
              <a:ln w="9525">
                <a:solidFill>
                  <a:schemeClr val="accent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fontAlgn="base" hangingPunct="1">
                  <a:spcBef>
                    <a:spcPct val="0"/>
                  </a:spcBef>
                  <a:spcAft>
                    <a:spcPct val="0"/>
                  </a:spcAft>
                  <a:defRPr/>
                </a:pPr>
                <a:endParaRPr lang="en-US" altLang="en-US">
                  <a:solidFill>
                    <a:srgbClr val="EAEAEA"/>
                  </a:solidFill>
                </a:endParaRPr>
              </a:p>
            </p:txBody>
          </p:sp>
          <p:sp>
            <p:nvSpPr>
              <p:cNvPr id="1036" name="Oval 17"/>
              <p:cNvSpPr>
                <a:spLocks noChangeArrowheads="1"/>
              </p:cNvSpPr>
              <p:nvPr userDrawn="1"/>
            </p:nvSpPr>
            <p:spPr bwMode="auto">
              <a:xfrm>
                <a:off x="240" y="240"/>
                <a:ext cx="2452" cy="2305"/>
              </a:xfrm>
              <a:prstGeom prst="ellipse">
                <a:avLst/>
              </a:prstGeom>
              <a:noFill/>
              <a:ln w="9525">
                <a:solidFill>
                  <a:schemeClr val="accent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fontAlgn="base" hangingPunct="1">
                  <a:spcBef>
                    <a:spcPct val="0"/>
                  </a:spcBef>
                  <a:spcAft>
                    <a:spcPct val="0"/>
                  </a:spcAft>
                  <a:defRPr/>
                </a:pPr>
                <a:endParaRPr lang="en-US" altLang="en-US">
                  <a:solidFill>
                    <a:srgbClr val="EAEAEA"/>
                  </a:solidFill>
                </a:endParaRPr>
              </a:p>
            </p:txBody>
          </p:sp>
          <p:sp>
            <p:nvSpPr>
              <p:cNvPr id="1037" name="Oval 18"/>
              <p:cNvSpPr>
                <a:spLocks noChangeArrowheads="1"/>
              </p:cNvSpPr>
              <p:nvPr userDrawn="1"/>
            </p:nvSpPr>
            <p:spPr bwMode="auto">
              <a:xfrm>
                <a:off x="481" y="480"/>
                <a:ext cx="1967" cy="1824"/>
              </a:xfrm>
              <a:prstGeom prst="ellipse">
                <a:avLst/>
              </a:prstGeom>
              <a:noFill/>
              <a:ln w="9525">
                <a:solidFill>
                  <a:schemeClr val="accent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fontAlgn="base" hangingPunct="1">
                  <a:spcBef>
                    <a:spcPct val="0"/>
                  </a:spcBef>
                  <a:spcAft>
                    <a:spcPct val="0"/>
                  </a:spcAft>
                  <a:defRPr/>
                </a:pPr>
                <a:endParaRPr lang="en-US" altLang="en-US">
                  <a:solidFill>
                    <a:srgbClr val="EAEAEA"/>
                  </a:solidFill>
                </a:endParaRPr>
              </a:p>
            </p:txBody>
          </p:sp>
          <p:sp>
            <p:nvSpPr>
              <p:cNvPr id="1038" name="Oval 19"/>
              <p:cNvSpPr>
                <a:spLocks noChangeArrowheads="1"/>
              </p:cNvSpPr>
              <p:nvPr userDrawn="1"/>
            </p:nvSpPr>
            <p:spPr bwMode="auto">
              <a:xfrm>
                <a:off x="720" y="720"/>
                <a:ext cx="1488" cy="1347"/>
              </a:xfrm>
              <a:prstGeom prst="ellipse">
                <a:avLst/>
              </a:prstGeom>
              <a:noFill/>
              <a:ln w="9525">
                <a:solidFill>
                  <a:schemeClr val="accent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fontAlgn="base" hangingPunct="1">
                  <a:spcBef>
                    <a:spcPct val="0"/>
                  </a:spcBef>
                  <a:spcAft>
                    <a:spcPct val="0"/>
                  </a:spcAft>
                  <a:defRPr/>
                </a:pPr>
                <a:endParaRPr lang="en-US" altLang="en-US">
                  <a:solidFill>
                    <a:srgbClr val="EAEAEA"/>
                  </a:solidFill>
                </a:endParaRPr>
              </a:p>
            </p:txBody>
          </p:sp>
          <p:sp>
            <p:nvSpPr>
              <p:cNvPr id="1039" name="Oval 20"/>
              <p:cNvSpPr>
                <a:spLocks noChangeArrowheads="1"/>
              </p:cNvSpPr>
              <p:nvPr userDrawn="1"/>
            </p:nvSpPr>
            <p:spPr bwMode="auto">
              <a:xfrm>
                <a:off x="912" y="912"/>
                <a:ext cx="1104" cy="960"/>
              </a:xfrm>
              <a:prstGeom prst="ellipse">
                <a:avLst/>
              </a:prstGeom>
              <a:noFill/>
              <a:ln w="9525">
                <a:solidFill>
                  <a:schemeClr val="accent1"/>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fontAlgn="base" hangingPunct="1">
                  <a:spcBef>
                    <a:spcPct val="0"/>
                  </a:spcBef>
                  <a:spcAft>
                    <a:spcPct val="0"/>
                  </a:spcAft>
                  <a:defRPr/>
                </a:pPr>
                <a:endParaRPr lang="en-US" altLang="en-US">
                  <a:solidFill>
                    <a:srgbClr val="EAEAEA"/>
                  </a:solidFill>
                </a:endParaRPr>
              </a:p>
            </p:txBody>
          </p:sp>
        </p:grpSp>
      </p:grpSp>
      <p:sp>
        <p:nvSpPr>
          <p:cNvPr id="1027" name="Rectangle 21"/>
          <p:cNvSpPr>
            <a:spLocks noGrp="1" noChangeArrowheads="1"/>
          </p:cNvSpPr>
          <p:nvPr>
            <p:ph type="title"/>
          </p:nvPr>
        </p:nvSpPr>
        <p:spPr bwMode="auto">
          <a:xfrm>
            <a:off x="914400" y="609600"/>
            <a:ext cx="103632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8" name="Rectangle 22"/>
          <p:cNvSpPr>
            <a:spLocks noGrp="1" noChangeArrowheads="1"/>
          </p:cNvSpPr>
          <p:nvPr>
            <p:ph type="body" idx="1"/>
          </p:nvPr>
        </p:nvSpPr>
        <p:spPr bwMode="auto">
          <a:xfrm>
            <a:off x="914400" y="1981200"/>
            <a:ext cx="10363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095" name="Rectangle 23"/>
          <p:cNvSpPr>
            <a:spLocks noGrp="1" noChangeArrowheads="1"/>
          </p:cNvSpPr>
          <p:nvPr>
            <p:ph type="dt" sz="half" idx="2"/>
          </p:nvPr>
        </p:nvSpPr>
        <p:spPr bwMode="auto">
          <a:xfrm>
            <a:off x="914400" y="62484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kumimoji="0" sz="1400" b="1"/>
            </a:lvl1pPr>
          </a:lstStyle>
          <a:p>
            <a:pPr fontAlgn="base">
              <a:spcBef>
                <a:spcPct val="0"/>
              </a:spcBef>
              <a:spcAft>
                <a:spcPct val="0"/>
              </a:spcAft>
              <a:defRPr/>
            </a:pPr>
            <a:endParaRPr lang="en-US" altLang="zh-CN">
              <a:solidFill>
                <a:srgbClr val="EAEAEA"/>
              </a:solidFill>
            </a:endParaRPr>
          </a:p>
        </p:txBody>
      </p:sp>
      <p:sp>
        <p:nvSpPr>
          <p:cNvPr id="3096" name="Rectangle 24"/>
          <p:cNvSpPr>
            <a:spLocks noGrp="1" noChangeArrowheads="1"/>
          </p:cNvSpPr>
          <p:nvPr>
            <p:ph type="ftr" sz="quarter" idx="3"/>
          </p:nvPr>
        </p:nvSpPr>
        <p:spPr bwMode="auto">
          <a:xfrm>
            <a:off x="4165600" y="6248400"/>
            <a:ext cx="386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kumimoji="0" sz="1400" b="1"/>
            </a:lvl1pPr>
          </a:lstStyle>
          <a:p>
            <a:pPr fontAlgn="base">
              <a:spcBef>
                <a:spcPct val="0"/>
              </a:spcBef>
              <a:spcAft>
                <a:spcPct val="0"/>
              </a:spcAft>
              <a:defRPr/>
            </a:pPr>
            <a:endParaRPr lang="en-US" altLang="zh-CN">
              <a:solidFill>
                <a:srgbClr val="EAEAEA"/>
              </a:solidFill>
            </a:endParaRPr>
          </a:p>
        </p:txBody>
      </p:sp>
      <p:sp>
        <p:nvSpPr>
          <p:cNvPr id="3097" name="Rectangle 25"/>
          <p:cNvSpPr>
            <a:spLocks noGrp="1" noChangeArrowheads="1"/>
          </p:cNvSpPr>
          <p:nvPr>
            <p:ph type="sldNum" sz="quarter" idx="4"/>
          </p:nvPr>
        </p:nvSpPr>
        <p:spPr bwMode="auto">
          <a:xfrm>
            <a:off x="8737600" y="62484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kumimoji="0" sz="1400" b="1"/>
            </a:lvl1pPr>
          </a:lstStyle>
          <a:p>
            <a:pPr fontAlgn="base">
              <a:spcBef>
                <a:spcPct val="0"/>
              </a:spcBef>
              <a:spcAft>
                <a:spcPct val="0"/>
              </a:spcAft>
              <a:defRPr/>
            </a:pPr>
            <a:fld id="{1A98C01F-0D6C-4186-B029-BCA2C7837175}" type="slidenum">
              <a:rPr lang="en-US" altLang="zh-CN">
                <a:solidFill>
                  <a:srgbClr val="EAEAEA"/>
                </a:solidFill>
              </a:rPr>
              <a:pPr fontAlgn="base">
                <a:spcBef>
                  <a:spcPct val="0"/>
                </a:spcBef>
                <a:spcAft>
                  <a:spcPct val="0"/>
                </a:spcAft>
                <a:defRPr/>
              </a:pPr>
              <a:t>‹#›</a:t>
            </a:fld>
            <a:endParaRPr lang="en-US" altLang="zh-CN">
              <a:solidFill>
                <a:srgbClr val="EAEAEA"/>
              </a:solidFill>
            </a:endParaRPr>
          </a:p>
        </p:txBody>
      </p:sp>
    </p:spTree>
    <p:extLst>
      <p:ext uri="{BB962C8B-B14F-4D97-AF65-F5344CB8AC3E}">
        <p14:creationId xmlns:p14="http://schemas.microsoft.com/office/powerpoint/2010/main" val="264547847"/>
      </p:ext>
    </p:extLst>
  </p:cSld>
  <p:clrMap bg1="dk2" tx1="lt1" bg2="dk1" tx2="lt2" accent1="accent1" accent2="accent2" accent3="accent3" accent4="accent4" accent5="accent5" accent6="accent6" hlink="hlink" folHlink="folHlink"/>
  <p:sldLayoutIdLst>
    <p:sldLayoutId id="2147483803" r:id="rId1"/>
    <p:sldLayoutId id="2147483804" r:id="rId2"/>
    <p:sldLayoutId id="2147483805" r:id="rId3"/>
    <p:sldLayoutId id="2147483806" r:id="rId4"/>
    <p:sldLayoutId id="2147483807" r:id="rId5"/>
    <p:sldLayoutId id="2147483808" r:id="rId6"/>
    <p:sldLayoutId id="2147483809" r:id="rId7"/>
    <p:sldLayoutId id="2147483810" r:id="rId8"/>
    <p:sldLayoutId id="2147483811" r:id="rId9"/>
    <p:sldLayoutId id="2147483812" r:id="rId10"/>
    <p:sldLayoutId id="2147483813" r:id="rId11"/>
  </p:sldLayoutIdLst>
  <p:transition/>
  <p:txStyles>
    <p:titleStyle>
      <a:lvl1pPr algn="ctr" rtl="0" eaLnBrk="0" fontAlgn="base" hangingPunct="0">
        <a:spcBef>
          <a:spcPct val="0"/>
        </a:spcBef>
        <a:spcAft>
          <a:spcPct val="0"/>
        </a:spcAft>
        <a:defRPr kumimoji="1" sz="4400" b="1">
          <a:solidFill>
            <a:srgbClr val="6600CC"/>
          </a:solidFill>
          <a:latin typeface="+mj-lt"/>
          <a:ea typeface="+mj-ea"/>
          <a:cs typeface="+mj-cs"/>
        </a:defRPr>
      </a:lvl1pPr>
      <a:lvl2pPr algn="ctr" rtl="0" eaLnBrk="0" fontAlgn="base" hangingPunct="0">
        <a:spcBef>
          <a:spcPct val="0"/>
        </a:spcBef>
        <a:spcAft>
          <a:spcPct val="0"/>
        </a:spcAft>
        <a:defRPr kumimoji="1" sz="4400" b="1">
          <a:solidFill>
            <a:srgbClr val="6600CC"/>
          </a:solidFill>
          <a:latin typeface="Times New Roman" pitchFamily="18" charset="0"/>
          <a:ea typeface="宋体" pitchFamily="2" charset="-122"/>
        </a:defRPr>
      </a:lvl2pPr>
      <a:lvl3pPr algn="ctr" rtl="0" eaLnBrk="0" fontAlgn="base" hangingPunct="0">
        <a:spcBef>
          <a:spcPct val="0"/>
        </a:spcBef>
        <a:spcAft>
          <a:spcPct val="0"/>
        </a:spcAft>
        <a:defRPr kumimoji="1" sz="4400" b="1">
          <a:solidFill>
            <a:srgbClr val="6600CC"/>
          </a:solidFill>
          <a:latin typeface="Times New Roman" pitchFamily="18" charset="0"/>
          <a:ea typeface="宋体" pitchFamily="2" charset="-122"/>
        </a:defRPr>
      </a:lvl3pPr>
      <a:lvl4pPr algn="ctr" rtl="0" eaLnBrk="0" fontAlgn="base" hangingPunct="0">
        <a:spcBef>
          <a:spcPct val="0"/>
        </a:spcBef>
        <a:spcAft>
          <a:spcPct val="0"/>
        </a:spcAft>
        <a:defRPr kumimoji="1" sz="4400" b="1">
          <a:solidFill>
            <a:srgbClr val="6600CC"/>
          </a:solidFill>
          <a:latin typeface="Times New Roman" pitchFamily="18" charset="0"/>
          <a:ea typeface="宋体" pitchFamily="2" charset="-122"/>
        </a:defRPr>
      </a:lvl4pPr>
      <a:lvl5pPr algn="ctr" rtl="0" eaLnBrk="0" fontAlgn="base" hangingPunct="0">
        <a:spcBef>
          <a:spcPct val="0"/>
        </a:spcBef>
        <a:spcAft>
          <a:spcPct val="0"/>
        </a:spcAft>
        <a:defRPr kumimoji="1" sz="4400" b="1">
          <a:solidFill>
            <a:srgbClr val="6600CC"/>
          </a:solidFill>
          <a:latin typeface="Times New Roman" pitchFamily="18" charset="0"/>
          <a:ea typeface="宋体" pitchFamily="2" charset="-122"/>
        </a:defRPr>
      </a:lvl5pPr>
      <a:lvl6pPr marL="457200" algn="ctr" rtl="0" fontAlgn="base">
        <a:spcBef>
          <a:spcPct val="0"/>
        </a:spcBef>
        <a:spcAft>
          <a:spcPct val="0"/>
        </a:spcAft>
        <a:defRPr kumimoji="1" sz="4400" b="1">
          <a:solidFill>
            <a:srgbClr val="6600CC"/>
          </a:solidFill>
          <a:latin typeface="Times New Roman" pitchFamily="18" charset="0"/>
          <a:ea typeface="宋体" pitchFamily="2" charset="-122"/>
        </a:defRPr>
      </a:lvl6pPr>
      <a:lvl7pPr marL="914400" algn="ctr" rtl="0" fontAlgn="base">
        <a:spcBef>
          <a:spcPct val="0"/>
        </a:spcBef>
        <a:spcAft>
          <a:spcPct val="0"/>
        </a:spcAft>
        <a:defRPr kumimoji="1" sz="4400" b="1">
          <a:solidFill>
            <a:srgbClr val="6600CC"/>
          </a:solidFill>
          <a:latin typeface="Times New Roman" pitchFamily="18" charset="0"/>
          <a:ea typeface="宋体" pitchFamily="2" charset="-122"/>
        </a:defRPr>
      </a:lvl7pPr>
      <a:lvl8pPr marL="1371600" algn="ctr" rtl="0" fontAlgn="base">
        <a:spcBef>
          <a:spcPct val="0"/>
        </a:spcBef>
        <a:spcAft>
          <a:spcPct val="0"/>
        </a:spcAft>
        <a:defRPr kumimoji="1" sz="4400" b="1">
          <a:solidFill>
            <a:srgbClr val="6600CC"/>
          </a:solidFill>
          <a:latin typeface="Times New Roman" pitchFamily="18" charset="0"/>
          <a:ea typeface="宋体" pitchFamily="2" charset="-122"/>
        </a:defRPr>
      </a:lvl8pPr>
      <a:lvl9pPr marL="1828800" algn="ctr" rtl="0" fontAlgn="base">
        <a:spcBef>
          <a:spcPct val="0"/>
        </a:spcBef>
        <a:spcAft>
          <a:spcPct val="0"/>
        </a:spcAft>
        <a:defRPr kumimoji="1" sz="4400" b="1">
          <a:solidFill>
            <a:srgbClr val="6600CC"/>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lr>
          <a:schemeClr val="accent2"/>
        </a:buClr>
        <a:buSzPct val="110000"/>
        <a:buChar char="•"/>
        <a:defRPr kumimoji="1" sz="3200" b="1">
          <a:solidFill>
            <a:schemeClr val="bg2"/>
          </a:solidFill>
          <a:latin typeface="+mn-lt"/>
          <a:ea typeface="+mn-ea"/>
          <a:cs typeface="+mn-cs"/>
        </a:defRPr>
      </a:lvl1pPr>
      <a:lvl2pPr marL="742950" indent="-285750" algn="l" rtl="0" eaLnBrk="0" fontAlgn="base" hangingPunct="0">
        <a:spcBef>
          <a:spcPct val="20000"/>
        </a:spcBef>
        <a:spcAft>
          <a:spcPct val="0"/>
        </a:spcAft>
        <a:buClr>
          <a:schemeClr val="hlink"/>
        </a:buClr>
        <a:buSzPct val="110000"/>
        <a:buChar char="•"/>
        <a:defRPr kumimoji="1" sz="2800" b="1">
          <a:solidFill>
            <a:schemeClr val="bg2"/>
          </a:solidFill>
          <a:latin typeface="+mn-lt"/>
          <a:ea typeface="+mn-ea"/>
        </a:defRPr>
      </a:lvl2pPr>
      <a:lvl3pPr marL="1143000" indent="-228600" algn="l" rtl="0" eaLnBrk="0" fontAlgn="base" hangingPunct="0">
        <a:spcBef>
          <a:spcPct val="20000"/>
        </a:spcBef>
        <a:spcAft>
          <a:spcPct val="0"/>
        </a:spcAft>
        <a:buClr>
          <a:schemeClr val="folHlink"/>
        </a:buClr>
        <a:buSzPct val="110000"/>
        <a:buChar char="•"/>
        <a:defRPr kumimoji="1" sz="2400" b="1">
          <a:solidFill>
            <a:schemeClr val="bg2"/>
          </a:solidFill>
          <a:latin typeface="+mn-lt"/>
          <a:ea typeface="+mn-ea"/>
        </a:defRPr>
      </a:lvl3pPr>
      <a:lvl4pPr marL="1600200" indent="-228600" algn="l" rtl="0" eaLnBrk="0" fontAlgn="base" hangingPunct="0">
        <a:spcBef>
          <a:spcPct val="20000"/>
        </a:spcBef>
        <a:spcAft>
          <a:spcPct val="0"/>
        </a:spcAft>
        <a:buChar char="–"/>
        <a:defRPr kumimoji="1" sz="2000" b="1">
          <a:solidFill>
            <a:schemeClr val="bg2"/>
          </a:solidFill>
          <a:latin typeface="+mn-lt"/>
          <a:ea typeface="+mn-ea"/>
        </a:defRPr>
      </a:lvl4pPr>
      <a:lvl5pPr marL="2057400" indent="-228600" algn="l" rtl="0" eaLnBrk="0" fontAlgn="base" hangingPunct="0">
        <a:spcBef>
          <a:spcPct val="20000"/>
        </a:spcBef>
        <a:spcAft>
          <a:spcPct val="0"/>
        </a:spcAft>
        <a:buClr>
          <a:schemeClr val="tx1"/>
        </a:buClr>
        <a:buChar char="•"/>
        <a:defRPr kumimoji="1" sz="2000" b="1">
          <a:solidFill>
            <a:schemeClr val="bg2"/>
          </a:solidFill>
          <a:latin typeface="+mn-lt"/>
          <a:ea typeface="+mn-ea"/>
        </a:defRPr>
      </a:lvl5pPr>
      <a:lvl6pPr marL="2514600" indent="-228600" algn="l" rtl="0" fontAlgn="base">
        <a:spcBef>
          <a:spcPct val="20000"/>
        </a:spcBef>
        <a:spcAft>
          <a:spcPct val="0"/>
        </a:spcAft>
        <a:buClr>
          <a:schemeClr val="tx1"/>
        </a:buClr>
        <a:buChar char="•"/>
        <a:defRPr kumimoji="1" sz="2000" b="1">
          <a:solidFill>
            <a:schemeClr val="bg2"/>
          </a:solidFill>
          <a:latin typeface="+mn-lt"/>
          <a:ea typeface="+mn-ea"/>
        </a:defRPr>
      </a:lvl6pPr>
      <a:lvl7pPr marL="2971800" indent="-228600" algn="l" rtl="0" fontAlgn="base">
        <a:spcBef>
          <a:spcPct val="20000"/>
        </a:spcBef>
        <a:spcAft>
          <a:spcPct val="0"/>
        </a:spcAft>
        <a:buClr>
          <a:schemeClr val="tx1"/>
        </a:buClr>
        <a:buChar char="•"/>
        <a:defRPr kumimoji="1" sz="2000" b="1">
          <a:solidFill>
            <a:schemeClr val="bg2"/>
          </a:solidFill>
          <a:latin typeface="+mn-lt"/>
          <a:ea typeface="+mn-ea"/>
        </a:defRPr>
      </a:lvl7pPr>
      <a:lvl8pPr marL="3429000" indent="-228600" algn="l" rtl="0" fontAlgn="base">
        <a:spcBef>
          <a:spcPct val="20000"/>
        </a:spcBef>
        <a:spcAft>
          <a:spcPct val="0"/>
        </a:spcAft>
        <a:buClr>
          <a:schemeClr val="tx1"/>
        </a:buClr>
        <a:buChar char="•"/>
        <a:defRPr kumimoji="1" sz="2000" b="1">
          <a:solidFill>
            <a:schemeClr val="bg2"/>
          </a:solidFill>
          <a:latin typeface="+mn-lt"/>
          <a:ea typeface="+mn-ea"/>
        </a:defRPr>
      </a:lvl8pPr>
      <a:lvl9pPr marL="3886200" indent="-228600" algn="l" rtl="0" fontAlgn="base">
        <a:spcBef>
          <a:spcPct val="20000"/>
        </a:spcBef>
        <a:spcAft>
          <a:spcPct val="0"/>
        </a:spcAft>
        <a:buClr>
          <a:schemeClr val="tx1"/>
        </a:buClr>
        <a:buChar char="•"/>
        <a:defRPr kumimoji="1" sz="2000" b="1">
          <a:solidFill>
            <a:schemeClr val="bg2"/>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0.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8" Type="http://schemas.openxmlformats.org/officeDocument/2006/relationships/tags" Target="../tags/tag31.xml"/><Relationship Id="rId13" Type="http://schemas.openxmlformats.org/officeDocument/2006/relationships/tags" Target="../tags/tag36.xml"/><Relationship Id="rId18" Type="http://schemas.openxmlformats.org/officeDocument/2006/relationships/image" Target="../media/image9.png"/><Relationship Id="rId3" Type="http://schemas.openxmlformats.org/officeDocument/2006/relationships/tags" Target="../tags/tag26.xml"/><Relationship Id="rId7" Type="http://schemas.openxmlformats.org/officeDocument/2006/relationships/tags" Target="../tags/tag30.xml"/><Relationship Id="rId12" Type="http://schemas.openxmlformats.org/officeDocument/2006/relationships/tags" Target="../tags/tag35.xml"/><Relationship Id="rId17" Type="http://schemas.openxmlformats.org/officeDocument/2006/relationships/notesSlide" Target="../notesSlides/notesSlide2.xml"/><Relationship Id="rId2" Type="http://schemas.openxmlformats.org/officeDocument/2006/relationships/tags" Target="../tags/tag25.xml"/><Relationship Id="rId16" Type="http://schemas.openxmlformats.org/officeDocument/2006/relationships/slideLayout" Target="../slideLayouts/slideLayout16.xml"/><Relationship Id="rId1" Type="http://schemas.openxmlformats.org/officeDocument/2006/relationships/tags" Target="../tags/tag24.xml"/><Relationship Id="rId6" Type="http://schemas.openxmlformats.org/officeDocument/2006/relationships/tags" Target="../tags/tag29.xml"/><Relationship Id="rId11" Type="http://schemas.openxmlformats.org/officeDocument/2006/relationships/tags" Target="../tags/tag34.xml"/><Relationship Id="rId5" Type="http://schemas.openxmlformats.org/officeDocument/2006/relationships/tags" Target="../tags/tag28.xml"/><Relationship Id="rId15" Type="http://schemas.openxmlformats.org/officeDocument/2006/relationships/tags" Target="../tags/tag38.xml"/><Relationship Id="rId10" Type="http://schemas.openxmlformats.org/officeDocument/2006/relationships/tags" Target="../tags/tag33.xml"/><Relationship Id="rId19" Type="http://schemas.openxmlformats.org/officeDocument/2006/relationships/image" Target="../media/image10.png"/><Relationship Id="rId4" Type="http://schemas.openxmlformats.org/officeDocument/2006/relationships/tags" Target="../tags/tag27.xml"/><Relationship Id="rId9" Type="http://schemas.openxmlformats.org/officeDocument/2006/relationships/tags" Target="../tags/tag32.xml"/><Relationship Id="rId14" Type="http://schemas.openxmlformats.org/officeDocument/2006/relationships/tags" Target="../tags/tag37.xml"/></Relationships>
</file>

<file path=ppt/slides/_rels/slide4.xml.rels><?xml version="1.0" encoding="UTF-8" standalone="yes"?>
<Relationships xmlns="http://schemas.openxmlformats.org/package/2006/relationships"><Relationship Id="rId3" Type="http://schemas.openxmlformats.org/officeDocument/2006/relationships/tags" Target="../tags/tag41.xml"/><Relationship Id="rId7" Type="http://schemas.openxmlformats.org/officeDocument/2006/relationships/notesSlide" Target="../notesSlides/notesSlide3.xml"/><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slideLayout" Target="../slideLayouts/slideLayout21.xml"/><Relationship Id="rId5" Type="http://schemas.openxmlformats.org/officeDocument/2006/relationships/tags" Target="../tags/tag43.xml"/><Relationship Id="rId4" Type="http://schemas.openxmlformats.org/officeDocument/2006/relationships/tags" Target="../tags/tag42.xml"/></Relationships>
</file>

<file path=ppt/slides/_rels/slide5.xml.rels><?xml version="1.0" encoding="UTF-8" standalone="yes"?>
<Relationships xmlns="http://schemas.openxmlformats.org/package/2006/relationships"><Relationship Id="rId3" Type="http://schemas.openxmlformats.org/officeDocument/2006/relationships/tags" Target="../tags/tag46.xml"/><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notesSlide" Target="../notesSlides/notesSlide4.xml"/><Relationship Id="rId5" Type="http://schemas.openxmlformats.org/officeDocument/2006/relationships/slideLayout" Target="../slideLayouts/slideLayout16.xml"/><Relationship Id="rId4" Type="http://schemas.openxmlformats.org/officeDocument/2006/relationships/tags" Target="../tags/tag47.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tags" Target="../tags/tag49.xml"/><Relationship Id="rId1" Type="http://schemas.openxmlformats.org/officeDocument/2006/relationships/tags" Target="../tags/tag48.xml"/><Relationship Id="rId5" Type="http://schemas.openxmlformats.org/officeDocument/2006/relationships/image" Target="../media/image12.png"/><Relationship Id="rId4"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8" Type="http://schemas.openxmlformats.org/officeDocument/2006/relationships/slideLayout" Target="../slideLayouts/slideLayout16.xml"/><Relationship Id="rId3" Type="http://schemas.openxmlformats.org/officeDocument/2006/relationships/tags" Target="../tags/tag52.xml"/><Relationship Id="rId7" Type="http://schemas.openxmlformats.org/officeDocument/2006/relationships/tags" Target="../tags/tag56.xml"/><Relationship Id="rId2" Type="http://schemas.openxmlformats.org/officeDocument/2006/relationships/tags" Target="../tags/tag51.xml"/><Relationship Id="rId1" Type="http://schemas.openxmlformats.org/officeDocument/2006/relationships/tags" Target="../tags/tag50.xml"/><Relationship Id="rId6" Type="http://schemas.openxmlformats.org/officeDocument/2006/relationships/tags" Target="../tags/tag55.xml"/><Relationship Id="rId5" Type="http://schemas.openxmlformats.org/officeDocument/2006/relationships/tags" Target="../tags/tag54.xml"/><Relationship Id="rId10" Type="http://schemas.openxmlformats.org/officeDocument/2006/relationships/image" Target="../media/image9.png"/><Relationship Id="rId4" Type="http://schemas.openxmlformats.org/officeDocument/2006/relationships/tags" Target="../tags/tag53.xml"/><Relationship Id="rId9"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2.xml"/><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tags" Target="../tags/tag59.xml"/><Relationship Id="rId2" Type="http://schemas.openxmlformats.org/officeDocument/2006/relationships/tags" Target="../tags/tag58.xml"/><Relationship Id="rId1" Type="http://schemas.openxmlformats.org/officeDocument/2006/relationships/tags" Target="../tags/tag57.xml"/><Relationship Id="rId6" Type="http://schemas.openxmlformats.org/officeDocument/2006/relationships/image" Target="../media/image17.png"/><Relationship Id="rId5" Type="http://schemas.openxmlformats.org/officeDocument/2006/relationships/notesSlide" Target="../notesSlides/notesSlide7.xml"/><Relationship Id="rId4"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2.xml"/><Relationship Id="rId5" Type="http://schemas.openxmlformats.org/officeDocument/2006/relationships/image" Target="../media/image18.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2.xml"/><Relationship Id="rId5" Type="http://schemas.openxmlformats.org/officeDocument/2006/relationships/image" Target="../media/image18.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61.xml"/><Relationship Id="rId1" Type="http://schemas.openxmlformats.org/officeDocument/2006/relationships/tags" Target="../tags/tag60.xml"/><Relationship Id="rId4"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3" Type="http://schemas.openxmlformats.org/officeDocument/2006/relationships/tags" Target="../tags/tag64.xml"/><Relationship Id="rId7" Type="http://schemas.openxmlformats.org/officeDocument/2006/relationships/notesSlide" Target="../notesSlides/notesSlide9.xml"/><Relationship Id="rId2" Type="http://schemas.openxmlformats.org/officeDocument/2006/relationships/tags" Target="../tags/tag63.xml"/><Relationship Id="rId1" Type="http://schemas.openxmlformats.org/officeDocument/2006/relationships/tags" Target="../tags/tag62.xml"/><Relationship Id="rId6" Type="http://schemas.openxmlformats.org/officeDocument/2006/relationships/slideLayout" Target="../slideLayouts/slideLayout11.xml"/><Relationship Id="rId5" Type="http://schemas.openxmlformats.org/officeDocument/2006/relationships/tags" Target="../tags/tag66.xml"/><Relationship Id="rId4" Type="http://schemas.openxmlformats.org/officeDocument/2006/relationships/tags" Target="../tags/tag65.xml"/></Relationships>
</file>

<file path=ppt/slides/_rels/slide15.xml.rels><?xml version="1.0" encoding="UTF-8" standalone="yes"?>
<Relationships xmlns="http://schemas.openxmlformats.org/package/2006/relationships"><Relationship Id="rId3" Type="http://schemas.openxmlformats.org/officeDocument/2006/relationships/tags" Target="../tags/tag69.xml"/><Relationship Id="rId7" Type="http://schemas.openxmlformats.org/officeDocument/2006/relationships/notesSlide" Target="../notesSlides/notesSlide10.xml"/><Relationship Id="rId2" Type="http://schemas.openxmlformats.org/officeDocument/2006/relationships/tags" Target="../tags/tag68.xml"/><Relationship Id="rId1" Type="http://schemas.openxmlformats.org/officeDocument/2006/relationships/tags" Target="../tags/tag67.xml"/><Relationship Id="rId6" Type="http://schemas.openxmlformats.org/officeDocument/2006/relationships/slideLayout" Target="../slideLayouts/slideLayout11.xml"/><Relationship Id="rId5" Type="http://schemas.openxmlformats.org/officeDocument/2006/relationships/tags" Target="../tags/tag71.xml"/><Relationship Id="rId4" Type="http://schemas.openxmlformats.org/officeDocument/2006/relationships/tags" Target="../tags/tag70.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11.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6.xml"/><Relationship Id="rId1" Type="http://schemas.openxmlformats.org/officeDocument/2006/relationships/tags" Target="../tags/tag7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2.xml"/><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34.xml"/><Relationship Id="rId1" Type="http://schemas.openxmlformats.org/officeDocument/2006/relationships/tags" Target="../tags/tag73.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2.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7.xml"/><Relationship Id="rId1" Type="http://schemas.openxmlformats.org/officeDocument/2006/relationships/slideLayout" Target="../slideLayouts/slideLayout72.xml"/><Relationship Id="rId4" Type="http://schemas.openxmlformats.org/officeDocument/2006/relationships/image" Target="../media/image22.wmf"/></Relationships>
</file>

<file path=ppt/slides/_rels/slide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2.xml"/><Relationship Id="rId4" Type="http://schemas.openxmlformats.org/officeDocument/2006/relationships/image" Target="../media/image15.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2.xml"/></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9.xml"/><Relationship Id="rId1" Type="http://schemas.openxmlformats.org/officeDocument/2006/relationships/slideLayout" Target="../slideLayouts/slideLayout72.xml"/><Relationship Id="rId5" Type="http://schemas.openxmlformats.org/officeDocument/2006/relationships/image" Target="../media/image25.png"/><Relationship Id="rId4" Type="http://schemas.openxmlformats.org/officeDocument/2006/relationships/image" Target="../media/image24.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8.xml"/></Relationships>
</file>

<file path=ppt/slides/_rels/slide3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1.xml"/><Relationship Id="rId1" Type="http://schemas.openxmlformats.org/officeDocument/2006/relationships/slideLayout" Target="../slideLayouts/slideLayout7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8.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8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8.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8.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8.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8.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8.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tags" Target="../tags/tag74.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436915" y="1389743"/>
            <a:ext cx="9144000" cy="2387600"/>
          </a:xfrm>
        </p:spPr>
        <p:txBody>
          <a:bodyPr>
            <a:normAutofit fontScale="90000"/>
          </a:bodyPr>
          <a:lstStyle/>
          <a:p>
            <a:pPr>
              <a:lnSpc>
                <a:spcPct val="200000"/>
              </a:lnSpc>
            </a:pPr>
            <a:r>
              <a:rPr lang="zh-CN" altLang="en-US" dirty="0">
                <a:latin typeface="微软雅黑" panose="020B0503020204020204" pitchFamily="34" charset="-122"/>
                <a:ea typeface="微软雅黑" panose="020B0503020204020204" pitchFamily="34" charset="-122"/>
              </a:rPr>
              <a:t>第</a:t>
            </a: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章 控制结构与语句</a:t>
            </a:r>
            <a:br>
              <a:rPr lang="en-US" altLang="zh-CN" dirty="0">
                <a:latin typeface="微软雅黑" panose="020B0503020204020204" pitchFamily="34" charset="-122"/>
                <a:ea typeface="微软雅黑" panose="020B0503020204020204" pitchFamily="34" charset="-122"/>
              </a:rPr>
            </a:br>
            <a:endParaRPr lang="zh-CN" altLang="en-US" dirty="0">
              <a:latin typeface="微软雅黑" panose="020B0503020204020204" pitchFamily="34" charset="-122"/>
              <a:ea typeface="微软雅黑" panose="020B0503020204020204" pitchFamily="34" charset="-122"/>
            </a:endParaRPr>
          </a:p>
        </p:txBody>
      </p:sp>
      <p:sp>
        <p:nvSpPr>
          <p:cNvPr id="3" name="副标题 2"/>
          <p:cNvSpPr>
            <a:spLocks noGrp="1"/>
          </p:cNvSpPr>
          <p:nvPr>
            <p:ph type="subTitle" idx="1"/>
          </p:nvPr>
        </p:nvSpPr>
        <p:spPr>
          <a:xfrm>
            <a:off x="1524000" y="4436609"/>
            <a:ext cx="9144000" cy="1655762"/>
          </a:xfrm>
        </p:spPr>
        <p:txBody>
          <a:bodyPr>
            <a:normAutofit/>
          </a:bodyPr>
          <a:lstStyle/>
          <a:p>
            <a:pPr>
              <a:lnSpc>
                <a:spcPct val="150000"/>
              </a:lnSpc>
            </a:pPr>
            <a:r>
              <a:rPr lang="zh-CN" altLang="en-US" sz="2800" dirty="0">
                <a:latin typeface="微软雅黑" panose="020B0503020204020204" pitchFamily="34" charset="-122"/>
                <a:ea typeface="微软雅黑" panose="020B0503020204020204" pitchFamily="34" charset="-122"/>
              </a:rPr>
              <a:t>中国计量大学  </a:t>
            </a:r>
            <a:r>
              <a:rPr lang="en-US" altLang="zh-CN" sz="2800" dirty="0">
                <a:latin typeface="微软雅黑" panose="020B0503020204020204" pitchFamily="34" charset="-122"/>
                <a:ea typeface="微软雅黑" panose="020B0503020204020204" pitchFamily="34" charset="-122"/>
              </a:rPr>
              <a:t>C</a:t>
            </a:r>
            <a:r>
              <a:rPr lang="zh-CN" altLang="en-US" sz="2800" dirty="0">
                <a:latin typeface="微软雅黑" panose="020B0503020204020204" pitchFamily="34" charset="-122"/>
                <a:ea typeface="微软雅黑" panose="020B0503020204020204" pitchFamily="34" charset="-122"/>
              </a:rPr>
              <a:t>语言程序设计</a:t>
            </a:r>
            <a:endParaRPr lang="en-US" altLang="zh-CN" sz="2800"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fld id="{0C86A48D-B8D4-430A-AE1C-E921A6F75A10}" type="slidenum">
              <a:rPr lang="zh-CN" altLang="en-US" smtClean="0">
                <a:solidFill>
                  <a:prstClr val="black">
                    <a:tint val="75000"/>
                  </a:prstClr>
                </a:solidFill>
              </a:rPr>
              <a:pPr/>
              <a:t>1</a:t>
            </a:fld>
            <a:endParaRPr lang="zh-CN" altLang="en-US">
              <a:solidFill>
                <a:prstClr val="black">
                  <a:tint val="75000"/>
                </a:prstClr>
              </a:solidFill>
            </a:endParaRPr>
          </a:p>
        </p:txBody>
      </p:sp>
    </p:spTree>
    <p:extLst>
      <p:ext uri="{BB962C8B-B14F-4D97-AF65-F5344CB8AC3E}">
        <p14:creationId xmlns:p14="http://schemas.microsoft.com/office/powerpoint/2010/main" val="63370817"/>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0C86A48D-B8D4-430A-AE1C-E921A6F75A10}" type="slidenum">
              <a:rPr lang="zh-CN" altLang="en-US" smtClean="0">
                <a:solidFill>
                  <a:prstClr val="black">
                    <a:tint val="75000"/>
                  </a:prstClr>
                </a:solidFill>
              </a:rPr>
              <a:pPr/>
              <a:t>2</a:t>
            </a:fld>
            <a:endParaRPr lang="zh-CN" altLang="en-US">
              <a:solidFill>
                <a:prstClr val="black">
                  <a:tint val="75000"/>
                </a:prstClr>
              </a:solidFill>
            </a:endParaRPr>
          </a:p>
        </p:txBody>
      </p:sp>
      <p:pic>
        <p:nvPicPr>
          <p:cNvPr id="2" name="图片 1">
            <a:extLst>
              <a:ext uri="{FF2B5EF4-FFF2-40B4-BE49-F238E27FC236}">
                <a16:creationId xmlns:a16="http://schemas.microsoft.com/office/drawing/2014/main" id="{65E4D082-1E4A-0E68-30CD-2FDF7478E74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24100" y="2114550"/>
            <a:ext cx="6421015" cy="3186008"/>
          </a:xfrm>
          <a:prstGeom prst="rect">
            <a:avLst/>
          </a:prstGeom>
        </p:spPr>
      </p:pic>
    </p:spTree>
    <p:extLst>
      <p:ext uri="{BB962C8B-B14F-4D97-AF65-F5344CB8AC3E}">
        <p14:creationId xmlns:p14="http://schemas.microsoft.com/office/powerpoint/2010/main" val="8716720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714" name="Group 34"/>
          <p:cNvGrpSpPr>
            <a:grpSpLocks/>
          </p:cNvGrpSpPr>
          <p:nvPr>
            <p:custDataLst>
              <p:tags r:id="rId2"/>
            </p:custDataLst>
          </p:nvPr>
        </p:nvGrpSpPr>
        <p:grpSpPr bwMode="auto">
          <a:xfrm>
            <a:off x="8703743" y="1844675"/>
            <a:ext cx="2891367" cy="454025"/>
            <a:chOff x="2433" y="4400"/>
            <a:chExt cx="1827" cy="296"/>
          </a:xfrm>
        </p:grpSpPr>
        <p:sp>
          <p:nvSpPr>
            <p:cNvPr id="29728" name="AutoShape 35"/>
            <p:cNvSpPr>
              <a:spLocks noChangeArrowheads="1"/>
            </p:cNvSpPr>
            <p:nvPr/>
          </p:nvSpPr>
          <p:spPr bwMode="auto">
            <a:xfrm>
              <a:off x="2433" y="4400"/>
              <a:ext cx="1827" cy="296"/>
            </a:xfrm>
            <a:prstGeom prst="flowChartDecision">
              <a:avLst/>
            </a:prstGeom>
            <a:noFill/>
            <a:ln w="9525" algn="ctr">
              <a:solidFill>
                <a:schemeClr val="accent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ctr" eaLnBrk="0" hangingPunct="0">
                <a:spcBef>
                  <a:spcPct val="0"/>
                </a:spcBef>
              </a:pPr>
              <a:endParaRPr lang="en-US" altLang="en-US" sz="2000" b="1">
                <a:latin typeface="Times New Roman" pitchFamily="18" charset="0"/>
                <a:ea typeface="宋体" pitchFamily="2" charset="-122"/>
              </a:endParaRPr>
            </a:p>
          </p:txBody>
        </p:sp>
        <p:sp>
          <p:nvSpPr>
            <p:cNvPr id="29729" name="Text Box 36"/>
            <p:cNvSpPr txBox="1">
              <a:spLocks noChangeArrowheads="1"/>
            </p:cNvSpPr>
            <p:nvPr/>
          </p:nvSpPr>
          <p:spPr bwMode="auto">
            <a:xfrm>
              <a:off x="2839" y="4400"/>
              <a:ext cx="1218" cy="296"/>
            </a:xfrm>
            <a:prstGeom prst="rect">
              <a:avLst/>
            </a:prstGeom>
            <a:noFill/>
            <a:ln w="9525" algn="ctr">
              <a:no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defPPr>
                <a:defRPr lang="zh-CN"/>
              </a:defPPr>
              <a:lvl1pPr algn="ctr" eaLnBrk="0" hangingPunct="0">
                <a:spcBef>
                  <a:spcPct val="0"/>
                </a:spcBef>
                <a:buClrTx/>
                <a:buSzTx/>
                <a:buFontTx/>
                <a:buNone/>
                <a:defRPr kumimoji="0" sz="2000" b="1">
                  <a:latin typeface="Times New Roman" pitchFamily="18" charset="0"/>
                  <a:ea typeface="宋体" pitchFamily="2" charset="-122"/>
                </a:defRPr>
              </a:lvl1pPr>
              <a:lvl2pPr marL="742950" indent="-285750" eaLnBrk="0" hangingPunct="0">
                <a:spcBef>
                  <a:spcPct val="20000"/>
                </a:spcBef>
                <a:buClr>
                  <a:schemeClr val="bg1"/>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eaLnBrk="0" hangingPunct="0">
                <a:spcBef>
                  <a:spcPct val="20000"/>
                </a:spcBef>
                <a:buClr>
                  <a:schemeClr val="bg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eaLnBrk="0" hangingPunct="0">
                <a:spcBef>
                  <a:spcPct val="20000"/>
                </a:spcBef>
                <a:buClr>
                  <a:srgbClr val="CC00CC"/>
                </a:buClr>
                <a:buSzPct val="100000"/>
                <a:buChar char="•"/>
                <a:defRPr kumimoji="1" sz="3200" b="1">
                  <a:solidFill>
                    <a:schemeClr val="bg2"/>
                  </a:solidFill>
                  <a:latin typeface="Times New Roman" pitchFamily="18" charset="0"/>
                  <a:ea typeface="宋体" pitchFamily="2" charset="-122"/>
                </a:defRPr>
              </a:lvl4pPr>
              <a:lvl5pPr marL="2057400" indent="-228600" eaLnBrk="0" hangingPunct="0">
                <a:spcBef>
                  <a:spcPct val="20000"/>
                </a:spcBef>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9pPr>
            </a:lstStyle>
            <a:p>
              <a:r>
                <a:rPr lang="zh-CN" altLang="en-US" dirty="0"/>
                <a:t>循环控制条件</a:t>
              </a:r>
            </a:p>
          </p:txBody>
        </p:sp>
      </p:grpSp>
      <p:sp>
        <p:nvSpPr>
          <p:cNvPr id="29703" name="Text Box 21"/>
          <p:cNvSpPr txBox="1">
            <a:spLocks noChangeArrowheads="1"/>
          </p:cNvSpPr>
          <p:nvPr>
            <p:custDataLst>
              <p:tags r:id="rId3"/>
            </p:custDataLst>
          </p:nvPr>
        </p:nvSpPr>
        <p:spPr bwMode="auto">
          <a:xfrm>
            <a:off x="526408" y="4405313"/>
            <a:ext cx="11186584" cy="1712458"/>
          </a:xfrm>
          <a:prstGeom prst="rect">
            <a:avLst/>
          </a:prstGeom>
          <a:noFill/>
          <a:ln w="9525" algn="ctr">
            <a:no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defPPr>
              <a:defRPr lang="zh-CN"/>
            </a:defPPr>
            <a:lvl1pPr algn="just" eaLnBrk="0" hangingPunct="0">
              <a:spcBef>
                <a:spcPct val="0"/>
              </a:spcBef>
              <a:buClrTx/>
              <a:buSzTx/>
              <a:buFontTx/>
              <a:buNone/>
              <a:defRPr kumimoji="0" sz="2000" b="1">
                <a:latin typeface="Times New Roman" pitchFamily="18" charset="0"/>
                <a:ea typeface="黑体" pitchFamily="49" charset="-122"/>
              </a:defRPr>
            </a:lvl1pPr>
            <a:lvl2pPr marL="742950" indent="-285750" eaLnBrk="0" hangingPunct="0">
              <a:spcBef>
                <a:spcPct val="20000"/>
              </a:spcBef>
              <a:buClr>
                <a:schemeClr val="bg1"/>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eaLnBrk="0" hangingPunct="0">
              <a:spcBef>
                <a:spcPct val="20000"/>
              </a:spcBef>
              <a:buClr>
                <a:schemeClr val="bg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eaLnBrk="0" hangingPunct="0">
              <a:spcBef>
                <a:spcPct val="20000"/>
              </a:spcBef>
              <a:buClr>
                <a:srgbClr val="CC00CC"/>
              </a:buClr>
              <a:buSzPct val="100000"/>
              <a:buChar char="•"/>
              <a:defRPr kumimoji="1" sz="3200" b="1">
                <a:solidFill>
                  <a:schemeClr val="bg2"/>
                </a:solidFill>
                <a:latin typeface="Times New Roman" pitchFamily="18" charset="0"/>
                <a:ea typeface="宋体" pitchFamily="2" charset="-122"/>
              </a:defRPr>
            </a:lvl4pPr>
            <a:lvl5pPr marL="2057400" indent="-228600" eaLnBrk="0" hangingPunct="0">
              <a:spcBef>
                <a:spcPct val="20000"/>
              </a:spcBef>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9pPr>
          </a:lstStyle>
          <a:p>
            <a:r>
              <a:rPr lang="zh-CN" altLang="en-US" sz="2800" dirty="0"/>
              <a:t>      </a:t>
            </a:r>
            <a:r>
              <a:rPr lang="zh-CN" altLang="en-US" sz="2800" dirty="0">
                <a:solidFill>
                  <a:srgbClr val="EB27C6"/>
                </a:solidFill>
              </a:rPr>
              <a:t>顺序结构   　　　            分支结构                                   循环结构</a:t>
            </a:r>
            <a:endParaRPr lang="en-US" altLang="zh-CN" sz="2800" dirty="0">
              <a:solidFill>
                <a:srgbClr val="EB27C6"/>
              </a:solidFill>
            </a:endParaRPr>
          </a:p>
          <a:p>
            <a:pPr algn="l"/>
            <a:r>
              <a:rPr lang="zh-CN" altLang="en-US" sz="2800" dirty="0"/>
              <a:t>                                                   流程图</a:t>
            </a:r>
            <a:endParaRPr lang="en-US" altLang="zh-CN" sz="2800" dirty="0"/>
          </a:p>
          <a:p>
            <a:pPr algn="ctr"/>
            <a:endParaRPr lang="en-US" altLang="zh-CN" sz="2800" dirty="0"/>
          </a:p>
          <a:p>
            <a:r>
              <a:rPr lang="zh-CN" altLang="en-US" sz="2800" dirty="0"/>
              <a:t>结构化程序－由这三种基本结构或其复合嵌套构成的程序</a:t>
            </a:r>
          </a:p>
        </p:txBody>
      </p:sp>
      <p:sp>
        <p:nvSpPr>
          <p:cNvPr id="29711" name="Line 31"/>
          <p:cNvSpPr>
            <a:spLocks noChangeShapeType="1"/>
          </p:cNvSpPr>
          <p:nvPr>
            <p:custDataLst>
              <p:tags r:id="rId4"/>
            </p:custDataLst>
          </p:nvPr>
        </p:nvSpPr>
        <p:spPr bwMode="auto">
          <a:xfrm flipH="1">
            <a:off x="8517477" y="3733800"/>
            <a:ext cx="1606551" cy="0"/>
          </a:xfrm>
          <a:prstGeom prst="line">
            <a:avLst/>
          </a:prstGeom>
          <a:noFill/>
          <a:ln w="9525">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12" name="Text Box 32"/>
          <p:cNvSpPr txBox="1">
            <a:spLocks noChangeArrowheads="1"/>
          </p:cNvSpPr>
          <p:nvPr>
            <p:custDataLst>
              <p:tags r:id="rId5"/>
            </p:custDataLst>
          </p:nvPr>
        </p:nvSpPr>
        <p:spPr bwMode="auto">
          <a:xfrm>
            <a:off x="9209617" y="2822590"/>
            <a:ext cx="1928283" cy="454025"/>
          </a:xfrm>
          <a:prstGeom prst="rect">
            <a:avLst/>
          </a:prstGeom>
          <a:noFill/>
          <a:ln w="9525" algn="ctr">
            <a:solidFill>
              <a:schemeClr val="accent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bg1"/>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eaLnBrk="0" hangingPunct="0">
              <a:spcBef>
                <a:spcPct val="20000"/>
              </a:spcBef>
              <a:buClr>
                <a:schemeClr val="bg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eaLnBrk="0" hangingPunct="0">
              <a:spcBef>
                <a:spcPct val="20000"/>
              </a:spcBef>
              <a:buClr>
                <a:srgbClr val="CC00CC"/>
              </a:buClr>
              <a:buSzPct val="100000"/>
              <a:buChar char="•"/>
              <a:defRPr kumimoji="1" sz="3200" b="1">
                <a:solidFill>
                  <a:schemeClr val="bg2"/>
                </a:solidFill>
                <a:latin typeface="Times New Roman" pitchFamily="18" charset="0"/>
                <a:ea typeface="宋体" pitchFamily="2" charset="-122"/>
              </a:defRPr>
            </a:lvl4pPr>
            <a:lvl5pPr marL="2057400" indent="-228600" eaLnBrk="0" hangingPunct="0">
              <a:spcBef>
                <a:spcPct val="20000"/>
              </a:spcBef>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9pPr>
          </a:lstStyle>
          <a:p>
            <a:pPr algn="ctr">
              <a:spcBef>
                <a:spcPct val="0"/>
              </a:spcBef>
              <a:buClrTx/>
              <a:buSzTx/>
              <a:buFontTx/>
              <a:buNone/>
            </a:pPr>
            <a:r>
              <a:rPr kumimoji="0" lang="zh-CN" altLang="en-US" sz="2000">
                <a:solidFill>
                  <a:schemeClr val="tx1"/>
                </a:solidFill>
              </a:rPr>
              <a:t>语句序列</a:t>
            </a:r>
          </a:p>
        </p:txBody>
      </p:sp>
      <p:sp>
        <p:nvSpPr>
          <p:cNvPr id="29713" name="Text Box 33"/>
          <p:cNvSpPr txBox="1">
            <a:spLocks noChangeArrowheads="1"/>
          </p:cNvSpPr>
          <p:nvPr>
            <p:custDataLst>
              <p:tags r:id="rId6"/>
            </p:custDataLst>
          </p:nvPr>
        </p:nvSpPr>
        <p:spPr bwMode="auto">
          <a:xfrm>
            <a:off x="9281584" y="742950"/>
            <a:ext cx="1794933" cy="503238"/>
          </a:xfrm>
          <a:prstGeom prst="rect">
            <a:avLst/>
          </a:prstGeom>
          <a:noFill/>
          <a:ln w="9525" algn="ctr">
            <a:solidFill>
              <a:schemeClr val="accent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bg1"/>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eaLnBrk="0" hangingPunct="0">
              <a:spcBef>
                <a:spcPct val="20000"/>
              </a:spcBef>
              <a:buClr>
                <a:schemeClr val="bg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eaLnBrk="0" hangingPunct="0">
              <a:spcBef>
                <a:spcPct val="20000"/>
              </a:spcBef>
              <a:buClr>
                <a:srgbClr val="CC00CC"/>
              </a:buClr>
              <a:buSzPct val="100000"/>
              <a:buChar char="•"/>
              <a:defRPr kumimoji="1" sz="3200" b="1">
                <a:solidFill>
                  <a:schemeClr val="bg2"/>
                </a:solidFill>
                <a:latin typeface="Times New Roman" pitchFamily="18" charset="0"/>
                <a:ea typeface="宋体" pitchFamily="2" charset="-122"/>
              </a:defRPr>
            </a:lvl4pPr>
            <a:lvl5pPr marL="2057400" indent="-228600" eaLnBrk="0" hangingPunct="0">
              <a:spcBef>
                <a:spcPct val="20000"/>
              </a:spcBef>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9pPr>
          </a:lstStyle>
          <a:p>
            <a:pPr algn="ctr">
              <a:spcBef>
                <a:spcPct val="0"/>
              </a:spcBef>
              <a:buClrTx/>
              <a:buSzTx/>
              <a:buFontTx/>
              <a:buNone/>
            </a:pPr>
            <a:r>
              <a:rPr kumimoji="0" lang="zh-CN" altLang="en-US" sz="2000">
                <a:solidFill>
                  <a:schemeClr val="tx1"/>
                </a:solidFill>
              </a:rPr>
              <a:t>初始化</a:t>
            </a:r>
          </a:p>
        </p:txBody>
      </p:sp>
      <p:sp>
        <p:nvSpPr>
          <p:cNvPr id="29715" name="Line 37"/>
          <p:cNvSpPr>
            <a:spLocks noChangeShapeType="1"/>
          </p:cNvSpPr>
          <p:nvPr>
            <p:custDataLst>
              <p:tags r:id="rId7"/>
            </p:custDataLst>
          </p:nvPr>
        </p:nvSpPr>
        <p:spPr bwMode="auto">
          <a:xfrm>
            <a:off x="10181167" y="1225550"/>
            <a:ext cx="0" cy="681038"/>
          </a:xfrm>
          <a:prstGeom prst="line">
            <a:avLst/>
          </a:prstGeom>
          <a:noFill/>
          <a:ln w="9525">
            <a:solidFill>
              <a:schemeClr val="accent1"/>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29716" name="Line 38"/>
          <p:cNvSpPr>
            <a:spLocks noChangeShapeType="1"/>
          </p:cNvSpPr>
          <p:nvPr>
            <p:custDataLst>
              <p:tags r:id="rId8"/>
            </p:custDataLst>
          </p:nvPr>
        </p:nvSpPr>
        <p:spPr bwMode="auto">
          <a:xfrm>
            <a:off x="10166351" y="2338403"/>
            <a:ext cx="0" cy="454025"/>
          </a:xfrm>
          <a:prstGeom prst="line">
            <a:avLst/>
          </a:prstGeom>
          <a:noFill/>
          <a:ln w="9525">
            <a:solidFill>
              <a:schemeClr val="accent1"/>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29717" name="Line 39"/>
          <p:cNvSpPr>
            <a:spLocks noChangeShapeType="1"/>
          </p:cNvSpPr>
          <p:nvPr>
            <p:custDataLst>
              <p:tags r:id="rId9"/>
            </p:custDataLst>
          </p:nvPr>
        </p:nvSpPr>
        <p:spPr bwMode="auto">
          <a:xfrm>
            <a:off x="10145184" y="3279781"/>
            <a:ext cx="0" cy="454025"/>
          </a:xfrm>
          <a:prstGeom prst="line">
            <a:avLst/>
          </a:prstGeom>
          <a:noFill/>
          <a:ln w="9525">
            <a:solidFill>
              <a:schemeClr val="accent1"/>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29718" name="Line 40"/>
          <p:cNvSpPr>
            <a:spLocks noChangeShapeType="1"/>
          </p:cNvSpPr>
          <p:nvPr>
            <p:custDataLst>
              <p:tags r:id="rId10"/>
            </p:custDataLst>
          </p:nvPr>
        </p:nvSpPr>
        <p:spPr bwMode="auto">
          <a:xfrm flipH="1" flipV="1">
            <a:off x="8496303" y="2060590"/>
            <a:ext cx="23284" cy="1681163"/>
          </a:xfrm>
          <a:prstGeom prst="line">
            <a:avLst/>
          </a:prstGeom>
          <a:noFill/>
          <a:ln w="9525">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19" name="Line 41"/>
          <p:cNvSpPr>
            <a:spLocks noChangeShapeType="1"/>
          </p:cNvSpPr>
          <p:nvPr>
            <p:custDataLst>
              <p:tags r:id="rId11"/>
            </p:custDataLst>
          </p:nvPr>
        </p:nvSpPr>
        <p:spPr bwMode="auto">
          <a:xfrm>
            <a:off x="8519584" y="2060575"/>
            <a:ext cx="169333" cy="0"/>
          </a:xfrm>
          <a:prstGeom prst="line">
            <a:avLst/>
          </a:prstGeom>
          <a:noFill/>
          <a:ln w="9525">
            <a:solidFill>
              <a:schemeClr val="accent1"/>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29720" name="Text Box 42"/>
          <p:cNvSpPr txBox="1">
            <a:spLocks noChangeArrowheads="1"/>
          </p:cNvSpPr>
          <p:nvPr>
            <p:custDataLst>
              <p:tags r:id="rId12"/>
            </p:custDataLst>
          </p:nvPr>
        </p:nvSpPr>
        <p:spPr bwMode="auto">
          <a:xfrm>
            <a:off x="11667068" y="1660525"/>
            <a:ext cx="321733" cy="454025"/>
          </a:xfrm>
          <a:prstGeom prst="rect">
            <a:avLst/>
          </a:prstGeom>
          <a:noFill/>
          <a:ln w="9525" algn="ctr">
            <a:no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defPPr>
              <a:defRPr lang="zh-CN"/>
            </a:defPPr>
            <a:lvl1pPr algn="just" eaLnBrk="0" hangingPunct="0">
              <a:spcBef>
                <a:spcPct val="0"/>
              </a:spcBef>
              <a:buClrTx/>
              <a:buSzTx/>
              <a:buFontTx/>
              <a:buNone/>
              <a:defRPr kumimoji="0" sz="2000" b="1">
                <a:latin typeface="Times New Roman" pitchFamily="18" charset="0"/>
                <a:ea typeface="黑体" pitchFamily="49" charset="-122"/>
              </a:defRPr>
            </a:lvl1pPr>
            <a:lvl2pPr marL="742950" indent="-285750" eaLnBrk="0" hangingPunct="0">
              <a:spcBef>
                <a:spcPct val="20000"/>
              </a:spcBef>
              <a:buClr>
                <a:schemeClr val="bg1"/>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eaLnBrk="0" hangingPunct="0">
              <a:spcBef>
                <a:spcPct val="20000"/>
              </a:spcBef>
              <a:buClr>
                <a:schemeClr val="bg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eaLnBrk="0" hangingPunct="0">
              <a:spcBef>
                <a:spcPct val="20000"/>
              </a:spcBef>
              <a:buClr>
                <a:srgbClr val="CC00CC"/>
              </a:buClr>
              <a:buSzPct val="100000"/>
              <a:buChar char="•"/>
              <a:defRPr kumimoji="1" sz="3200" b="1">
                <a:solidFill>
                  <a:schemeClr val="bg2"/>
                </a:solidFill>
                <a:latin typeface="Times New Roman" pitchFamily="18" charset="0"/>
                <a:ea typeface="宋体" pitchFamily="2" charset="-122"/>
              </a:defRPr>
            </a:lvl4pPr>
            <a:lvl5pPr marL="2057400" indent="-228600" eaLnBrk="0" hangingPunct="0">
              <a:spcBef>
                <a:spcPct val="20000"/>
              </a:spcBef>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9pPr>
          </a:lstStyle>
          <a:p>
            <a:r>
              <a:rPr lang="en-US" altLang="zh-CN"/>
              <a:t>n</a:t>
            </a:r>
          </a:p>
        </p:txBody>
      </p:sp>
      <p:sp>
        <p:nvSpPr>
          <p:cNvPr id="29721" name="Text Box 43"/>
          <p:cNvSpPr txBox="1">
            <a:spLocks noChangeArrowheads="1"/>
          </p:cNvSpPr>
          <p:nvPr>
            <p:custDataLst>
              <p:tags r:id="rId13"/>
            </p:custDataLst>
          </p:nvPr>
        </p:nvSpPr>
        <p:spPr bwMode="auto">
          <a:xfrm>
            <a:off x="10356852" y="2262203"/>
            <a:ext cx="321733" cy="454025"/>
          </a:xfrm>
          <a:prstGeom prst="rect">
            <a:avLst/>
          </a:prstGeom>
          <a:noFill/>
          <a:ln w="9525" algn="ctr">
            <a:no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bg1"/>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eaLnBrk="0" hangingPunct="0">
              <a:spcBef>
                <a:spcPct val="20000"/>
              </a:spcBef>
              <a:buClr>
                <a:schemeClr val="bg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eaLnBrk="0" hangingPunct="0">
              <a:spcBef>
                <a:spcPct val="20000"/>
              </a:spcBef>
              <a:buClr>
                <a:srgbClr val="CC00CC"/>
              </a:buClr>
              <a:buSzPct val="100000"/>
              <a:buChar char="•"/>
              <a:defRPr kumimoji="1" sz="3200" b="1">
                <a:solidFill>
                  <a:schemeClr val="bg2"/>
                </a:solidFill>
                <a:latin typeface="Times New Roman" pitchFamily="18" charset="0"/>
                <a:ea typeface="宋体" pitchFamily="2" charset="-122"/>
              </a:defRPr>
            </a:lvl4pPr>
            <a:lvl5pPr marL="2057400" indent="-228600" eaLnBrk="0" hangingPunct="0">
              <a:spcBef>
                <a:spcPct val="20000"/>
              </a:spcBef>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9pPr>
          </a:lstStyle>
          <a:p>
            <a:pPr algn="ctr">
              <a:spcBef>
                <a:spcPct val="0"/>
              </a:spcBef>
              <a:buClrTx/>
              <a:buSzTx/>
              <a:buFontTx/>
              <a:buNone/>
            </a:pPr>
            <a:r>
              <a:rPr kumimoji="0" lang="en-US" altLang="zh-CN" sz="2000">
                <a:solidFill>
                  <a:schemeClr val="tx1"/>
                </a:solidFill>
              </a:rPr>
              <a:t>y</a:t>
            </a:r>
          </a:p>
        </p:txBody>
      </p:sp>
      <p:sp>
        <p:nvSpPr>
          <p:cNvPr id="29722" name="Line 44"/>
          <p:cNvSpPr>
            <a:spLocks noChangeShapeType="1"/>
          </p:cNvSpPr>
          <p:nvPr>
            <p:custDataLst>
              <p:tags r:id="rId14"/>
            </p:custDataLst>
          </p:nvPr>
        </p:nvSpPr>
        <p:spPr bwMode="auto">
          <a:xfrm>
            <a:off x="10185400" y="288925"/>
            <a:ext cx="0" cy="477838"/>
          </a:xfrm>
          <a:prstGeom prst="line">
            <a:avLst/>
          </a:prstGeom>
          <a:noFill/>
          <a:ln w="9525">
            <a:solidFill>
              <a:schemeClr val="accent1"/>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grpSp>
        <p:nvGrpSpPr>
          <p:cNvPr id="29723" name="Group 45"/>
          <p:cNvGrpSpPr>
            <a:grpSpLocks/>
          </p:cNvGrpSpPr>
          <p:nvPr>
            <p:custDataLst>
              <p:tags r:id="rId15"/>
            </p:custDataLst>
          </p:nvPr>
        </p:nvGrpSpPr>
        <p:grpSpPr bwMode="auto">
          <a:xfrm>
            <a:off x="11552769" y="2060590"/>
            <a:ext cx="323851" cy="1135063"/>
            <a:chOff x="3870" y="11802"/>
            <a:chExt cx="204" cy="740"/>
          </a:xfrm>
        </p:grpSpPr>
        <p:sp>
          <p:nvSpPr>
            <p:cNvPr id="29726" name="Line 46"/>
            <p:cNvSpPr>
              <a:spLocks noChangeShapeType="1"/>
            </p:cNvSpPr>
            <p:nvPr/>
          </p:nvSpPr>
          <p:spPr bwMode="auto">
            <a:xfrm>
              <a:off x="3870" y="11802"/>
              <a:ext cx="203" cy="0"/>
            </a:xfrm>
            <a:prstGeom prst="line">
              <a:avLst/>
            </a:prstGeom>
            <a:noFill/>
            <a:ln w="9525">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27" name="Line 47"/>
            <p:cNvSpPr>
              <a:spLocks noChangeShapeType="1"/>
            </p:cNvSpPr>
            <p:nvPr/>
          </p:nvSpPr>
          <p:spPr bwMode="auto">
            <a:xfrm>
              <a:off x="4074" y="11802"/>
              <a:ext cx="0" cy="740"/>
            </a:xfrm>
            <a:prstGeom prst="line">
              <a:avLst/>
            </a:prstGeom>
            <a:noFill/>
            <a:ln w="9525">
              <a:solidFill>
                <a:schemeClr val="accent1"/>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grpSp>
      <p:sp>
        <p:nvSpPr>
          <p:cNvPr id="46" name="Rectangle 2"/>
          <p:cNvSpPr txBox="1">
            <a:spLocks noChangeArrowheads="1"/>
          </p:cNvSpPr>
          <p:nvPr/>
        </p:nvSpPr>
        <p:spPr>
          <a:xfrm>
            <a:off x="812800" y="304800"/>
            <a:ext cx="10363200" cy="609600"/>
          </a:xfrm>
          <a:prstGeom prst="rect">
            <a:avLst/>
          </a:prstGeom>
        </p:spPr>
        <p:txBody>
          <a:bodyPr vert="horz" wrap="square" lIns="90170" tIns="46990" rIns="90170" bIns="46990" rtlCol="0" anchor="ctr" anchorCtr="0">
            <a:noAutofit/>
          </a:bodyPr>
          <a:lstStyle>
            <a:lvl1pPr marL="0" marR="0" algn="l" defTabSz="914400" rtl="0" eaLnBrk="1" fontAlgn="auto" latinLnBrk="0" hangingPunct="1">
              <a:lnSpc>
                <a:spcPct val="100000"/>
              </a:lnSpc>
              <a:spcBef>
                <a:spcPct val="0"/>
              </a:spcBef>
              <a:buNone/>
              <a:defRPr kumimoji="0" lang="zh-CN" altLang="en-US" sz="36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lang="zh-CN" altLang="en-US" dirty="0">
                <a:solidFill>
                  <a:srgbClr val="000000"/>
                </a:solidFill>
              </a:rPr>
              <a:t>程序的三种基本结构</a:t>
            </a:r>
            <a:endParaRPr kumimoji="0" lang="zh-CN" altLang="en-US" sz="3600" b="1" i="0" u="none" strike="noStrike" kern="1200" cap="none" spc="200" normalizeH="0" baseline="0" noProof="1">
              <a:ln>
                <a:noFill/>
              </a:ln>
              <a:solidFill>
                <a:srgbClr val="000000"/>
              </a:solidFill>
              <a:effectLst/>
              <a:uLnTx/>
              <a:uFillTx/>
              <a:latin typeface="Arial" panose="020B0604020202020204" pitchFamily="34" charset="0"/>
              <a:ea typeface="微软雅黑" panose="020B0503020204020204" charset="-122"/>
              <a:cs typeface="+mj-cs"/>
              <a:sym typeface="+mn-ea"/>
            </a:endParaRPr>
          </a:p>
        </p:txBody>
      </p:sp>
      <p:pic>
        <p:nvPicPr>
          <p:cNvPr id="2" name="图片 1">
            <a:extLst>
              <a:ext uri="{FF2B5EF4-FFF2-40B4-BE49-F238E27FC236}">
                <a16:creationId xmlns:a16="http://schemas.microsoft.com/office/drawing/2014/main" id="{7D87AF91-CCCD-1FC7-1811-A26B3D04F934}"/>
              </a:ext>
            </a:extLst>
          </p:cNvPr>
          <p:cNvPicPr>
            <a:picLocks noChangeAspect="1"/>
          </p:cNvPicPr>
          <p:nvPr/>
        </p:nvPicPr>
        <p:blipFill>
          <a:blip r:embed="rId18"/>
          <a:stretch>
            <a:fillRect/>
          </a:stretch>
        </p:blipFill>
        <p:spPr>
          <a:xfrm>
            <a:off x="3858111" y="1412211"/>
            <a:ext cx="3762405" cy="2002487"/>
          </a:xfrm>
          <a:prstGeom prst="rect">
            <a:avLst/>
          </a:prstGeom>
        </p:spPr>
      </p:pic>
      <p:pic>
        <p:nvPicPr>
          <p:cNvPr id="3" name="图片 2">
            <a:extLst>
              <a:ext uri="{FF2B5EF4-FFF2-40B4-BE49-F238E27FC236}">
                <a16:creationId xmlns:a16="http://schemas.microsoft.com/office/drawing/2014/main" id="{9FEF9DD8-BC60-C2B1-6069-635ED1234C19}"/>
              </a:ext>
            </a:extLst>
          </p:cNvPr>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1266611" y="927894"/>
            <a:ext cx="1044199" cy="3513589"/>
          </a:xfrm>
          <a:prstGeom prst="rect">
            <a:avLst/>
          </a:prstGeom>
        </p:spPr>
      </p:pic>
    </p:spTree>
    <p:custDataLst>
      <p:tags r:id="rId1"/>
    </p:custDataLst>
    <p:extLst>
      <p:ext uri="{BB962C8B-B14F-4D97-AF65-F5344CB8AC3E}">
        <p14:creationId xmlns:p14="http://schemas.microsoft.com/office/powerpoint/2010/main" val="42581305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3"/>
          <p:cNvSpPr>
            <a:spLocks noChangeArrowheads="1"/>
          </p:cNvSpPr>
          <p:nvPr>
            <p:custDataLst>
              <p:tags r:id="rId2"/>
            </p:custDataLst>
          </p:nvPr>
        </p:nvSpPr>
        <p:spPr bwMode="auto">
          <a:xfrm>
            <a:off x="239187" y="1564800"/>
            <a:ext cx="10655300" cy="4249738"/>
          </a:xfrm>
          <a:prstGeom prst="rect">
            <a:avLst/>
          </a:prstGeom>
          <a:noFill/>
          <a:ln w="9525">
            <a:noFill/>
            <a:miter lim="800000"/>
            <a:headEnd/>
            <a:tailEnd/>
          </a:ln>
          <a:extLst>
            <a:ext uri="{909E8E84-426E-40DD-AFC4-6F175D3DCCD1}">
              <a14:hiddenFill xmlns:a14="http://schemas.microsoft.com/office/drawing/2010/main">
                <a:solidFill>
                  <a:srgbClr val="663300"/>
                </a:solidFill>
              </a14:hiddenFill>
            </a:ext>
          </a:extLst>
        </p:spPr>
        <p:txBody>
          <a:bodyPr/>
          <a:lstStyle>
            <a:lvl1pPr marL="342900" indent="-342900"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bg1"/>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eaLnBrk="0" hangingPunct="0">
              <a:spcBef>
                <a:spcPct val="20000"/>
              </a:spcBef>
              <a:buClr>
                <a:schemeClr val="bg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eaLnBrk="0" hangingPunct="0">
              <a:spcBef>
                <a:spcPct val="20000"/>
              </a:spcBef>
              <a:buClr>
                <a:srgbClr val="CC00CC"/>
              </a:buClr>
              <a:buSzPct val="100000"/>
              <a:buChar char="•"/>
              <a:defRPr kumimoji="1" sz="3200" b="1">
                <a:solidFill>
                  <a:schemeClr val="bg2"/>
                </a:solidFill>
                <a:latin typeface="Times New Roman" pitchFamily="18" charset="0"/>
                <a:ea typeface="宋体" pitchFamily="2" charset="-122"/>
              </a:defRPr>
            </a:lvl4pPr>
            <a:lvl5pPr marL="2057400" indent="-228600" eaLnBrk="0" hangingPunct="0">
              <a:spcBef>
                <a:spcPct val="20000"/>
              </a:spcBef>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9pPr>
          </a:lstStyle>
          <a:p>
            <a:pPr eaLnBrk="1" hangingPunct="1">
              <a:buFont typeface="Wingdings" pitchFamily="2" charset="2"/>
              <a:buNone/>
            </a:pPr>
            <a:r>
              <a:rPr lang="zh-CN" altLang="en-US" sz="2800" dirty="0">
                <a:solidFill>
                  <a:schemeClr val="tx1"/>
                </a:solidFill>
                <a:latin typeface="楷体_GB2312" pitchFamily="49" charset="-122"/>
                <a:ea typeface="楷体_GB2312" pitchFamily="49" charset="-122"/>
              </a:rPr>
              <a:t>常用的流程图符号：</a:t>
            </a:r>
          </a:p>
        </p:txBody>
      </p:sp>
      <p:grpSp>
        <p:nvGrpSpPr>
          <p:cNvPr id="30723" name="Group 4"/>
          <p:cNvGrpSpPr>
            <a:grpSpLocks/>
          </p:cNvGrpSpPr>
          <p:nvPr>
            <p:custDataLst>
              <p:tags r:id="rId3"/>
            </p:custDataLst>
          </p:nvPr>
        </p:nvGrpSpPr>
        <p:grpSpPr bwMode="auto">
          <a:xfrm>
            <a:off x="527061" y="2487603"/>
            <a:ext cx="7700417" cy="3375025"/>
            <a:chOff x="384" y="1344"/>
            <a:chExt cx="3638" cy="2126"/>
          </a:xfrm>
        </p:grpSpPr>
        <p:sp>
          <p:nvSpPr>
            <p:cNvPr id="30753" name="AutoShape 5"/>
            <p:cNvSpPr>
              <a:spLocks noChangeArrowheads="1"/>
            </p:cNvSpPr>
            <p:nvPr/>
          </p:nvSpPr>
          <p:spPr bwMode="auto">
            <a:xfrm>
              <a:off x="432" y="1344"/>
              <a:ext cx="680" cy="340"/>
            </a:xfrm>
            <a:prstGeom prst="flowChartTerminator">
              <a:avLst/>
            </a:prstGeom>
            <a:noFill/>
            <a:ln w="38100">
              <a:solidFill>
                <a:schemeClr val="accent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bg1"/>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eaLnBrk="0" hangingPunct="0">
                <a:spcBef>
                  <a:spcPct val="20000"/>
                </a:spcBef>
                <a:buClr>
                  <a:schemeClr val="bg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eaLnBrk="0" hangingPunct="0">
                <a:spcBef>
                  <a:spcPct val="20000"/>
                </a:spcBef>
                <a:buClr>
                  <a:srgbClr val="CC00CC"/>
                </a:buClr>
                <a:buSzPct val="100000"/>
                <a:buChar char="•"/>
                <a:defRPr kumimoji="1" sz="3200" b="1">
                  <a:solidFill>
                    <a:schemeClr val="bg2"/>
                  </a:solidFill>
                  <a:latin typeface="Times New Roman" pitchFamily="18" charset="0"/>
                  <a:ea typeface="宋体" pitchFamily="2" charset="-122"/>
                </a:defRPr>
              </a:lvl4pPr>
              <a:lvl5pPr marL="2057400" indent="-228600" eaLnBrk="0" hangingPunct="0">
                <a:spcBef>
                  <a:spcPct val="20000"/>
                </a:spcBef>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9pPr>
            </a:lstStyle>
            <a:p>
              <a:pPr eaLnBrk="1" hangingPunct="1">
                <a:spcBef>
                  <a:spcPct val="0"/>
                </a:spcBef>
                <a:buClrTx/>
                <a:buSzTx/>
                <a:buFontTx/>
                <a:buNone/>
              </a:pPr>
              <a:endParaRPr lang="en-US" altLang="en-US" sz="1800">
                <a:solidFill>
                  <a:schemeClr val="tx1"/>
                </a:solidFill>
              </a:endParaRPr>
            </a:p>
          </p:txBody>
        </p:sp>
        <p:sp>
          <p:nvSpPr>
            <p:cNvPr id="30754" name="AutoShape 6"/>
            <p:cNvSpPr>
              <a:spLocks noChangeArrowheads="1"/>
            </p:cNvSpPr>
            <p:nvPr/>
          </p:nvSpPr>
          <p:spPr bwMode="auto">
            <a:xfrm>
              <a:off x="1762" y="1344"/>
              <a:ext cx="680" cy="340"/>
            </a:xfrm>
            <a:prstGeom prst="flowChartDecision">
              <a:avLst/>
            </a:prstGeom>
            <a:noFill/>
            <a:ln w="38100">
              <a:solidFill>
                <a:schemeClr val="accent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bg1"/>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eaLnBrk="0" hangingPunct="0">
                <a:spcBef>
                  <a:spcPct val="20000"/>
                </a:spcBef>
                <a:buClr>
                  <a:schemeClr val="bg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eaLnBrk="0" hangingPunct="0">
                <a:spcBef>
                  <a:spcPct val="20000"/>
                </a:spcBef>
                <a:buClr>
                  <a:srgbClr val="CC00CC"/>
                </a:buClr>
                <a:buSzPct val="100000"/>
                <a:buChar char="•"/>
                <a:defRPr kumimoji="1" sz="3200" b="1">
                  <a:solidFill>
                    <a:schemeClr val="bg2"/>
                  </a:solidFill>
                  <a:latin typeface="Times New Roman" pitchFamily="18" charset="0"/>
                  <a:ea typeface="宋体" pitchFamily="2" charset="-122"/>
                </a:defRPr>
              </a:lvl4pPr>
              <a:lvl5pPr marL="2057400" indent="-228600" eaLnBrk="0" hangingPunct="0">
                <a:spcBef>
                  <a:spcPct val="20000"/>
                </a:spcBef>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9pPr>
            </a:lstStyle>
            <a:p>
              <a:pPr eaLnBrk="1" hangingPunct="1">
                <a:spcBef>
                  <a:spcPct val="0"/>
                </a:spcBef>
                <a:buClrTx/>
                <a:buSzTx/>
                <a:buFontTx/>
                <a:buNone/>
              </a:pPr>
              <a:endParaRPr lang="en-US" altLang="en-US" sz="1800">
                <a:solidFill>
                  <a:schemeClr val="tx1"/>
                </a:solidFill>
              </a:endParaRPr>
            </a:p>
          </p:txBody>
        </p:sp>
        <p:sp>
          <p:nvSpPr>
            <p:cNvPr id="30755" name="AutoShape 7"/>
            <p:cNvSpPr>
              <a:spLocks noChangeArrowheads="1"/>
            </p:cNvSpPr>
            <p:nvPr/>
          </p:nvSpPr>
          <p:spPr bwMode="auto">
            <a:xfrm>
              <a:off x="2928" y="1344"/>
              <a:ext cx="680" cy="340"/>
            </a:xfrm>
            <a:prstGeom prst="flowChartProcess">
              <a:avLst/>
            </a:prstGeom>
            <a:noFill/>
            <a:ln w="38100">
              <a:solidFill>
                <a:schemeClr val="accent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bg1"/>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eaLnBrk="0" hangingPunct="0">
                <a:spcBef>
                  <a:spcPct val="20000"/>
                </a:spcBef>
                <a:buClr>
                  <a:schemeClr val="bg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eaLnBrk="0" hangingPunct="0">
                <a:spcBef>
                  <a:spcPct val="20000"/>
                </a:spcBef>
                <a:buClr>
                  <a:srgbClr val="CC00CC"/>
                </a:buClr>
                <a:buSzPct val="100000"/>
                <a:buChar char="•"/>
                <a:defRPr kumimoji="1" sz="3200" b="1">
                  <a:solidFill>
                    <a:schemeClr val="bg2"/>
                  </a:solidFill>
                  <a:latin typeface="Times New Roman" pitchFamily="18" charset="0"/>
                  <a:ea typeface="宋体" pitchFamily="2" charset="-122"/>
                </a:defRPr>
              </a:lvl4pPr>
              <a:lvl5pPr marL="2057400" indent="-228600" eaLnBrk="0" hangingPunct="0">
                <a:spcBef>
                  <a:spcPct val="20000"/>
                </a:spcBef>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9pPr>
            </a:lstStyle>
            <a:p>
              <a:pPr eaLnBrk="1" hangingPunct="1">
                <a:spcBef>
                  <a:spcPct val="0"/>
                </a:spcBef>
                <a:buClrTx/>
                <a:buSzTx/>
                <a:buFontTx/>
                <a:buNone/>
              </a:pPr>
              <a:endParaRPr lang="en-US" altLang="en-US" sz="1800">
                <a:solidFill>
                  <a:schemeClr val="tx1"/>
                </a:solidFill>
              </a:endParaRPr>
            </a:p>
          </p:txBody>
        </p:sp>
        <p:sp>
          <p:nvSpPr>
            <p:cNvPr id="30756" name="AutoShape 8"/>
            <p:cNvSpPr>
              <a:spLocks noChangeArrowheads="1"/>
            </p:cNvSpPr>
            <p:nvPr/>
          </p:nvSpPr>
          <p:spPr bwMode="auto">
            <a:xfrm>
              <a:off x="432" y="2523"/>
              <a:ext cx="680" cy="340"/>
            </a:xfrm>
            <a:prstGeom prst="flowChartInputOutput">
              <a:avLst/>
            </a:prstGeom>
            <a:noFill/>
            <a:ln w="38100">
              <a:solidFill>
                <a:schemeClr val="accent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bg1"/>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eaLnBrk="0" hangingPunct="0">
                <a:spcBef>
                  <a:spcPct val="20000"/>
                </a:spcBef>
                <a:buClr>
                  <a:schemeClr val="bg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eaLnBrk="0" hangingPunct="0">
                <a:spcBef>
                  <a:spcPct val="20000"/>
                </a:spcBef>
                <a:buClr>
                  <a:srgbClr val="CC00CC"/>
                </a:buClr>
                <a:buSzPct val="100000"/>
                <a:buChar char="•"/>
                <a:defRPr kumimoji="1" sz="3200" b="1">
                  <a:solidFill>
                    <a:schemeClr val="bg2"/>
                  </a:solidFill>
                  <a:latin typeface="Times New Roman" pitchFamily="18" charset="0"/>
                  <a:ea typeface="宋体" pitchFamily="2" charset="-122"/>
                </a:defRPr>
              </a:lvl4pPr>
              <a:lvl5pPr marL="2057400" indent="-228600" eaLnBrk="0" hangingPunct="0">
                <a:spcBef>
                  <a:spcPct val="20000"/>
                </a:spcBef>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9pPr>
            </a:lstStyle>
            <a:p>
              <a:pPr eaLnBrk="1" hangingPunct="1">
                <a:spcBef>
                  <a:spcPct val="0"/>
                </a:spcBef>
                <a:buClrTx/>
                <a:buSzTx/>
                <a:buFontTx/>
                <a:buNone/>
              </a:pPr>
              <a:endParaRPr lang="en-US" altLang="en-US" sz="1800">
                <a:solidFill>
                  <a:schemeClr val="tx1"/>
                </a:solidFill>
              </a:endParaRPr>
            </a:p>
          </p:txBody>
        </p:sp>
        <p:sp>
          <p:nvSpPr>
            <p:cNvPr id="30758" name="AutoShape 14"/>
            <p:cNvSpPr>
              <a:spLocks noChangeArrowheads="1"/>
            </p:cNvSpPr>
            <p:nvPr/>
          </p:nvSpPr>
          <p:spPr bwMode="auto">
            <a:xfrm>
              <a:off x="3084" y="2544"/>
              <a:ext cx="356" cy="356"/>
            </a:xfrm>
            <a:prstGeom prst="flowChartConnector">
              <a:avLst/>
            </a:prstGeom>
            <a:noFill/>
            <a:ln w="38100">
              <a:solidFill>
                <a:schemeClr val="accent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bg1"/>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eaLnBrk="0" hangingPunct="0">
                <a:spcBef>
                  <a:spcPct val="20000"/>
                </a:spcBef>
                <a:buClr>
                  <a:schemeClr val="bg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eaLnBrk="0" hangingPunct="0">
                <a:spcBef>
                  <a:spcPct val="20000"/>
                </a:spcBef>
                <a:buClr>
                  <a:srgbClr val="CC00CC"/>
                </a:buClr>
                <a:buSzPct val="100000"/>
                <a:buChar char="•"/>
                <a:defRPr kumimoji="1" sz="3200" b="1">
                  <a:solidFill>
                    <a:schemeClr val="bg2"/>
                  </a:solidFill>
                  <a:latin typeface="Times New Roman" pitchFamily="18" charset="0"/>
                  <a:ea typeface="宋体" pitchFamily="2" charset="-122"/>
                </a:defRPr>
              </a:lvl4pPr>
              <a:lvl5pPr marL="2057400" indent="-228600" eaLnBrk="0" hangingPunct="0">
                <a:spcBef>
                  <a:spcPct val="20000"/>
                </a:spcBef>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9pPr>
            </a:lstStyle>
            <a:p>
              <a:pPr eaLnBrk="1" hangingPunct="1">
                <a:spcBef>
                  <a:spcPct val="0"/>
                </a:spcBef>
                <a:buClrTx/>
                <a:buSzTx/>
                <a:buFontTx/>
                <a:buNone/>
              </a:pPr>
              <a:endParaRPr lang="en-US" altLang="en-US" sz="1800">
                <a:solidFill>
                  <a:schemeClr val="tx1"/>
                </a:solidFill>
              </a:endParaRPr>
            </a:p>
          </p:txBody>
        </p:sp>
        <p:sp>
          <p:nvSpPr>
            <p:cNvPr id="30759" name="Text Box 15"/>
            <p:cNvSpPr txBox="1">
              <a:spLocks noChangeArrowheads="1"/>
            </p:cNvSpPr>
            <p:nvPr/>
          </p:nvSpPr>
          <p:spPr bwMode="auto">
            <a:xfrm>
              <a:off x="384" y="1776"/>
              <a:ext cx="965" cy="29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bg1"/>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eaLnBrk="0" hangingPunct="0">
                <a:spcBef>
                  <a:spcPct val="20000"/>
                </a:spcBef>
                <a:buClr>
                  <a:schemeClr val="bg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eaLnBrk="0" hangingPunct="0">
                <a:spcBef>
                  <a:spcPct val="20000"/>
                </a:spcBef>
                <a:buClr>
                  <a:srgbClr val="CC00CC"/>
                </a:buClr>
                <a:buSzPct val="100000"/>
                <a:buChar char="•"/>
                <a:defRPr kumimoji="1" sz="3200" b="1">
                  <a:solidFill>
                    <a:schemeClr val="bg2"/>
                  </a:solidFill>
                  <a:latin typeface="Times New Roman" pitchFamily="18" charset="0"/>
                  <a:ea typeface="宋体" pitchFamily="2" charset="-122"/>
                </a:defRPr>
              </a:lvl4pPr>
              <a:lvl5pPr marL="2057400" indent="-228600" eaLnBrk="0" hangingPunct="0">
                <a:spcBef>
                  <a:spcPct val="20000"/>
                </a:spcBef>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9pPr>
            </a:lstStyle>
            <a:p>
              <a:pPr>
                <a:spcBef>
                  <a:spcPct val="50000"/>
                </a:spcBef>
                <a:buClrTx/>
                <a:buSzTx/>
                <a:buFontTx/>
                <a:buNone/>
              </a:pPr>
              <a:r>
                <a:rPr kumimoji="0" lang="zh-CN" altLang="en-US" sz="2400" dirty="0">
                  <a:solidFill>
                    <a:schemeClr val="tx1"/>
                  </a:solidFill>
                </a:rPr>
                <a:t>开始</a:t>
              </a:r>
              <a:r>
                <a:rPr kumimoji="0" lang="en-US" altLang="zh-CN" sz="2400" dirty="0">
                  <a:solidFill>
                    <a:schemeClr val="tx1"/>
                  </a:solidFill>
                </a:rPr>
                <a:t>/</a:t>
              </a:r>
              <a:r>
                <a:rPr kumimoji="0" lang="zh-CN" altLang="en-US" sz="2400" dirty="0">
                  <a:solidFill>
                    <a:schemeClr val="tx1"/>
                  </a:solidFill>
                </a:rPr>
                <a:t>结束框</a:t>
              </a:r>
            </a:p>
          </p:txBody>
        </p:sp>
        <p:sp>
          <p:nvSpPr>
            <p:cNvPr id="30760" name="Text Box 16"/>
            <p:cNvSpPr txBox="1">
              <a:spLocks noChangeArrowheads="1"/>
            </p:cNvSpPr>
            <p:nvPr/>
          </p:nvSpPr>
          <p:spPr bwMode="auto">
            <a:xfrm>
              <a:off x="1852" y="1776"/>
              <a:ext cx="912" cy="288"/>
            </a:xfrm>
            <a:prstGeom prst="rect">
              <a:avLst/>
            </a:prstGeom>
            <a:noFill/>
            <a:ln w="38100" algn="ctr">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bg1"/>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eaLnBrk="0" hangingPunct="0">
                <a:spcBef>
                  <a:spcPct val="20000"/>
                </a:spcBef>
                <a:buClr>
                  <a:schemeClr val="bg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eaLnBrk="0" hangingPunct="0">
                <a:spcBef>
                  <a:spcPct val="20000"/>
                </a:spcBef>
                <a:buClr>
                  <a:srgbClr val="CC00CC"/>
                </a:buClr>
                <a:buSzPct val="100000"/>
                <a:buChar char="•"/>
                <a:defRPr kumimoji="1" sz="3200" b="1">
                  <a:solidFill>
                    <a:schemeClr val="bg2"/>
                  </a:solidFill>
                  <a:latin typeface="Times New Roman" pitchFamily="18" charset="0"/>
                  <a:ea typeface="宋体" pitchFamily="2" charset="-122"/>
                </a:defRPr>
              </a:lvl4pPr>
              <a:lvl5pPr marL="2057400" indent="-228600" eaLnBrk="0" hangingPunct="0">
                <a:spcBef>
                  <a:spcPct val="20000"/>
                </a:spcBef>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9pPr>
            </a:lstStyle>
            <a:p>
              <a:pPr>
                <a:spcBef>
                  <a:spcPct val="50000"/>
                </a:spcBef>
                <a:buClrTx/>
                <a:buSzTx/>
                <a:buFontTx/>
                <a:buNone/>
              </a:pPr>
              <a:r>
                <a:rPr kumimoji="0" lang="zh-CN" altLang="en-US" sz="2400" dirty="0">
                  <a:solidFill>
                    <a:schemeClr val="tx1"/>
                  </a:solidFill>
                </a:rPr>
                <a:t>判断框</a:t>
              </a:r>
            </a:p>
          </p:txBody>
        </p:sp>
        <p:sp>
          <p:nvSpPr>
            <p:cNvPr id="30761" name="Text Box 17"/>
            <p:cNvSpPr txBox="1">
              <a:spLocks noChangeArrowheads="1"/>
            </p:cNvSpPr>
            <p:nvPr/>
          </p:nvSpPr>
          <p:spPr bwMode="auto">
            <a:xfrm>
              <a:off x="2880" y="1776"/>
              <a:ext cx="768" cy="291"/>
            </a:xfrm>
            <a:prstGeom prst="rect">
              <a:avLst/>
            </a:prstGeom>
            <a:noFill/>
            <a:ln w="38100" algn="ctr">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bg1"/>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eaLnBrk="0" hangingPunct="0">
                <a:spcBef>
                  <a:spcPct val="20000"/>
                </a:spcBef>
                <a:buClr>
                  <a:schemeClr val="bg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eaLnBrk="0" hangingPunct="0">
                <a:spcBef>
                  <a:spcPct val="20000"/>
                </a:spcBef>
                <a:buClr>
                  <a:srgbClr val="CC00CC"/>
                </a:buClr>
                <a:buSzPct val="100000"/>
                <a:buChar char="•"/>
                <a:defRPr kumimoji="1" sz="3200" b="1">
                  <a:solidFill>
                    <a:schemeClr val="bg2"/>
                  </a:solidFill>
                  <a:latin typeface="Times New Roman" pitchFamily="18" charset="0"/>
                  <a:ea typeface="宋体" pitchFamily="2" charset="-122"/>
                </a:defRPr>
              </a:lvl4pPr>
              <a:lvl5pPr marL="2057400" indent="-228600" eaLnBrk="0" hangingPunct="0">
                <a:spcBef>
                  <a:spcPct val="20000"/>
                </a:spcBef>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9pPr>
            </a:lstStyle>
            <a:p>
              <a:pPr>
                <a:spcBef>
                  <a:spcPct val="50000"/>
                </a:spcBef>
                <a:buClrTx/>
                <a:buSzTx/>
                <a:buFontTx/>
                <a:buNone/>
              </a:pPr>
              <a:r>
                <a:rPr kumimoji="0" lang="zh-CN" altLang="en-US" sz="2400" dirty="0">
                  <a:solidFill>
                    <a:schemeClr val="tx1"/>
                  </a:solidFill>
                </a:rPr>
                <a:t>   处理框</a:t>
              </a:r>
            </a:p>
          </p:txBody>
        </p:sp>
        <p:sp>
          <p:nvSpPr>
            <p:cNvPr id="30762" name="Text Box 18"/>
            <p:cNvSpPr txBox="1">
              <a:spLocks noChangeArrowheads="1"/>
            </p:cNvSpPr>
            <p:nvPr/>
          </p:nvSpPr>
          <p:spPr bwMode="auto">
            <a:xfrm>
              <a:off x="384" y="3182"/>
              <a:ext cx="1200" cy="288"/>
            </a:xfrm>
            <a:prstGeom prst="rect">
              <a:avLst/>
            </a:prstGeom>
            <a:noFill/>
            <a:ln w="38100" algn="ctr">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bg1"/>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eaLnBrk="0" hangingPunct="0">
                <a:spcBef>
                  <a:spcPct val="20000"/>
                </a:spcBef>
                <a:buClr>
                  <a:schemeClr val="bg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eaLnBrk="0" hangingPunct="0">
                <a:spcBef>
                  <a:spcPct val="20000"/>
                </a:spcBef>
                <a:buClr>
                  <a:srgbClr val="CC00CC"/>
                </a:buClr>
                <a:buSzPct val="100000"/>
                <a:buChar char="•"/>
                <a:defRPr kumimoji="1" sz="3200" b="1">
                  <a:solidFill>
                    <a:schemeClr val="bg2"/>
                  </a:solidFill>
                  <a:latin typeface="Times New Roman" pitchFamily="18" charset="0"/>
                  <a:ea typeface="宋体" pitchFamily="2" charset="-122"/>
                </a:defRPr>
              </a:lvl4pPr>
              <a:lvl5pPr marL="2057400" indent="-228600" eaLnBrk="0" hangingPunct="0">
                <a:spcBef>
                  <a:spcPct val="20000"/>
                </a:spcBef>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9pPr>
            </a:lstStyle>
            <a:p>
              <a:pPr>
                <a:spcBef>
                  <a:spcPct val="50000"/>
                </a:spcBef>
                <a:buClrTx/>
                <a:buSzTx/>
                <a:buFontTx/>
                <a:buNone/>
              </a:pPr>
              <a:r>
                <a:rPr kumimoji="0" lang="zh-CN" altLang="en-US" sz="2400" dirty="0">
                  <a:solidFill>
                    <a:schemeClr val="tx1"/>
                  </a:solidFill>
                </a:rPr>
                <a:t>输入</a:t>
              </a:r>
              <a:r>
                <a:rPr kumimoji="0" lang="en-US" altLang="zh-CN" sz="2400" dirty="0">
                  <a:solidFill>
                    <a:schemeClr val="tx1"/>
                  </a:solidFill>
                </a:rPr>
                <a:t>/</a:t>
              </a:r>
              <a:r>
                <a:rPr kumimoji="0" lang="zh-CN" altLang="en-US" sz="2400" dirty="0">
                  <a:solidFill>
                    <a:schemeClr val="tx1"/>
                  </a:solidFill>
                </a:rPr>
                <a:t>输出框</a:t>
              </a:r>
            </a:p>
          </p:txBody>
        </p:sp>
        <p:sp>
          <p:nvSpPr>
            <p:cNvPr id="30764" name="Text Box 20"/>
            <p:cNvSpPr txBox="1">
              <a:spLocks noChangeArrowheads="1"/>
            </p:cNvSpPr>
            <p:nvPr/>
          </p:nvSpPr>
          <p:spPr bwMode="auto">
            <a:xfrm>
              <a:off x="1824" y="3176"/>
              <a:ext cx="864" cy="291"/>
            </a:xfrm>
            <a:prstGeom prst="rect">
              <a:avLst/>
            </a:prstGeom>
            <a:noFill/>
            <a:ln w="38100" algn="ctr">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bg1"/>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eaLnBrk="0" hangingPunct="0">
                <a:spcBef>
                  <a:spcPct val="20000"/>
                </a:spcBef>
                <a:buClr>
                  <a:schemeClr val="bg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eaLnBrk="0" hangingPunct="0">
                <a:spcBef>
                  <a:spcPct val="20000"/>
                </a:spcBef>
                <a:buClr>
                  <a:srgbClr val="CC00CC"/>
                </a:buClr>
                <a:buSzPct val="100000"/>
                <a:buChar char="•"/>
                <a:defRPr kumimoji="1" sz="3200" b="1">
                  <a:solidFill>
                    <a:schemeClr val="bg2"/>
                  </a:solidFill>
                  <a:latin typeface="Times New Roman" pitchFamily="18" charset="0"/>
                  <a:ea typeface="宋体" pitchFamily="2" charset="-122"/>
                </a:defRPr>
              </a:lvl4pPr>
              <a:lvl5pPr marL="2057400" indent="-228600" eaLnBrk="0" hangingPunct="0">
                <a:spcBef>
                  <a:spcPct val="20000"/>
                </a:spcBef>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9pPr>
            </a:lstStyle>
            <a:p>
              <a:pPr>
                <a:spcBef>
                  <a:spcPct val="50000"/>
                </a:spcBef>
                <a:buClrTx/>
                <a:buSzTx/>
                <a:buFontTx/>
                <a:buNone/>
              </a:pPr>
              <a:r>
                <a:rPr kumimoji="0" lang="zh-CN" altLang="en-US" sz="2400" dirty="0">
                  <a:solidFill>
                    <a:schemeClr val="tx1"/>
                  </a:solidFill>
                </a:rPr>
                <a:t>流向符号</a:t>
              </a:r>
            </a:p>
          </p:txBody>
        </p:sp>
        <p:sp>
          <p:nvSpPr>
            <p:cNvPr id="30765" name="Text Box 21"/>
            <p:cNvSpPr txBox="1">
              <a:spLocks noChangeArrowheads="1"/>
            </p:cNvSpPr>
            <p:nvPr/>
          </p:nvSpPr>
          <p:spPr bwMode="auto">
            <a:xfrm>
              <a:off x="2918" y="3168"/>
              <a:ext cx="1104" cy="288"/>
            </a:xfrm>
            <a:prstGeom prst="rect">
              <a:avLst/>
            </a:prstGeom>
            <a:noFill/>
            <a:ln w="38100" algn="ctr">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bg1"/>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eaLnBrk="0" hangingPunct="0">
                <a:spcBef>
                  <a:spcPct val="20000"/>
                </a:spcBef>
                <a:buClr>
                  <a:schemeClr val="bg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eaLnBrk="0" hangingPunct="0">
                <a:spcBef>
                  <a:spcPct val="20000"/>
                </a:spcBef>
                <a:buClr>
                  <a:srgbClr val="CC00CC"/>
                </a:buClr>
                <a:buSzPct val="100000"/>
                <a:buChar char="•"/>
                <a:defRPr kumimoji="1" sz="3200" b="1">
                  <a:solidFill>
                    <a:schemeClr val="bg2"/>
                  </a:solidFill>
                  <a:latin typeface="Times New Roman" pitchFamily="18" charset="0"/>
                  <a:ea typeface="宋体" pitchFamily="2" charset="-122"/>
                </a:defRPr>
              </a:lvl4pPr>
              <a:lvl5pPr marL="2057400" indent="-228600" eaLnBrk="0" hangingPunct="0">
                <a:spcBef>
                  <a:spcPct val="20000"/>
                </a:spcBef>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9pPr>
            </a:lstStyle>
            <a:p>
              <a:pPr>
                <a:spcBef>
                  <a:spcPct val="50000"/>
                </a:spcBef>
                <a:buClrTx/>
                <a:buSzTx/>
                <a:buFontTx/>
                <a:buNone/>
              </a:pPr>
              <a:r>
                <a:rPr kumimoji="0" lang="zh-CN" altLang="en-US" sz="2400" dirty="0">
                  <a:solidFill>
                    <a:schemeClr val="tx1"/>
                  </a:solidFill>
                </a:rPr>
                <a:t>连接符号</a:t>
              </a:r>
            </a:p>
          </p:txBody>
        </p:sp>
        <p:grpSp>
          <p:nvGrpSpPr>
            <p:cNvPr id="30766" name="Group 22"/>
            <p:cNvGrpSpPr>
              <a:grpSpLocks/>
            </p:cNvGrpSpPr>
            <p:nvPr/>
          </p:nvGrpSpPr>
          <p:grpSpPr bwMode="auto">
            <a:xfrm>
              <a:off x="1776" y="2523"/>
              <a:ext cx="672" cy="453"/>
              <a:chOff x="2064" y="2523"/>
              <a:chExt cx="672" cy="453"/>
            </a:xfrm>
          </p:grpSpPr>
          <p:sp>
            <p:nvSpPr>
              <p:cNvPr id="30767" name="Line 23"/>
              <p:cNvSpPr>
                <a:spLocks noChangeShapeType="1"/>
              </p:cNvSpPr>
              <p:nvPr/>
            </p:nvSpPr>
            <p:spPr bwMode="auto">
              <a:xfrm>
                <a:off x="2064" y="2619"/>
                <a:ext cx="453" cy="0"/>
              </a:xfrm>
              <a:prstGeom prst="line">
                <a:avLst/>
              </a:prstGeom>
              <a:noFill/>
              <a:ln w="38100">
                <a:solidFill>
                  <a:schemeClr val="accent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768" name="Line 24"/>
              <p:cNvSpPr>
                <a:spLocks noChangeShapeType="1"/>
              </p:cNvSpPr>
              <p:nvPr/>
            </p:nvSpPr>
            <p:spPr bwMode="auto">
              <a:xfrm>
                <a:off x="2592" y="2523"/>
                <a:ext cx="0" cy="453"/>
              </a:xfrm>
              <a:prstGeom prst="line">
                <a:avLst/>
              </a:prstGeom>
              <a:noFill/>
              <a:ln w="38100">
                <a:solidFill>
                  <a:schemeClr val="accent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769" name="Line 25"/>
              <p:cNvSpPr>
                <a:spLocks noChangeShapeType="1"/>
              </p:cNvSpPr>
              <p:nvPr/>
            </p:nvSpPr>
            <p:spPr bwMode="auto">
              <a:xfrm flipH="1">
                <a:off x="2064" y="2811"/>
                <a:ext cx="384" cy="0"/>
              </a:xfrm>
              <a:prstGeom prst="line">
                <a:avLst/>
              </a:prstGeom>
              <a:noFill/>
              <a:ln w="38100">
                <a:solidFill>
                  <a:schemeClr val="accent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770" name="Line 26"/>
              <p:cNvSpPr>
                <a:spLocks noChangeShapeType="1"/>
              </p:cNvSpPr>
              <p:nvPr/>
            </p:nvSpPr>
            <p:spPr bwMode="auto">
              <a:xfrm flipV="1">
                <a:off x="2736" y="2523"/>
                <a:ext cx="0" cy="432"/>
              </a:xfrm>
              <a:prstGeom prst="line">
                <a:avLst/>
              </a:prstGeom>
              <a:noFill/>
              <a:ln w="38100">
                <a:solidFill>
                  <a:schemeClr val="accent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sp>
        <p:nvSpPr>
          <p:cNvPr id="30724" name="Text Box 28"/>
          <p:cNvSpPr txBox="1">
            <a:spLocks noChangeArrowheads="1"/>
          </p:cNvSpPr>
          <p:nvPr>
            <p:custDataLst>
              <p:tags r:id="rId4"/>
            </p:custDataLst>
          </p:nvPr>
        </p:nvSpPr>
        <p:spPr bwMode="auto">
          <a:xfrm>
            <a:off x="8642342" y="6381750"/>
            <a:ext cx="3279919" cy="298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bg1"/>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eaLnBrk="0" hangingPunct="0">
              <a:spcBef>
                <a:spcPct val="20000"/>
              </a:spcBef>
              <a:buClr>
                <a:schemeClr val="bg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eaLnBrk="0" hangingPunct="0">
              <a:spcBef>
                <a:spcPct val="20000"/>
              </a:spcBef>
              <a:buClr>
                <a:srgbClr val="CC00CC"/>
              </a:buClr>
              <a:buSzPct val="100000"/>
              <a:buChar char="•"/>
              <a:defRPr kumimoji="1" sz="3200" b="1">
                <a:solidFill>
                  <a:schemeClr val="bg2"/>
                </a:solidFill>
                <a:latin typeface="Times New Roman" pitchFamily="18" charset="0"/>
                <a:ea typeface="宋体" pitchFamily="2" charset="-122"/>
              </a:defRPr>
            </a:lvl4pPr>
            <a:lvl5pPr marL="2057400" indent="-228600" eaLnBrk="0" hangingPunct="0">
              <a:spcBef>
                <a:spcPct val="20000"/>
              </a:spcBef>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9pPr>
          </a:lstStyle>
          <a:p>
            <a:pPr>
              <a:spcBef>
                <a:spcPct val="0"/>
              </a:spcBef>
              <a:buClrTx/>
              <a:buSzTx/>
              <a:buFontTx/>
              <a:buNone/>
            </a:pPr>
            <a:r>
              <a:rPr kumimoji="0" lang="zh-CN" altLang="en-US" sz="2000" dirty="0">
                <a:solidFill>
                  <a:srgbClr val="CC00CC"/>
                </a:solidFill>
              </a:rPr>
              <a:t>求</a:t>
            </a:r>
            <a:r>
              <a:rPr kumimoji="0" lang="en-US" altLang="zh-CN" sz="2000" dirty="0">
                <a:solidFill>
                  <a:srgbClr val="CC00CC"/>
                </a:solidFill>
              </a:rPr>
              <a:t>1+2+…+100</a:t>
            </a:r>
            <a:r>
              <a:rPr kumimoji="0" lang="zh-CN" altLang="en-US" sz="2000" dirty="0">
                <a:solidFill>
                  <a:srgbClr val="CC00CC"/>
                </a:solidFill>
              </a:rPr>
              <a:t>的和的流程图</a:t>
            </a:r>
          </a:p>
        </p:txBody>
      </p:sp>
      <p:grpSp>
        <p:nvGrpSpPr>
          <p:cNvPr id="30725" name="Group 29"/>
          <p:cNvGrpSpPr>
            <a:grpSpLocks/>
          </p:cNvGrpSpPr>
          <p:nvPr>
            <p:custDataLst>
              <p:tags r:id="rId5"/>
            </p:custDataLst>
          </p:nvPr>
        </p:nvGrpSpPr>
        <p:grpSpPr bwMode="auto">
          <a:xfrm>
            <a:off x="8737601" y="1538294"/>
            <a:ext cx="3022603" cy="4699003"/>
            <a:chOff x="7125" y="11535"/>
            <a:chExt cx="1822" cy="3687"/>
          </a:xfrm>
        </p:grpSpPr>
        <p:grpSp>
          <p:nvGrpSpPr>
            <p:cNvPr id="30726" name="Group 30"/>
            <p:cNvGrpSpPr>
              <a:grpSpLocks/>
            </p:cNvGrpSpPr>
            <p:nvPr/>
          </p:nvGrpSpPr>
          <p:grpSpPr bwMode="auto">
            <a:xfrm>
              <a:off x="7125" y="11535"/>
              <a:ext cx="1822" cy="3687"/>
              <a:chOff x="7125" y="11535"/>
              <a:chExt cx="1822" cy="3687"/>
            </a:xfrm>
          </p:grpSpPr>
          <p:grpSp>
            <p:nvGrpSpPr>
              <p:cNvPr id="30729" name="Group 31"/>
              <p:cNvGrpSpPr>
                <a:grpSpLocks/>
              </p:cNvGrpSpPr>
              <p:nvPr/>
            </p:nvGrpSpPr>
            <p:grpSpPr bwMode="auto">
              <a:xfrm>
                <a:off x="7395" y="12612"/>
                <a:ext cx="1410" cy="392"/>
                <a:chOff x="7560" y="12932"/>
                <a:chExt cx="1410" cy="392"/>
              </a:xfrm>
            </p:grpSpPr>
            <p:sp>
              <p:nvSpPr>
                <p:cNvPr id="30749" name="AutoShape 32"/>
                <p:cNvSpPr>
                  <a:spLocks noChangeArrowheads="1"/>
                </p:cNvSpPr>
                <p:nvPr/>
              </p:nvSpPr>
              <p:spPr bwMode="auto">
                <a:xfrm>
                  <a:off x="7560" y="12984"/>
                  <a:ext cx="1247" cy="340"/>
                </a:xfrm>
                <a:prstGeom prst="flowChartDecision">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bg1"/>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eaLnBrk="0" hangingPunct="0">
                    <a:spcBef>
                      <a:spcPct val="20000"/>
                    </a:spcBef>
                    <a:buClr>
                      <a:schemeClr val="bg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eaLnBrk="0" hangingPunct="0">
                    <a:spcBef>
                      <a:spcPct val="20000"/>
                    </a:spcBef>
                    <a:buClr>
                      <a:srgbClr val="CC00CC"/>
                    </a:buClr>
                    <a:buSzPct val="100000"/>
                    <a:buChar char="•"/>
                    <a:defRPr kumimoji="1" sz="3200" b="1">
                      <a:solidFill>
                        <a:schemeClr val="bg2"/>
                      </a:solidFill>
                      <a:latin typeface="Times New Roman" pitchFamily="18" charset="0"/>
                      <a:ea typeface="宋体" pitchFamily="2" charset="-122"/>
                    </a:defRPr>
                  </a:lvl4pPr>
                  <a:lvl5pPr marL="2057400" indent="-228600" eaLnBrk="0" hangingPunct="0">
                    <a:spcBef>
                      <a:spcPct val="20000"/>
                    </a:spcBef>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9pPr>
                </a:lstStyle>
                <a:p>
                  <a:pPr algn="ctr">
                    <a:lnSpc>
                      <a:spcPct val="72000"/>
                    </a:lnSpc>
                    <a:spcBef>
                      <a:spcPct val="0"/>
                    </a:spcBef>
                    <a:buClrTx/>
                    <a:buSzTx/>
                    <a:buFontTx/>
                    <a:buNone/>
                  </a:pPr>
                  <a:endParaRPr kumimoji="0" lang="en-US" altLang="en-US" sz="2000">
                    <a:solidFill>
                      <a:schemeClr val="tx1"/>
                    </a:solidFill>
                  </a:endParaRPr>
                </a:p>
              </p:txBody>
            </p:sp>
            <p:grpSp>
              <p:nvGrpSpPr>
                <p:cNvPr id="30750" name="Group 33"/>
                <p:cNvGrpSpPr>
                  <a:grpSpLocks/>
                </p:cNvGrpSpPr>
                <p:nvPr/>
              </p:nvGrpSpPr>
              <p:grpSpPr bwMode="auto">
                <a:xfrm>
                  <a:off x="7887" y="12932"/>
                  <a:ext cx="1083" cy="329"/>
                  <a:chOff x="7887" y="12932"/>
                  <a:chExt cx="1083" cy="329"/>
                </a:xfrm>
              </p:grpSpPr>
              <p:sp>
                <p:nvSpPr>
                  <p:cNvPr id="30751" name="Rectangle 34"/>
                  <p:cNvSpPr>
                    <a:spLocks noChangeArrowheads="1"/>
                  </p:cNvSpPr>
                  <p:nvPr/>
                </p:nvSpPr>
                <p:spPr bwMode="auto">
                  <a:xfrm>
                    <a:off x="7887" y="13074"/>
                    <a:ext cx="567" cy="170"/>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bg1"/>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eaLnBrk="0" hangingPunct="0">
                      <a:spcBef>
                        <a:spcPct val="20000"/>
                      </a:spcBef>
                      <a:buClr>
                        <a:schemeClr val="bg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eaLnBrk="0" hangingPunct="0">
                      <a:spcBef>
                        <a:spcPct val="20000"/>
                      </a:spcBef>
                      <a:buClr>
                        <a:srgbClr val="CC00CC"/>
                      </a:buClr>
                      <a:buSzPct val="100000"/>
                      <a:buChar char="•"/>
                      <a:defRPr kumimoji="1" sz="3200" b="1">
                        <a:solidFill>
                          <a:schemeClr val="bg2"/>
                        </a:solidFill>
                        <a:latin typeface="Times New Roman" pitchFamily="18" charset="0"/>
                        <a:ea typeface="宋体" pitchFamily="2" charset="-122"/>
                      </a:defRPr>
                    </a:lvl4pPr>
                    <a:lvl5pPr marL="2057400" indent="-228600" eaLnBrk="0" hangingPunct="0">
                      <a:spcBef>
                        <a:spcPct val="20000"/>
                      </a:spcBef>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9pPr>
                  </a:lstStyle>
                  <a:p>
                    <a:pPr algn="just">
                      <a:spcBef>
                        <a:spcPct val="0"/>
                      </a:spcBef>
                      <a:buClrTx/>
                      <a:buSzTx/>
                      <a:buFontTx/>
                      <a:buNone/>
                    </a:pPr>
                    <a:r>
                      <a:rPr kumimoji="0" lang="en-US" altLang="zh-CN" sz="2000" b="0" dirty="0" err="1">
                        <a:solidFill>
                          <a:schemeClr val="tx1"/>
                        </a:solidFill>
                      </a:rPr>
                      <a:t>i</a:t>
                    </a:r>
                    <a:r>
                      <a:rPr kumimoji="0" lang="en-US" altLang="zh-CN" sz="2000" b="0" dirty="0">
                        <a:solidFill>
                          <a:schemeClr val="tx1"/>
                        </a:solidFill>
                      </a:rPr>
                      <a:t> &lt;=  100</a:t>
                    </a:r>
                  </a:p>
                </p:txBody>
              </p:sp>
              <p:sp>
                <p:nvSpPr>
                  <p:cNvPr id="30752" name="Text Box 35"/>
                  <p:cNvSpPr txBox="1">
                    <a:spLocks noChangeArrowheads="1"/>
                  </p:cNvSpPr>
                  <p:nvPr/>
                </p:nvSpPr>
                <p:spPr bwMode="auto">
                  <a:xfrm>
                    <a:off x="8760" y="12932"/>
                    <a:ext cx="210" cy="329"/>
                  </a:xfrm>
                  <a:prstGeom prst="rect">
                    <a:avLst/>
                  </a:prstGeom>
                  <a:noFill/>
                  <a:ln w="9525" algn="ctr">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bg1"/>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eaLnBrk="0" hangingPunct="0">
                      <a:spcBef>
                        <a:spcPct val="20000"/>
                      </a:spcBef>
                      <a:buClr>
                        <a:schemeClr val="bg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eaLnBrk="0" hangingPunct="0">
                      <a:spcBef>
                        <a:spcPct val="20000"/>
                      </a:spcBef>
                      <a:buClr>
                        <a:srgbClr val="CC00CC"/>
                      </a:buClr>
                      <a:buSzPct val="100000"/>
                      <a:buChar char="•"/>
                      <a:defRPr kumimoji="1" sz="3200" b="1">
                        <a:solidFill>
                          <a:schemeClr val="bg2"/>
                        </a:solidFill>
                        <a:latin typeface="Times New Roman" pitchFamily="18" charset="0"/>
                        <a:ea typeface="宋体" pitchFamily="2" charset="-122"/>
                      </a:defRPr>
                    </a:lvl4pPr>
                    <a:lvl5pPr marL="2057400" indent="-228600" eaLnBrk="0" hangingPunct="0">
                      <a:spcBef>
                        <a:spcPct val="20000"/>
                      </a:spcBef>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9pPr>
                  </a:lstStyle>
                  <a:p>
                    <a:pPr algn="just">
                      <a:spcBef>
                        <a:spcPct val="0"/>
                      </a:spcBef>
                      <a:buClrTx/>
                      <a:buSzTx/>
                      <a:buFontTx/>
                      <a:buNone/>
                    </a:pPr>
                    <a:endParaRPr kumimoji="0" lang="en-US" altLang="en-US" sz="2000">
                      <a:solidFill>
                        <a:schemeClr val="tx1"/>
                      </a:solidFill>
                    </a:endParaRPr>
                  </a:p>
                </p:txBody>
              </p:sp>
            </p:grpSp>
          </p:grpSp>
          <p:sp>
            <p:nvSpPr>
              <p:cNvPr id="30730" name="Rectangle 36"/>
              <p:cNvSpPr>
                <a:spLocks noChangeArrowheads="1"/>
              </p:cNvSpPr>
              <p:nvPr/>
            </p:nvSpPr>
            <p:spPr bwMode="auto">
              <a:xfrm>
                <a:off x="7455" y="13296"/>
                <a:ext cx="1134" cy="448"/>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bg1"/>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eaLnBrk="0" hangingPunct="0">
                  <a:spcBef>
                    <a:spcPct val="20000"/>
                  </a:spcBef>
                  <a:buClr>
                    <a:schemeClr val="bg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eaLnBrk="0" hangingPunct="0">
                  <a:spcBef>
                    <a:spcPct val="20000"/>
                  </a:spcBef>
                  <a:buClr>
                    <a:srgbClr val="CC00CC"/>
                  </a:buClr>
                  <a:buSzPct val="100000"/>
                  <a:buChar char="•"/>
                  <a:defRPr kumimoji="1" sz="3200" b="1">
                    <a:solidFill>
                      <a:schemeClr val="bg2"/>
                    </a:solidFill>
                    <a:latin typeface="Times New Roman" pitchFamily="18" charset="0"/>
                    <a:ea typeface="宋体" pitchFamily="2" charset="-122"/>
                  </a:defRPr>
                </a:lvl4pPr>
                <a:lvl5pPr marL="2057400" indent="-228600" eaLnBrk="0" hangingPunct="0">
                  <a:spcBef>
                    <a:spcPct val="20000"/>
                  </a:spcBef>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9pPr>
              </a:lstStyle>
              <a:p>
                <a:pPr algn="ctr">
                  <a:lnSpc>
                    <a:spcPct val="85000"/>
                  </a:lnSpc>
                  <a:spcBef>
                    <a:spcPct val="0"/>
                  </a:spcBef>
                  <a:buClrTx/>
                  <a:buSzTx/>
                  <a:buFontTx/>
                  <a:buNone/>
                </a:pPr>
                <a:r>
                  <a:rPr kumimoji="0" lang="en-US" altLang="zh-CN" sz="2000" dirty="0">
                    <a:solidFill>
                      <a:schemeClr val="tx1"/>
                    </a:solidFill>
                  </a:rPr>
                  <a:t>sum  =  sum + </a:t>
                </a:r>
                <a:r>
                  <a:rPr kumimoji="0" lang="en-US" altLang="zh-CN" sz="2000" dirty="0" err="1">
                    <a:solidFill>
                      <a:schemeClr val="tx1"/>
                    </a:solidFill>
                  </a:rPr>
                  <a:t>i</a:t>
                </a:r>
                <a:endParaRPr kumimoji="0" lang="en-US" altLang="zh-CN" sz="2000" dirty="0">
                  <a:solidFill>
                    <a:schemeClr val="tx1"/>
                  </a:solidFill>
                </a:endParaRPr>
              </a:p>
              <a:p>
                <a:pPr algn="ctr">
                  <a:lnSpc>
                    <a:spcPct val="85000"/>
                  </a:lnSpc>
                  <a:spcBef>
                    <a:spcPct val="0"/>
                  </a:spcBef>
                  <a:buClrTx/>
                  <a:buSzTx/>
                  <a:buFontTx/>
                  <a:buNone/>
                </a:pPr>
                <a:r>
                  <a:rPr kumimoji="0" lang="en-US" altLang="zh-CN" sz="2000" dirty="0" err="1">
                    <a:solidFill>
                      <a:schemeClr val="tx1"/>
                    </a:solidFill>
                  </a:rPr>
                  <a:t>i</a:t>
                </a:r>
                <a:r>
                  <a:rPr kumimoji="0" lang="en-US" altLang="zh-CN" sz="2000" dirty="0">
                    <a:solidFill>
                      <a:schemeClr val="tx1"/>
                    </a:solidFill>
                  </a:rPr>
                  <a:t>++</a:t>
                </a:r>
              </a:p>
            </p:txBody>
          </p:sp>
          <p:sp>
            <p:nvSpPr>
              <p:cNvPr id="30731" name="Line 37"/>
              <p:cNvSpPr>
                <a:spLocks noChangeShapeType="1"/>
              </p:cNvSpPr>
              <p:nvPr/>
            </p:nvSpPr>
            <p:spPr bwMode="auto">
              <a:xfrm>
                <a:off x="8025" y="12360"/>
                <a:ext cx="0" cy="283"/>
              </a:xfrm>
              <a:prstGeom prst="line">
                <a:avLst/>
              </a:prstGeom>
              <a:noFill/>
              <a:ln w="9525">
                <a:solidFill>
                  <a:schemeClr val="accent1"/>
                </a:solidFill>
                <a:round/>
                <a:headEnd/>
                <a:tailEnd type="triangle" w="sm" len="sm"/>
              </a:ln>
              <a:extLst>
                <a:ext uri="{909E8E84-426E-40DD-AFC4-6F175D3DCCD1}">
                  <a14:hiddenFill xmlns:a14="http://schemas.microsoft.com/office/drawing/2010/main">
                    <a:noFill/>
                  </a14:hiddenFill>
                </a:ext>
              </a:extLst>
            </p:spPr>
            <p:txBody>
              <a:bodyPr/>
              <a:lstStyle/>
              <a:p>
                <a:endParaRPr lang="en-US" sz="2000"/>
              </a:p>
            </p:txBody>
          </p:sp>
          <p:sp>
            <p:nvSpPr>
              <p:cNvPr id="30732" name="Line 38"/>
              <p:cNvSpPr>
                <a:spLocks noChangeShapeType="1"/>
              </p:cNvSpPr>
              <p:nvPr/>
            </p:nvSpPr>
            <p:spPr bwMode="auto">
              <a:xfrm>
                <a:off x="8025" y="12999"/>
                <a:ext cx="0" cy="283"/>
              </a:xfrm>
              <a:prstGeom prst="line">
                <a:avLst/>
              </a:prstGeom>
              <a:noFill/>
              <a:ln w="9525">
                <a:solidFill>
                  <a:schemeClr val="accent1"/>
                </a:solidFill>
                <a:round/>
                <a:headEnd/>
                <a:tailEnd type="triangle" w="sm" len="sm"/>
              </a:ln>
              <a:extLst>
                <a:ext uri="{909E8E84-426E-40DD-AFC4-6F175D3DCCD1}">
                  <a14:hiddenFill xmlns:a14="http://schemas.microsoft.com/office/drawing/2010/main">
                    <a:noFill/>
                  </a14:hiddenFill>
                </a:ext>
              </a:extLst>
            </p:spPr>
            <p:txBody>
              <a:bodyPr/>
              <a:lstStyle/>
              <a:p>
                <a:endParaRPr lang="en-US" sz="2000"/>
              </a:p>
            </p:txBody>
          </p:sp>
          <p:grpSp>
            <p:nvGrpSpPr>
              <p:cNvPr id="30733" name="Group 39"/>
              <p:cNvGrpSpPr>
                <a:grpSpLocks/>
              </p:cNvGrpSpPr>
              <p:nvPr/>
            </p:nvGrpSpPr>
            <p:grpSpPr bwMode="auto">
              <a:xfrm>
                <a:off x="7125" y="12472"/>
                <a:ext cx="907" cy="1529"/>
                <a:chOff x="7185" y="12658"/>
                <a:chExt cx="843" cy="1929"/>
              </a:xfrm>
            </p:grpSpPr>
            <p:sp>
              <p:nvSpPr>
                <p:cNvPr id="30745" name="Line 40"/>
                <p:cNvSpPr>
                  <a:spLocks noChangeShapeType="1"/>
                </p:cNvSpPr>
                <p:nvPr/>
              </p:nvSpPr>
              <p:spPr bwMode="auto">
                <a:xfrm>
                  <a:off x="7185" y="12659"/>
                  <a:ext cx="0" cy="1928"/>
                </a:xfrm>
                <a:prstGeom prst="line">
                  <a:avLst/>
                </a:prstGeom>
                <a:noFill/>
                <a:ln w="9525">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sz="2000"/>
                </a:p>
              </p:txBody>
            </p:sp>
            <p:sp>
              <p:nvSpPr>
                <p:cNvPr id="30746" name="Line 41"/>
                <p:cNvSpPr>
                  <a:spLocks noChangeShapeType="1"/>
                </p:cNvSpPr>
                <p:nvPr/>
              </p:nvSpPr>
              <p:spPr bwMode="auto">
                <a:xfrm>
                  <a:off x="7185" y="14559"/>
                  <a:ext cx="840" cy="0"/>
                </a:xfrm>
                <a:prstGeom prst="line">
                  <a:avLst/>
                </a:prstGeom>
                <a:noFill/>
                <a:ln w="9525">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sz="2000"/>
                </a:p>
              </p:txBody>
            </p:sp>
            <p:sp>
              <p:nvSpPr>
                <p:cNvPr id="30747" name="Line 42"/>
                <p:cNvSpPr>
                  <a:spLocks noChangeShapeType="1"/>
                </p:cNvSpPr>
                <p:nvPr/>
              </p:nvSpPr>
              <p:spPr bwMode="auto">
                <a:xfrm>
                  <a:off x="8028" y="14280"/>
                  <a:ext cx="0" cy="283"/>
                </a:xfrm>
                <a:prstGeom prst="line">
                  <a:avLst/>
                </a:prstGeom>
                <a:noFill/>
                <a:ln w="9525">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sz="2000"/>
                </a:p>
              </p:txBody>
            </p:sp>
            <p:sp>
              <p:nvSpPr>
                <p:cNvPr id="30748" name="Line 43"/>
                <p:cNvSpPr>
                  <a:spLocks noChangeShapeType="1"/>
                </p:cNvSpPr>
                <p:nvPr/>
              </p:nvSpPr>
              <p:spPr bwMode="auto">
                <a:xfrm flipV="1">
                  <a:off x="7191" y="12658"/>
                  <a:ext cx="794" cy="0"/>
                </a:xfrm>
                <a:prstGeom prst="line">
                  <a:avLst/>
                </a:prstGeom>
                <a:noFill/>
                <a:ln w="9525">
                  <a:solidFill>
                    <a:schemeClr val="accent1"/>
                  </a:solidFill>
                  <a:round/>
                  <a:headEnd/>
                  <a:tailEnd type="triangle" w="sm" len="sm"/>
                </a:ln>
                <a:extLst>
                  <a:ext uri="{909E8E84-426E-40DD-AFC4-6F175D3DCCD1}">
                    <a14:hiddenFill xmlns:a14="http://schemas.microsoft.com/office/drawing/2010/main">
                      <a:noFill/>
                    </a14:hiddenFill>
                  </a:ext>
                </a:extLst>
              </p:spPr>
              <p:txBody>
                <a:bodyPr/>
                <a:lstStyle/>
                <a:p>
                  <a:endParaRPr lang="en-US" sz="2000"/>
                </a:p>
              </p:txBody>
            </p:sp>
          </p:grpSp>
          <p:grpSp>
            <p:nvGrpSpPr>
              <p:cNvPr id="30734" name="Group 44"/>
              <p:cNvGrpSpPr>
                <a:grpSpLocks/>
              </p:cNvGrpSpPr>
              <p:nvPr/>
            </p:nvGrpSpPr>
            <p:grpSpPr bwMode="auto">
              <a:xfrm>
                <a:off x="8040" y="12846"/>
                <a:ext cx="907" cy="1531"/>
                <a:chOff x="8070" y="13197"/>
                <a:chExt cx="900" cy="1723"/>
              </a:xfrm>
            </p:grpSpPr>
            <p:sp>
              <p:nvSpPr>
                <p:cNvPr id="30741" name="Line 45"/>
                <p:cNvSpPr>
                  <a:spLocks noChangeShapeType="1"/>
                </p:cNvSpPr>
                <p:nvPr/>
              </p:nvSpPr>
              <p:spPr bwMode="auto">
                <a:xfrm>
                  <a:off x="8970" y="13206"/>
                  <a:ext cx="0" cy="1429"/>
                </a:xfrm>
                <a:prstGeom prst="line">
                  <a:avLst/>
                </a:prstGeom>
                <a:noFill/>
                <a:ln w="9525">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sz="2000"/>
                </a:p>
              </p:txBody>
            </p:sp>
            <p:sp>
              <p:nvSpPr>
                <p:cNvPr id="30742" name="Line 46"/>
                <p:cNvSpPr>
                  <a:spLocks noChangeShapeType="1"/>
                </p:cNvSpPr>
                <p:nvPr/>
              </p:nvSpPr>
              <p:spPr bwMode="auto">
                <a:xfrm>
                  <a:off x="8070" y="14631"/>
                  <a:ext cx="900" cy="0"/>
                </a:xfrm>
                <a:prstGeom prst="line">
                  <a:avLst/>
                </a:prstGeom>
                <a:noFill/>
                <a:ln w="9525">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sz="2000"/>
                </a:p>
              </p:txBody>
            </p:sp>
            <p:sp>
              <p:nvSpPr>
                <p:cNvPr id="30743" name="Line 47"/>
                <p:cNvSpPr>
                  <a:spLocks noChangeShapeType="1"/>
                </p:cNvSpPr>
                <p:nvPr/>
              </p:nvSpPr>
              <p:spPr bwMode="auto">
                <a:xfrm>
                  <a:off x="8070" y="14637"/>
                  <a:ext cx="0" cy="283"/>
                </a:xfrm>
                <a:prstGeom prst="line">
                  <a:avLst/>
                </a:prstGeom>
                <a:noFill/>
                <a:ln w="9525">
                  <a:solidFill>
                    <a:schemeClr val="accent1"/>
                  </a:solidFill>
                  <a:round/>
                  <a:headEnd/>
                  <a:tailEnd type="triangle" w="sm" len="sm"/>
                </a:ln>
                <a:extLst>
                  <a:ext uri="{909E8E84-426E-40DD-AFC4-6F175D3DCCD1}">
                    <a14:hiddenFill xmlns:a14="http://schemas.microsoft.com/office/drawing/2010/main">
                      <a:noFill/>
                    </a14:hiddenFill>
                  </a:ext>
                </a:extLst>
              </p:spPr>
              <p:txBody>
                <a:bodyPr/>
                <a:lstStyle/>
                <a:p>
                  <a:endParaRPr lang="en-US" sz="2000"/>
                </a:p>
              </p:txBody>
            </p:sp>
            <p:sp>
              <p:nvSpPr>
                <p:cNvPr id="30744" name="Line 48"/>
                <p:cNvSpPr>
                  <a:spLocks noChangeShapeType="1"/>
                </p:cNvSpPr>
                <p:nvPr/>
              </p:nvSpPr>
              <p:spPr bwMode="auto">
                <a:xfrm>
                  <a:off x="8625" y="13197"/>
                  <a:ext cx="340" cy="0"/>
                </a:xfrm>
                <a:prstGeom prst="line">
                  <a:avLst/>
                </a:prstGeom>
                <a:noFill/>
                <a:ln w="9525">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sz="2000"/>
                </a:p>
              </p:txBody>
            </p:sp>
          </p:grpSp>
          <p:sp>
            <p:nvSpPr>
              <p:cNvPr id="30735" name="AutoShape 49"/>
              <p:cNvSpPr>
                <a:spLocks noChangeArrowheads="1"/>
              </p:cNvSpPr>
              <p:nvPr/>
            </p:nvSpPr>
            <p:spPr bwMode="auto">
              <a:xfrm>
                <a:off x="7740" y="11535"/>
                <a:ext cx="567" cy="255"/>
              </a:xfrm>
              <a:prstGeom prst="roundRect">
                <a:avLst>
                  <a:gd name="adj" fmla="val 16667"/>
                </a:avLst>
              </a:pr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lIns="36000" tIns="0" rIns="36000" bIns="0"/>
              <a:lstStyle>
                <a:lvl1pPr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bg1"/>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eaLnBrk="0" hangingPunct="0">
                  <a:spcBef>
                    <a:spcPct val="20000"/>
                  </a:spcBef>
                  <a:buClr>
                    <a:schemeClr val="bg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eaLnBrk="0" hangingPunct="0">
                  <a:spcBef>
                    <a:spcPct val="20000"/>
                  </a:spcBef>
                  <a:buClr>
                    <a:srgbClr val="CC00CC"/>
                  </a:buClr>
                  <a:buSzPct val="100000"/>
                  <a:buChar char="•"/>
                  <a:defRPr kumimoji="1" sz="3200" b="1">
                    <a:solidFill>
                      <a:schemeClr val="bg2"/>
                    </a:solidFill>
                    <a:latin typeface="Times New Roman" pitchFamily="18" charset="0"/>
                    <a:ea typeface="宋体" pitchFamily="2" charset="-122"/>
                  </a:defRPr>
                </a:lvl4pPr>
                <a:lvl5pPr marL="2057400" indent="-228600" eaLnBrk="0" hangingPunct="0">
                  <a:spcBef>
                    <a:spcPct val="20000"/>
                  </a:spcBef>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9pPr>
              </a:lstStyle>
              <a:p>
                <a:pPr algn="ctr">
                  <a:lnSpc>
                    <a:spcPct val="80000"/>
                  </a:lnSpc>
                  <a:spcBef>
                    <a:spcPct val="0"/>
                  </a:spcBef>
                  <a:buClrTx/>
                  <a:buSzTx/>
                  <a:buFontTx/>
                  <a:buNone/>
                </a:pPr>
                <a:r>
                  <a:rPr kumimoji="0" lang="zh-CN" altLang="en-US" sz="2000">
                    <a:solidFill>
                      <a:schemeClr val="tx1"/>
                    </a:solidFill>
                  </a:rPr>
                  <a:t>开始</a:t>
                </a:r>
              </a:p>
              <a:p>
                <a:pPr algn="just">
                  <a:spcBef>
                    <a:spcPct val="0"/>
                  </a:spcBef>
                  <a:buClrTx/>
                  <a:buSzTx/>
                  <a:buFontTx/>
                  <a:buNone/>
                </a:pPr>
                <a:endParaRPr kumimoji="0" lang="zh-CN" altLang="en-US" sz="2000">
                  <a:solidFill>
                    <a:schemeClr val="tx1"/>
                  </a:solidFill>
                </a:endParaRPr>
              </a:p>
            </p:txBody>
          </p:sp>
          <p:sp>
            <p:nvSpPr>
              <p:cNvPr id="30736" name="AutoShape 50"/>
              <p:cNvSpPr>
                <a:spLocks noChangeArrowheads="1"/>
              </p:cNvSpPr>
              <p:nvPr/>
            </p:nvSpPr>
            <p:spPr bwMode="auto">
              <a:xfrm>
                <a:off x="7755" y="14967"/>
                <a:ext cx="567" cy="255"/>
              </a:xfrm>
              <a:prstGeom prst="roundRect">
                <a:avLst>
                  <a:gd name="adj" fmla="val 16667"/>
                </a:avLst>
              </a:pr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lIns="36000" tIns="0" rIns="36000" bIns="0"/>
              <a:lstStyle>
                <a:lvl1pPr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bg1"/>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eaLnBrk="0" hangingPunct="0">
                  <a:spcBef>
                    <a:spcPct val="20000"/>
                  </a:spcBef>
                  <a:buClr>
                    <a:schemeClr val="bg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eaLnBrk="0" hangingPunct="0">
                  <a:spcBef>
                    <a:spcPct val="20000"/>
                  </a:spcBef>
                  <a:buClr>
                    <a:srgbClr val="CC00CC"/>
                  </a:buClr>
                  <a:buSzPct val="100000"/>
                  <a:buChar char="•"/>
                  <a:defRPr kumimoji="1" sz="3200" b="1">
                    <a:solidFill>
                      <a:schemeClr val="bg2"/>
                    </a:solidFill>
                    <a:latin typeface="Times New Roman" pitchFamily="18" charset="0"/>
                    <a:ea typeface="宋体" pitchFamily="2" charset="-122"/>
                  </a:defRPr>
                </a:lvl4pPr>
                <a:lvl5pPr marL="2057400" indent="-228600" eaLnBrk="0" hangingPunct="0">
                  <a:spcBef>
                    <a:spcPct val="20000"/>
                  </a:spcBef>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9pPr>
              </a:lstStyle>
              <a:p>
                <a:pPr algn="ctr">
                  <a:lnSpc>
                    <a:spcPct val="80000"/>
                  </a:lnSpc>
                  <a:spcBef>
                    <a:spcPct val="0"/>
                  </a:spcBef>
                  <a:buClrTx/>
                  <a:buSzTx/>
                  <a:buFontTx/>
                  <a:buNone/>
                </a:pPr>
                <a:r>
                  <a:rPr kumimoji="0" lang="zh-CN" altLang="en-US" sz="2000">
                    <a:solidFill>
                      <a:schemeClr val="tx1"/>
                    </a:solidFill>
                  </a:rPr>
                  <a:t>结束</a:t>
                </a:r>
              </a:p>
              <a:p>
                <a:pPr algn="just">
                  <a:spcBef>
                    <a:spcPct val="0"/>
                  </a:spcBef>
                  <a:buClrTx/>
                  <a:buSzTx/>
                  <a:buFontTx/>
                  <a:buNone/>
                </a:pPr>
                <a:endParaRPr kumimoji="0" lang="zh-CN" altLang="en-US" sz="2000">
                  <a:solidFill>
                    <a:schemeClr val="tx1"/>
                  </a:solidFill>
                </a:endParaRPr>
              </a:p>
            </p:txBody>
          </p:sp>
          <p:sp>
            <p:nvSpPr>
              <p:cNvPr id="30737" name="Line 51"/>
              <p:cNvSpPr>
                <a:spLocks noChangeShapeType="1"/>
              </p:cNvSpPr>
              <p:nvPr/>
            </p:nvSpPr>
            <p:spPr bwMode="auto">
              <a:xfrm>
                <a:off x="8025" y="11799"/>
                <a:ext cx="0" cy="261"/>
              </a:xfrm>
              <a:prstGeom prst="line">
                <a:avLst/>
              </a:prstGeom>
              <a:noFill/>
              <a:ln w="9525">
                <a:solidFill>
                  <a:schemeClr val="accent1"/>
                </a:solidFill>
                <a:round/>
                <a:headEnd/>
                <a:tailEnd type="triangle" w="sm" len="sm"/>
              </a:ln>
              <a:extLst>
                <a:ext uri="{909E8E84-426E-40DD-AFC4-6F175D3DCCD1}">
                  <a14:hiddenFill xmlns:a14="http://schemas.microsoft.com/office/drawing/2010/main">
                    <a:noFill/>
                  </a14:hiddenFill>
                </a:ext>
              </a:extLst>
            </p:spPr>
            <p:txBody>
              <a:bodyPr/>
              <a:lstStyle/>
              <a:p>
                <a:endParaRPr lang="en-US" sz="2000"/>
              </a:p>
            </p:txBody>
          </p:sp>
          <p:sp>
            <p:nvSpPr>
              <p:cNvPr id="30738" name="Rectangle 52"/>
              <p:cNvSpPr>
                <a:spLocks noChangeArrowheads="1"/>
              </p:cNvSpPr>
              <p:nvPr/>
            </p:nvSpPr>
            <p:spPr bwMode="auto">
              <a:xfrm>
                <a:off x="7260" y="12063"/>
                <a:ext cx="1531" cy="283"/>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bg1"/>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eaLnBrk="0" hangingPunct="0">
                  <a:spcBef>
                    <a:spcPct val="20000"/>
                  </a:spcBef>
                  <a:buClr>
                    <a:schemeClr val="bg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eaLnBrk="0" hangingPunct="0">
                  <a:spcBef>
                    <a:spcPct val="20000"/>
                  </a:spcBef>
                  <a:buClr>
                    <a:srgbClr val="CC00CC"/>
                  </a:buClr>
                  <a:buSzPct val="100000"/>
                  <a:buChar char="•"/>
                  <a:defRPr kumimoji="1" sz="3200" b="1">
                    <a:solidFill>
                      <a:schemeClr val="bg2"/>
                    </a:solidFill>
                    <a:latin typeface="Times New Roman" pitchFamily="18" charset="0"/>
                    <a:ea typeface="宋体" pitchFamily="2" charset="-122"/>
                  </a:defRPr>
                </a:lvl4pPr>
                <a:lvl5pPr marL="2057400" indent="-228600" eaLnBrk="0" hangingPunct="0">
                  <a:spcBef>
                    <a:spcPct val="20000"/>
                  </a:spcBef>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9pPr>
              </a:lstStyle>
              <a:p>
                <a:pPr algn="ctr">
                  <a:lnSpc>
                    <a:spcPct val="88000"/>
                  </a:lnSpc>
                  <a:spcBef>
                    <a:spcPct val="0"/>
                  </a:spcBef>
                  <a:buClrTx/>
                  <a:buSzTx/>
                  <a:buFontTx/>
                  <a:buNone/>
                </a:pPr>
                <a:r>
                  <a:rPr kumimoji="0" lang="en-US" altLang="zh-CN" sz="2000" dirty="0" err="1">
                    <a:solidFill>
                      <a:schemeClr val="tx1"/>
                    </a:solidFill>
                    <a:ea typeface="黑体" pitchFamily="49" charset="-122"/>
                  </a:rPr>
                  <a:t>i</a:t>
                </a:r>
                <a:r>
                  <a:rPr kumimoji="0" lang="en-US" altLang="zh-CN" sz="2000" dirty="0">
                    <a:solidFill>
                      <a:schemeClr val="tx1"/>
                    </a:solidFill>
                    <a:ea typeface="黑体" pitchFamily="49" charset="-122"/>
                  </a:rPr>
                  <a:t>  =  1;  sum  =  0;  </a:t>
                </a:r>
              </a:p>
            </p:txBody>
          </p:sp>
          <p:sp>
            <p:nvSpPr>
              <p:cNvPr id="30739" name="Line 53"/>
              <p:cNvSpPr>
                <a:spLocks noChangeShapeType="1"/>
              </p:cNvSpPr>
              <p:nvPr/>
            </p:nvSpPr>
            <p:spPr bwMode="auto">
              <a:xfrm>
                <a:off x="8040" y="14670"/>
                <a:ext cx="0" cy="283"/>
              </a:xfrm>
              <a:prstGeom prst="line">
                <a:avLst/>
              </a:prstGeom>
              <a:noFill/>
              <a:ln w="9525">
                <a:solidFill>
                  <a:schemeClr val="accent1"/>
                </a:solidFill>
                <a:round/>
                <a:headEnd/>
                <a:tailEnd type="triangle" w="sm" len="sm"/>
              </a:ln>
              <a:extLst>
                <a:ext uri="{909E8E84-426E-40DD-AFC4-6F175D3DCCD1}">
                  <a14:hiddenFill xmlns:a14="http://schemas.microsoft.com/office/drawing/2010/main">
                    <a:noFill/>
                  </a14:hiddenFill>
                </a:ext>
              </a:extLst>
            </p:spPr>
            <p:txBody>
              <a:bodyPr/>
              <a:lstStyle/>
              <a:p>
                <a:endParaRPr lang="en-US" sz="2000"/>
              </a:p>
            </p:txBody>
          </p:sp>
          <p:sp>
            <p:nvSpPr>
              <p:cNvPr id="30740" name="AutoShape 54"/>
              <p:cNvSpPr>
                <a:spLocks noChangeArrowheads="1"/>
              </p:cNvSpPr>
              <p:nvPr/>
            </p:nvSpPr>
            <p:spPr bwMode="auto">
              <a:xfrm>
                <a:off x="7410" y="14358"/>
                <a:ext cx="1247" cy="312"/>
              </a:xfrm>
              <a:prstGeom prst="flowChartInputOutpu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bg1"/>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eaLnBrk="0" hangingPunct="0">
                  <a:spcBef>
                    <a:spcPct val="20000"/>
                  </a:spcBef>
                  <a:buClr>
                    <a:schemeClr val="bg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eaLnBrk="0" hangingPunct="0">
                  <a:spcBef>
                    <a:spcPct val="20000"/>
                  </a:spcBef>
                  <a:buClr>
                    <a:srgbClr val="CC00CC"/>
                  </a:buClr>
                  <a:buSzPct val="100000"/>
                  <a:buChar char="•"/>
                  <a:defRPr kumimoji="1" sz="3200" b="1">
                    <a:solidFill>
                      <a:schemeClr val="bg2"/>
                    </a:solidFill>
                    <a:latin typeface="Times New Roman" pitchFamily="18" charset="0"/>
                    <a:ea typeface="宋体" pitchFamily="2" charset="-122"/>
                  </a:defRPr>
                </a:lvl4pPr>
                <a:lvl5pPr marL="2057400" indent="-228600" eaLnBrk="0" hangingPunct="0">
                  <a:spcBef>
                    <a:spcPct val="20000"/>
                  </a:spcBef>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9pPr>
              </a:lstStyle>
              <a:p>
                <a:pPr algn="ctr">
                  <a:spcBef>
                    <a:spcPct val="0"/>
                  </a:spcBef>
                  <a:buClrTx/>
                  <a:buSzTx/>
                  <a:buFontTx/>
                  <a:buNone/>
                </a:pPr>
                <a:r>
                  <a:rPr kumimoji="0" lang="zh-CN" altLang="en-US" sz="2000">
                    <a:solidFill>
                      <a:schemeClr val="tx1"/>
                    </a:solidFill>
                  </a:rPr>
                  <a:t>输出</a:t>
                </a:r>
                <a:r>
                  <a:rPr kumimoji="0" lang="en-US" altLang="zh-CN" sz="2000">
                    <a:solidFill>
                      <a:schemeClr val="tx1"/>
                    </a:solidFill>
                  </a:rPr>
                  <a:t>sum</a:t>
                </a:r>
              </a:p>
            </p:txBody>
          </p:sp>
        </p:grpSp>
        <p:sp>
          <p:nvSpPr>
            <p:cNvPr id="30727" name="Rectangle 55"/>
            <p:cNvSpPr>
              <a:spLocks noChangeArrowheads="1"/>
            </p:cNvSpPr>
            <p:nvPr/>
          </p:nvSpPr>
          <p:spPr bwMode="auto">
            <a:xfrm>
              <a:off x="8715" y="12591"/>
              <a:ext cx="170" cy="223"/>
            </a:xfrm>
            <a:prstGeom prst="rect">
              <a:avLst/>
            </a:prstGeom>
            <a:noFill/>
            <a:ln w="9525" algn="ctr">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bg1"/>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eaLnBrk="0" hangingPunct="0">
                <a:spcBef>
                  <a:spcPct val="20000"/>
                </a:spcBef>
                <a:buClr>
                  <a:schemeClr val="bg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eaLnBrk="0" hangingPunct="0">
                <a:spcBef>
                  <a:spcPct val="20000"/>
                </a:spcBef>
                <a:buClr>
                  <a:srgbClr val="CC00CC"/>
                </a:buClr>
                <a:buSzPct val="100000"/>
                <a:buChar char="•"/>
                <a:defRPr kumimoji="1" sz="3200" b="1">
                  <a:solidFill>
                    <a:schemeClr val="bg2"/>
                  </a:solidFill>
                  <a:latin typeface="Times New Roman" pitchFamily="18" charset="0"/>
                  <a:ea typeface="宋体" pitchFamily="2" charset="-122"/>
                </a:defRPr>
              </a:lvl4pPr>
              <a:lvl5pPr marL="2057400" indent="-228600" eaLnBrk="0" hangingPunct="0">
                <a:spcBef>
                  <a:spcPct val="20000"/>
                </a:spcBef>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9pPr>
            </a:lstStyle>
            <a:p>
              <a:pPr algn="just">
                <a:spcBef>
                  <a:spcPct val="0"/>
                </a:spcBef>
                <a:buClrTx/>
                <a:buSzTx/>
                <a:buFontTx/>
                <a:buNone/>
              </a:pPr>
              <a:r>
                <a:rPr kumimoji="0" lang="en-US" altLang="zh-CN" sz="2000">
                  <a:solidFill>
                    <a:schemeClr val="tx1"/>
                  </a:solidFill>
                </a:rPr>
                <a:t>n</a:t>
              </a:r>
            </a:p>
          </p:txBody>
        </p:sp>
        <p:sp>
          <p:nvSpPr>
            <p:cNvPr id="30728" name="Rectangle 56"/>
            <p:cNvSpPr>
              <a:spLocks noChangeArrowheads="1"/>
            </p:cNvSpPr>
            <p:nvPr/>
          </p:nvSpPr>
          <p:spPr bwMode="auto">
            <a:xfrm>
              <a:off x="8100" y="12984"/>
              <a:ext cx="170" cy="223"/>
            </a:xfrm>
            <a:prstGeom prst="rect">
              <a:avLst/>
            </a:prstGeom>
            <a:noFill/>
            <a:ln w="9525" algn="ctr">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bg1"/>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eaLnBrk="0" hangingPunct="0">
                <a:spcBef>
                  <a:spcPct val="20000"/>
                </a:spcBef>
                <a:buClr>
                  <a:schemeClr val="bg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eaLnBrk="0" hangingPunct="0">
                <a:spcBef>
                  <a:spcPct val="20000"/>
                </a:spcBef>
                <a:buClr>
                  <a:srgbClr val="CC00CC"/>
                </a:buClr>
                <a:buSzPct val="100000"/>
                <a:buChar char="•"/>
                <a:defRPr kumimoji="1" sz="3200" b="1">
                  <a:solidFill>
                    <a:schemeClr val="bg2"/>
                  </a:solidFill>
                  <a:latin typeface="Times New Roman" pitchFamily="18" charset="0"/>
                  <a:ea typeface="宋体" pitchFamily="2" charset="-122"/>
                </a:defRPr>
              </a:lvl4pPr>
              <a:lvl5pPr marL="2057400" indent="-228600" eaLnBrk="0" hangingPunct="0">
                <a:spcBef>
                  <a:spcPct val="20000"/>
                </a:spcBef>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9pPr>
            </a:lstStyle>
            <a:p>
              <a:pPr algn="just">
                <a:spcBef>
                  <a:spcPct val="0"/>
                </a:spcBef>
                <a:buClrTx/>
                <a:buSzTx/>
                <a:buFontTx/>
                <a:buNone/>
              </a:pPr>
              <a:r>
                <a:rPr kumimoji="0" lang="en-US" altLang="zh-CN" sz="2000">
                  <a:solidFill>
                    <a:schemeClr val="tx1"/>
                  </a:solidFill>
                </a:rPr>
                <a:t>y</a:t>
              </a:r>
            </a:p>
          </p:txBody>
        </p:sp>
      </p:grpSp>
    </p:spTree>
    <p:custDataLst>
      <p:tags r:id="rId1"/>
    </p:custDataLst>
    <p:extLst>
      <p:ext uri="{BB962C8B-B14F-4D97-AF65-F5344CB8AC3E}">
        <p14:creationId xmlns:p14="http://schemas.microsoft.com/office/powerpoint/2010/main" val="3256607365"/>
      </p:ext>
    </p:extLst>
  </p:cSld>
  <p:clrMapOvr>
    <a:masterClrMapping/>
  </p:clrMapOvr>
  <p:transition>
    <p:strips dir="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 Box 2"/>
          <p:cNvSpPr txBox="1">
            <a:spLocks noChangeArrowheads="1"/>
          </p:cNvSpPr>
          <p:nvPr>
            <p:custDataLst>
              <p:tags r:id="rId2"/>
            </p:custDataLst>
          </p:nvPr>
        </p:nvSpPr>
        <p:spPr bwMode="auto">
          <a:xfrm>
            <a:off x="719668" y="902654"/>
            <a:ext cx="7479933" cy="58785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bg1"/>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eaLnBrk="0" hangingPunct="0">
              <a:spcBef>
                <a:spcPct val="20000"/>
              </a:spcBef>
              <a:buClr>
                <a:schemeClr val="bg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eaLnBrk="0" hangingPunct="0">
              <a:spcBef>
                <a:spcPct val="20000"/>
              </a:spcBef>
              <a:buClr>
                <a:srgbClr val="CC00CC"/>
              </a:buClr>
              <a:buSzPct val="100000"/>
              <a:buChar char="•"/>
              <a:defRPr kumimoji="1" sz="3200" b="1">
                <a:solidFill>
                  <a:schemeClr val="bg2"/>
                </a:solidFill>
                <a:latin typeface="Times New Roman" pitchFamily="18" charset="0"/>
                <a:ea typeface="宋体" pitchFamily="2" charset="-122"/>
              </a:defRPr>
            </a:lvl4pPr>
            <a:lvl5pPr marL="2057400" indent="-228600" eaLnBrk="0" hangingPunct="0">
              <a:spcBef>
                <a:spcPct val="20000"/>
              </a:spcBef>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9pPr>
          </a:lstStyle>
          <a:p>
            <a:pPr eaLnBrk="1" hangingPunct="1">
              <a:spcBef>
                <a:spcPct val="0"/>
              </a:spcBef>
              <a:buClrTx/>
              <a:buSzTx/>
              <a:buFontTx/>
              <a:buNone/>
            </a:pPr>
            <a:r>
              <a:rPr lang="en-US" altLang="zh-CN" dirty="0">
                <a:solidFill>
                  <a:schemeClr val="tx1"/>
                </a:solidFill>
              </a:rPr>
              <a:t>Eg3.1 </a:t>
            </a:r>
            <a:r>
              <a:rPr lang="zh-CN" altLang="en-US" dirty="0">
                <a:solidFill>
                  <a:schemeClr val="tx1"/>
                </a:solidFill>
              </a:rPr>
              <a:t>输入并交换两个整型变量</a:t>
            </a:r>
            <a:r>
              <a:rPr lang="en-US" altLang="zh-CN" dirty="0">
                <a:solidFill>
                  <a:schemeClr val="tx1"/>
                </a:solidFill>
              </a:rPr>
              <a:t>a</a:t>
            </a:r>
            <a:r>
              <a:rPr lang="zh-CN" altLang="en-US" dirty="0">
                <a:solidFill>
                  <a:schemeClr val="tx1"/>
                </a:solidFill>
              </a:rPr>
              <a:t>和</a:t>
            </a:r>
            <a:r>
              <a:rPr lang="en-US" altLang="zh-CN" dirty="0">
                <a:solidFill>
                  <a:schemeClr val="tx1"/>
                </a:solidFill>
              </a:rPr>
              <a:t>b</a:t>
            </a:r>
            <a:r>
              <a:rPr lang="zh-CN" altLang="en-US" dirty="0">
                <a:solidFill>
                  <a:schemeClr val="tx1"/>
                </a:solidFill>
              </a:rPr>
              <a:t>的值</a:t>
            </a:r>
            <a:endParaRPr lang="en-US" altLang="zh-CN" dirty="0">
              <a:solidFill>
                <a:schemeClr val="tx1"/>
              </a:solidFill>
            </a:endParaRPr>
          </a:p>
          <a:p>
            <a:pPr eaLnBrk="1" hangingPunct="1">
              <a:spcBef>
                <a:spcPct val="0"/>
              </a:spcBef>
              <a:buClrTx/>
              <a:buSzTx/>
              <a:buFontTx/>
              <a:buNone/>
            </a:pPr>
            <a:r>
              <a:rPr lang="zh-CN" altLang="zh-CN" dirty="0">
                <a:solidFill>
                  <a:schemeClr val="tx1"/>
                </a:solidFill>
              </a:rPr>
              <a:t>，输出交换前后</a:t>
            </a:r>
            <a:r>
              <a:rPr lang="en-US" altLang="zh-CN" dirty="0">
                <a:solidFill>
                  <a:schemeClr val="tx1"/>
                </a:solidFill>
              </a:rPr>
              <a:t> a</a:t>
            </a:r>
            <a:r>
              <a:rPr lang="zh-CN" altLang="zh-CN" dirty="0">
                <a:solidFill>
                  <a:schemeClr val="tx1"/>
                </a:solidFill>
              </a:rPr>
              <a:t>、</a:t>
            </a:r>
            <a:r>
              <a:rPr lang="en-US" altLang="zh-CN" dirty="0">
                <a:solidFill>
                  <a:schemeClr val="tx1"/>
                </a:solidFill>
              </a:rPr>
              <a:t>b </a:t>
            </a:r>
            <a:r>
              <a:rPr lang="zh-CN" altLang="zh-CN" dirty="0">
                <a:solidFill>
                  <a:schemeClr val="tx1"/>
                </a:solidFill>
              </a:rPr>
              <a:t>的值</a:t>
            </a:r>
            <a:endParaRPr lang="zh-CN" altLang="en-US" dirty="0">
              <a:solidFill>
                <a:schemeClr val="tx1"/>
              </a:solidFill>
              <a:cs typeface="Times New Roman" pitchFamily="18" charset="0"/>
            </a:endParaRPr>
          </a:p>
          <a:p>
            <a:pPr eaLnBrk="1" hangingPunct="1">
              <a:spcBef>
                <a:spcPct val="0"/>
              </a:spcBef>
              <a:buClrTx/>
              <a:buSzTx/>
              <a:buFontTx/>
              <a:buNone/>
            </a:pPr>
            <a:r>
              <a:rPr lang="en-US" altLang="zh-CN" sz="2400" dirty="0">
                <a:solidFill>
                  <a:srgbClr val="54A5BF"/>
                </a:solidFill>
              </a:rPr>
              <a:t>#include &lt;</a:t>
            </a:r>
            <a:r>
              <a:rPr lang="en-US" altLang="zh-CN" sz="2400" dirty="0" err="1">
                <a:solidFill>
                  <a:srgbClr val="54A5BF"/>
                </a:solidFill>
              </a:rPr>
              <a:t>stdio.h</a:t>
            </a:r>
            <a:r>
              <a:rPr lang="en-US" altLang="zh-CN" sz="2400" dirty="0">
                <a:solidFill>
                  <a:srgbClr val="54A5BF"/>
                </a:solidFill>
              </a:rPr>
              <a:t>&gt;</a:t>
            </a:r>
          </a:p>
          <a:p>
            <a:pPr eaLnBrk="1" hangingPunct="1">
              <a:spcBef>
                <a:spcPct val="0"/>
              </a:spcBef>
              <a:buClrTx/>
              <a:buSzTx/>
              <a:buFontTx/>
              <a:buNone/>
            </a:pPr>
            <a:r>
              <a:rPr lang="en-US" altLang="zh-CN" sz="2400" dirty="0">
                <a:solidFill>
                  <a:srgbClr val="54A5BF"/>
                </a:solidFill>
              </a:rPr>
              <a:t>int </a:t>
            </a:r>
            <a:r>
              <a:rPr lang="en-US" altLang="zh-CN" sz="2400" dirty="0">
                <a:solidFill>
                  <a:srgbClr val="54A5BF"/>
                </a:solidFill>
                <a:cs typeface="Times New Roman" pitchFamily="18" charset="0"/>
              </a:rPr>
              <a:t>main(void) {</a:t>
            </a:r>
          </a:p>
          <a:p>
            <a:pPr eaLnBrk="1" hangingPunct="1">
              <a:spcBef>
                <a:spcPct val="0"/>
              </a:spcBef>
              <a:buClrTx/>
              <a:buSzTx/>
              <a:buFontTx/>
              <a:buNone/>
            </a:pPr>
            <a:r>
              <a:rPr lang="en-US" altLang="zh-CN" sz="2400" dirty="0">
                <a:solidFill>
                  <a:srgbClr val="54A5BF"/>
                </a:solidFill>
              </a:rPr>
              <a:t> </a:t>
            </a:r>
            <a:r>
              <a:rPr lang="zh-CN" altLang="en-US" sz="2400" dirty="0">
                <a:solidFill>
                  <a:srgbClr val="54A5BF"/>
                </a:solidFill>
              </a:rPr>
              <a:t>　  </a:t>
            </a:r>
            <a:r>
              <a:rPr lang="en-US" altLang="zh-CN" sz="2400" dirty="0">
                <a:solidFill>
                  <a:srgbClr val="54A5BF"/>
                </a:solidFill>
                <a:cs typeface="Times New Roman" pitchFamily="18" charset="0"/>
              </a:rPr>
              <a:t>int a, b, temp;</a:t>
            </a:r>
          </a:p>
          <a:p>
            <a:pPr eaLnBrk="1" hangingPunct="1">
              <a:spcBef>
                <a:spcPct val="0"/>
              </a:spcBef>
              <a:buClrTx/>
              <a:buSzTx/>
              <a:buFontTx/>
              <a:buNone/>
            </a:pPr>
            <a:endParaRPr lang="en-US" altLang="zh-CN" sz="2400" dirty="0">
              <a:solidFill>
                <a:srgbClr val="54A5BF"/>
              </a:solidFill>
              <a:cs typeface="Times New Roman" pitchFamily="18" charset="0"/>
            </a:endParaRPr>
          </a:p>
          <a:p>
            <a:pPr eaLnBrk="1" hangingPunct="1">
              <a:spcBef>
                <a:spcPct val="0"/>
              </a:spcBef>
              <a:buClrTx/>
              <a:buSzTx/>
              <a:buFontTx/>
              <a:buNone/>
            </a:pPr>
            <a:r>
              <a:rPr lang="en-US" altLang="zh-CN" sz="2400" dirty="0">
                <a:solidFill>
                  <a:srgbClr val="54A5BF"/>
                </a:solidFill>
              </a:rPr>
              <a:t> </a:t>
            </a:r>
            <a:r>
              <a:rPr lang="zh-CN" altLang="en-US" sz="2400" dirty="0">
                <a:solidFill>
                  <a:srgbClr val="54A5BF"/>
                </a:solidFill>
              </a:rPr>
              <a:t>　  </a:t>
            </a:r>
            <a:r>
              <a:rPr lang="en-US" altLang="zh-CN" sz="2400" dirty="0" err="1">
                <a:solidFill>
                  <a:srgbClr val="54A5BF"/>
                </a:solidFill>
                <a:cs typeface="Times New Roman" pitchFamily="18" charset="0"/>
              </a:rPr>
              <a:t>printf</a:t>
            </a:r>
            <a:r>
              <a:rPr lang="en-US" altLang="zh-CN" sz="2400" dirty="0">
                <a:solidFill>
                  <a:srgbClr val="54A5BF"/>
                </a:solidFill>
                <a:cs typeface="Times New Roman" pitchFamily="18" charset="0"/>
              </a:rPr>
              <a:t>("input a  b: ");</a:t>
            </a:r>
          </a:p>
          <a:p>
            <a:pPr eaLnBrk="1" hangingPunct="1">
              <a:spcBef>
                <a:spcPct val="0"/>
              </a:spcBef>
              <a:buClrTx/>
              <a:buSzTx/>
              <a:buFontTx/>
              <a:buNone/>
            </a:pPr>
            <a:r>
              <a:rPr lang="zh-CN" altLang="en-US" sz="2400" dirty="0">
                <a:solidFill>
                  <a:srgbClr val="54A5BF"/>
                </a:solidFill>
              </a:rPr>
              <a:t>　   </a:t>
            </a:r>
            <a:r>
              <a:rPr lang="en-US" altLang="zh-CN" sz="2400" dirty="0" err="1">
                <a:solidFill>
                  <a:srgbClr val="54A5BF"/>
                </a:solidFill>
                <a:cs typeface="Times New Roman" pitchFamily="18" charset="0"/>
              </a:rPr>
              <a:t>scanf</a:t>
            </a:r>
            <a:r>
              <a:rPr lang="en-US" altLang="zh-CN" sz="2400" dirty="0">
                <a:solidFill>
                  <a:srgbClr val="54A5BF"/>
                </a:solidFill>
                <a:cs typeface="Times New Roman" pitchFamily="18" charset="0"/>
              </a:rPr>
              <a:t>("%</a:t>
            </a:r>
            <a:r>
              <a:rPr lang="en-US" altLang="zh-CN" sz="2400" dirty="0" err="1">
                <a:solidFill>
                  <a:srgbClr val="54A5BF"/>
                </a:solidFill>
                <a:cs typeface="Times New Roman" pitchFamily="18" charset="0"/>
              </a:rPr>
              <a:t>d%d</a:t>
            </a:r>
            <a:r>
              <a:rPr lang="en-US" altLang="zh-CN" sz="2400" dirty="0">
                <a:solidFill>
                  <a:srgbClr val="54A5BF"/>
                </a:solidFill>
                <a:cs typeface="Times New Roman" pitchFamily="18" charset="0"/>
              </a:rPr>
              <a:t> ", &amp;a, &amp;b);</a:t>
            </a:r>
          </a:p>
          <a:p>
            <a:pPr eaLnBrk="1" hangingPunct="1">
              <a:spcBef>
                <a:spcPct val="0"/>
              </a:spcBef>
              <a:buClrTx/>
              <a:buSzTx/>
              <a:buFontTx/>
              <a:buNone/>
            </a:pPr>
            <a:r>
              <a:rPr lang="en-US" altLang="zh-CN" sz="2400" dirty="0">
                <a:solidFill>
                  <a:srgbClr val="54A5BF"/>
                </a:solidFill>
              </a:rPr>
              <a:t> </a:t>
            </a:r>
            <a:r>
              <a:rPr lang="zh-CN" altLang="en-US" sz="2400" dirty="0">
                <a:solidFill>
                  <a:srgbClr val="54A5BF"/>
                </a:solidFill>
              </a:rPr>
              <a:t>　  </a:t>
            </a:r>
            <a:r>
              <a:rPr lang="en-US" altLang="zh-CN" sz="2400" dirty="0" err="1">
                <a:solidFill>
                  <a:srgbClr val="54A5BF"/>
                </a:solidFill>
                <a:cs typeface="Times New Roman" pitchFamily="18" charset="0"/>
              </a:rPr>
              <a:t>printf</a:t>
            </a:r>
            <a:r>
              <a:rPr lang="en-US" altLang="zh-CN" sz="2400" dirty="0">
                <a:solidFill>
                  <a:srgbClr val="54A5BF"/>
                </a:solidFill>
                <a:cs typeface="Times New Roman" pitchFamily="18" charset="0"/>
              </a:rPr>
              <a:t>("old data: a  =  %d, b  =  %d\n", a, b); </a:t>
            </a:r>
          </a:p>
          <a:p>
            <a:pPr eaLnBrk="1" hangingPunct="1">
              <a:spcBef>
                <a:spcPct val="0"/>
              </a:spcBef>
              <a:buClrTx/>
              <a:buSzTx/>
              <a:buFontTx/>
              <a:buNone/>
            </a:pPr>
            <a:r>
              <a:rPr lang="en-US" altLang="zh-CN" sz="2400" dirty="0">
                <a:solidFill>
                  <a:srgbClr val="54A5BF"/>
                </a:solidFill>
              </a:rPr>
              <a:t> </a:t>
            </a:r>
            <a:r>
              <a:rPr lang="zh-CN" altLang="en-US" sz="2400" dirty="0">
                <a:solidFill>
                  <a:srgbClr val="54A5BF"/>
                </a:solidFill>
              </a:rPr>
              <a:t>　  </a:t>
            </a:r>
            <a:r>
              <a:rPr lang="en-US" altLang="zh-CN" sz="2400" dirty="0">
                <a:solidFill>
                  <a:srgbClr val="EB27C6"/>
                </a:solidFill>
                <a:cs typeface="Times New Roman" pitchFamily="18" charset="0"/>
              </a:rPr>
              <a:t>temp = a;     </a:t>
            </a:r>
          </a:p>
          <a:p>
            <a:pPr eaLnBrk="1" hangingPunct="1">
              <a:spcBef>
                <a:spcPct val="0"/>
              </a:spcBef>
              <a:buClrTx/>
              <a:buSzTx/>
              <a:buFontTx/>
              <a:buNone/>
            </a:pPr>
            <a:r>
              <a:rPr lang="en-US" altLang="zh-CN" sz="2400" dirty="0">
                <a:solidFill>
                  <a:srgbClr val="EB27C6"/>
                </a:solidFill>
                <a:cs typeface="Times New Roman" pitchFamily="18" charset="0"/>
              </a:rPr>
              <a:t>       a = b;</a:t>
            </a:r>
          </a:p>
          <a:p>
            <a:pPr eaLnBrk="1" hangingPunct="1">
              <a:spcBef>
                <a:spcPct val="0"/>
              </a:spcBef>
              <a:buClrTx/>
              <a:buSzTx/>
              <a:buFontTx/>
              <a:buNone/>
            </a:pPr>
            <a:r>
              <a:rPr lang="en-US" altLang="zh-CN" sz="2400" dirty="0">
                <a:solidFill>
                  <a:srgbClr val="EB27C6"/>
                </a:solidFill>
                <a:cs typeface="Times New Roman" pitchFamily="18" charset="0"/>
              </a:rPr>
              <a:t>       b = temp; </a:t>
            </a:r>
            <a:r>
              <a:rPr lang="zh-CN" altLang="en-US" sz="2400" dirty="0">
                <a:solidFill>
                  <a:srgbClr val="54A5BF"/>
                </a:solidFill>
                <a:cs typeface="Times New Roman" pitchFamily="18" charset="0"/>
              </a:rPr>
              <a:t>　</a:t>
            </a:r>
          </a:p>
          <a:p>
            <a:pPr eaLnBrk="1" hangingPunct="1">
              <a:spcBef>
                <a:spcPct val="0"/>
              </a:spcBef>
              <a:buClrTx/>
              <a:buSzTx/>
              <a:buFontTx/>
              <a:buNone/>
            </a:pPr>
            <a:r>
              <a:rPr lang="zh-CN" altLang="en-US" sz="2400" dirty="0">
                <a:solidFill>
                  <a:srgbClr val="54A5BF"/>
                </a:solidFill>
              </a:rPr>
              <a:t> 　  </a:t>
            </a:r>
            <a:r>
              <a:rPr lang="en-US" altLang="zh-CN" sz="2400" dirty="0" err="1">
                <a:solidFill>
                  <a:srgbClr val="54A5BF"/>
                </a:solidFill>
                <a:cs typeface="Times New Roman" pitchFamily="18" charset="0"/>
              </a:rPr>
              <a:t>printf</a:t>
            </a:r>
            <a:r>
              <a:rPr lang="en-US" altLang="zh-CN" sz="2400" dirty="0">
                <a:solidFill>
                  <a:srgbClr val="54A5BF"/>
                </a:solidFill>
                <a:cs typeface="Times New Roman" pitchFamily="18" charset="0"/>
              </a:rPr>
              <a:t>("new data: a = %d, b = %d \n", a, b);</a:t>
            </a:r>
          </a:p>
          <a:p>
            <a:pPr eaLnBrk="1" hangingPunct="1">
              <a:spcBef>
                <a:spcPct val="0"/>
              </a:spcBef>
              <a:buClrTx/>
              <a:buSzTx/>
              <a:buFontTx/>
              <a:buNone/>
            </a:pPr>
            <a:r>
              <a:rPr lang="en-US" altLang="zh-CN" sz="2400" dirty="0">
                <a:solidFill>
                  <a:srgbClr val="54A5BF"/>
                </a:solidFill>
                <a:cs typeface="Times New Roman" pitchFamily="18" charset="0"/>
              </a:rPr>
              <a:t>       return 0; </a:t>
            </a:r>
          </a:p>
          <a:p>
            <a:pPr eaLnBrk="1" hangingPunct="1">
              <a:spcBef>
                <a:spcPct val="0"/>
              </a:spcBef>
              <a:buClrTx/>
              <a:buSzTx/>
              <a:buFontTx/>
              <a:buNone/>
            </a:pPr>
            <a:r>
              <a:rPr lang="en-US" altLang="zh-CN" sz="2400" dirty="0">
                <a:solidFill>
                  <a:srgbClr val="54A5BF"/>
                </a:solidFill>
                <a:cs typeface="Times New Roman" pitchFamily="18" charset="0"/>
              </a:rPr>
              <a:t>}</a:t>
            </a:r>
          </a:p>
        </p:txBody>
      </p:sp>
      <p:sp>
        <p:nvSpPr>
          <p:cNvPr id="35845" name="Text Box 9"/>
          <p:cNvSpPr txBox="1">
            <a:spLocks noChangeArrowheads="1"/>
          </p:cNvSpPr>
          <p:nvPr>
            <p:custDataLst>
              <p:tags r:id="rId3"/>
            </p:custDataLst>
          </p:nvPr>
        </p:nvSpPr>
        <p:spPr bwMode="auto">
          <a:xfrm>
            <a:off x="8844641" y="4588698"/>
            <a:ext cx="3260271"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bg1"/>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eaLnBrk="0" hangingPunct="0">
              <a:spcBef>
                <a:spcPct val="20000"/>
              </a:spcBef>
              <a:buClr>
                <a:schemeClr val="bg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eaLnBrk="0" hangingPunct="0">
              <a:spcBef>
                <a:spcPct val="20000"/>
              </a:spcBef>
              <a:buClr>
                <a:srgbClr val="CC00CC"/>
              </a:buClr>
              <a:buSzPct val="100000"/>
              <a:buChar char="•"/>
              <a:defRPr kumimoji="1" sz="3200" b="1">
                <a:solidFill>
                  <a:schemeClr val="bg2"/>
                </a:solidFill>
                <a:latin typeface="Times New Roman" pitchFamily="18" charset="0"/>
                <a:ea typeface="宋体" pitchFamily="2" charset="-122"/>
              </a:defRPr>
            </a:lvl4pPr>
            <a:lvl5pPr marL="2057400" indent="-228600" eaLnBrk="0" hangingPunct="0">
              <a:spcBef>
                <a:spcPct val="20000"/>
              </a:spcBef>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9pPr>
          </a:lstStyle>
          <a:p>
            <a:pPr eaLnBrk="1" hangingPunct="1">
              <a:spcBef>
                <a:spcPct val="0"/>
              </a:spcBef>
              <a:buClrTx/>
              <a:buSzTx/>
              <a:buFontTx/>
              <a:buNone/>
            </a:pPr>
            <a:r>
              <a:rPr lang="zh-CN" altLang="en-US" sz="2400" dirty="0">
                <a:solidFill>
                  <a:srgbClr val="CC00CC"/>
                </a:solidFill>
              </a:rPr>
              <a:t>程序执行：</a:t>
            </a:r>
          </a:p>
          <a:p>
            <a:pPr eaLnBrk="1" hangingPunct="1">
              <a:spcBef>
                <a:spcPct val="0"/>
              </a:spcBef>
              <a:buClrTx/>
              <a:buSzTx/>
              <a:buFontTx/>
              <a:buNone/>
            </a:pPr>
            <a:endParaRPr lang="zh-CN" altLang="en-US" sz="2400" dirty="0">
              <a:solidFill>
                <a:srgbClr val="CC00CC"/>
              </a:solidFill>
            </a:endParaRPr>
          </a:p>
          <a:p>
            <a:pPr eaLnBrk="1" hangingPunct="1">
              <a:spcBef>
                <a:spcPct val="0"/>
              </a:spcBef>
              <a:buClrTx/>
              <a:buSzTx/>
              <a:buFontTx/>
              <a:buNone/>
            </a:pPr>
            <a:r>
              <a:rPr lang="en-US" altLang="zh-CN" sz="2400" dirty="0">
                <a:solidFill>
                  <a:srgbClr val="CC00CC"/>
                </a:solidFill>
              </a:rPr>
              <a:t>input a  b: </a:t>
            </a:r>
            <a:r>
              <a:rPr lang="en-US" altLang="zh-CN" sz="2400" u="sng" dirty="0">
                <a:solidFill>
                  <a:schemeClr val="tx1"/>
                </a:solidFill>
              </a:rPr>
              <a:t>5  6↙</a:t>
            </a:r>
          </a:p>
          <a:p>
            <a:pPr eaLnBrk="1" hangingPunct="1">
              <a:spcBef>
                <a:spcPct val="0"/>
              </a:spcBef>
              <a:buClrTx/>
              <a:buSzTx/>
              <a:buFontTx/>
              <a:buNone/>
            </a:pPr>
            <a:r>
              <a:rPr lang="en-US" altLang="zh-CN" sz="2400" dirty="0">
                <a:solidFill>
                  <a:srgbClr val="CC00CC"/>
                </a:solidFill>
              </a:rPr>
              <a:t>old data: a = 5, b = 6</a:t>
            </a:r>
          </a:p>
          <a:p>
            <a:pPr eaLnBrk="1" hangingPunct="1">
              <a:spcBef>
                <a:spcPct val="0"/>
              </a:spcBef>
              <a:buClrTx/>
              <a:buSzTx/>
              <a:buFontTx/>
              <a:buNone/>
            </a:pPr>
            <a:r>
              <a:rPr lang="en-US" altLang="zh-CN" sz="2400" dirty="0">
                <a:solidFill>
                  <a:srgbClr val="CC00CC"/>
                </a:solidFill>
              </a:rPr>
              <a:t>new data: a = 6, b = 5</a:t>
            </a:r>
          </a:p>
        </p:txBody>
      </p:sp>
      <p:grpSp>
        <p:nvGrpSpPr>
          <p:cNvPr id="6" name="Group 4"/>
          <p:cNvGrpSpPr>
            <a:grpSpLocks/>
          </p:cNvGrpSpPr>
          <p:nvPr>
            <p:custDataLst>
              <p:tags r:id="rId4"/>
            </p:custDataLst>
          </p:nvPr>
        </p:nvGrpSpPr>
        <p:grpSpPr bwMode="auto">
          <a:xfrm>
            <a:off x="5757757" y="1240495"/>
            <a:ext cx="7416800" cy="2438400"/>
            <a:chOff x="2160" y="2352"/>
            <a:chExt cx="3060" cy="2364"/>
          </a:xfrm>
        </p:grpSpPr>
        <p:sp>
          <p:nvSpPr>
            <p:cNvPr id="7" name="Rectangle 5"/>
            <p:cNvSpPr>
              <a:spLocks noChangeArrowheads="1"/>
            </p:cNvSpPr>
            <p:nvPr/>
          </p:nvSpPr>
          <p:spPr bwMode="auto">
            <a:xfrm>
              <a:off x="2160" y="4092"/>
              <a:ext cx="3060" cy="624"/>
            </a:xfrm>
            <a:prstGeom prst="rect">
              <a:avLst/>
            </a:prstGeom>
            <a:noFill/>
            <a:ln>
              <a:noFill/>
            </a:ln>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FF00FF"/>
                  </a:solidFill>
                  <a:miter lim="800000"/>
                  <a:headEnd/>
                  <a:tailEnd/>
                </a14:hiddenLine>
              </a:ext>
            </a:extLst>
          </p:spPr>
          <p:txBody>
            <a:bodyPr/>
            <a:lstStyle>
              <a:lvl1pPr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bg1"/>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eaLnBrk="0" hangingPunct="0">
                <a:spcBef>
                  <a:spcPct val="20000"/>
                </a:spcBef>
                <a:buClr>
                  <a:schemeClr val="bg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eaLnBrk="0" hangingPunct="0">
                <a:spcBef>
                  <a:spcPct val="20000"/>
                </a:spcBef>
                <a:buClr>
                  <a:srgbClr val="CC00CC"/>
                </a:buClr>
                <a:buSzPct val="100000"/>
                <a:buChar char="•"/>
                <a:defRPr kumimoji="1" sz="3200" b="1">
                  <a:solidFill>
                    <a:schemeClr val="bg2"/>
                  </a:solidFill>
                  <a:latin typeface="Times New Roman" pitchFamily="18" charset="0"/>
                  <a:ea typeface="宋体" pitchFamily="2" charset="-122"/>
                </a:defRPr>
              </a:lvl4pPr>
              <a:lvl5pPr marL="2057400" indent="-228600" eaLnBrk="0" hangingPunct="0">
                <a:spcBef>
                  <a:spcPct val="20000"/>
                </a:spcBef>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9pPr>
            </a:lstStyle>
            <a:p>
              <a:pPr algn="just">
                <a:spcBef>
                  <a:spcPct val="0"/>
                </a:spcBef>
                <a:buClrTx/>
                <a:buSzTx/>
                <a:buFontTx/>
                <a:buNone/>
              </a:pPr>
              <a:r>
                <a:rPr kumimoji="0" lang="en-US" altLang="zh-CN" sz="2400" dirty="0">
                  <a:solidFill>
                    <a:schemeClr val="tx1"/>
                  </a:solidFill>
                </a:rPr>
                <a:t>                    </a:t>
              </a:r>
              <a:r>
                <a:rPr kumimoji="0" lang="zh-CN" altLang="en-US" sz="2400" dirty="0">
                  <a:solidFill>
                    <a:schemeClr val="tx1"/>
                  </a:solidFill>
                </a:rPr>
                <a:t>交换变量</a:t>
              </a:r>
              <a:r>
                <a:rPr kumimoji="0" lang="en-US" altLang="zh-CN" sz="2400" dirty="0">
                  <a:solidFill>
                    <a:schemeClr val="tx1"/>
                  </a:solidFill>
                </a:rPr>
                <a:t>a</a:t>
              </a:r>
              <a:r>
                <a:rPr kumimoji="0" lang="zh-CN" altLang="en-US" sz="2400" dirty="0">
                  <a:solidFill>
                    <a:schemeClr val="tx1"/>
                  </a:solidFill>
                </a:rPr>
                <a:t>、</a:t>
              </a:r>
              <a:r>
                <a:rPr kumimoji="0" lang="en-US" altLang="zh-CN" sz="2400" dirty="0">
                  <a:solidFill>
                    <a:schemeClr val="tx1"/>
                  </a:solidFill>
                </a:rPr>
                <a:t>b</a:t>
              </a:r>
              <a:r>
                <a:rPr kumimoji="0" lang="zh-CN" altLang="en-US" sz="2400" dirty="0">
                  <a:solidFill>
                    <a:schemeClr val="tx1"/>
                  </a:solidFill>
                </a:rPr>
                <a:t>之值</a:t>
              </a:r>
            </a:p>
          </p:txBody>
        </p:sp>
        <p:grpSp>
          <p:nvGrpSpPr>
            <p:cNvPr id="8" name="Group 6"/>
            <p:cNvGrpSpPr>
              <a:grpSpLocks/>
            </p:cNvGrpSpPr>
            <p:nvPr/>
          </p:nvGrpSpPr>
          <p:grpSpPr bwMode="auto">
            <a:xfrm>
              <a:off x="2520" y="2352"/>
              <a:ext cx="2160" cy="1374"/>
              <a:chOff x="3420" y="2352"/>
              <a:chExt cx="2160" cy="1374"/>
            </a:xfrm>
          </p:grpSpPr>
          <p:sp>
            <p:nvSpPr>
              <p:cNvPr id="9" name="Rectangle 7"/>
              <p:cNvSpPr>
                <a:spLocks noChangeArrowheads="1"/>
              </p:cNvSpPr>
              <p:nvPr/>
            </p:nvSpPr>
            <p:spPr bwMode="auto">
              <a:xfrm>
                <a:off x="5040" y="2688"/>
                <a:ext cx="540" cy="309"/>
              </a:xfrm>
              <a:prstGeom prst="rect">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bg1"/>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eaLnBrk="0" hangingPunct="0">
                  <a:spcBef>
                    <a:spcPct val="20000"/>
                  </a:spcBef>
                  <a:buClr>
                    <a:schemeClr val="bg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eaLnBrk="0" hangingPunct="0">
                  <a:spcBef>
                    <a:spcPct val="20000"/>
                  </a:spcBef>
                  <a:buClr>
                    <a:srgbClr val="CC00CC"/>
                  </a:buClr>
                  <a:buSzPct val="100000"/>
                  <a:buChar char="•"/>
                  <a:defRPr kumimoji="1" sz="3200" b="1">
                    <a:solidFill>
                      <a:schemeClr val="bg2"/>
                    </a:solidFill>
                    <a:latin typeface="Times New Roman" pitchFamily="18" charset="0"/>
                    <a:ea typeface="宋体" pitchFamily="2" charset="-122"/>
                  </a:defRPr>
                </a:lvl4pPr>
                <a:lvl5pPr marL="2057400" indent="-228600" eaLnBrk="0" hangingPunct="0">
                  <a:spcBef>
                    <a:spcPct val="20000"/>
                  </a:spcBef>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9pPr>
              </a:lstStyle>
              <a:p>
                <a:pPr algn="ctr">
                  <a:spcBef>
                    <a:spcPct val="0"/>
                  </a:spcBef>
                  <a:buClrTx/>
                  <a:buSzTx/>
                  <a:buFontTx/>
                  <a:buNone/>
                </a:pPr>
                <a:r>
                  <a:rPr kumimoji="0" lang="en-US" altLang="zh-CN" sz="2000">
                    <a:solidFill>
                      <a:schemeClr val="tx1"/>
                    </a:solidFill>
                  </a:rPr>
                  <a:t>6</a:t>
                </a:r>
              </a:p>
            </p:txBody>
          </p:sp>
          <p:grpSp>
            <p:nvGrpSpPr>
              <p:cNvPr id="10" name="Group 8"/>
              <p:cNvGrpSpPr>
                <a:grpSpLocks/>
              </p:cNvGrpSpPr>
              <p:nvPr/>
            </p:nvGrpSpPr>
            <p:grpSpPr bwMode="auto">
              <a:xfrm>
                <a:off x="3420" y="2352"/>
                <a:ext cx="1970" cy="1374"/>
                <a:chOff x="3420" y="2352"/>
                <a:chExt cx="1970" cy="1374"/>
              </a:xfrm>
            </p:grpSpPr>
            <p:sp>
              <p:nvSpPr>
                <p:cNvPr id="11" name="Rectangle 9"/>
                <p:cNvSpPr>
                  <a:spLocks noChangeArrowheads="1"/>
                </p:cNvSpPr>
                <p:nvPr/>
              </p:nvSpPr>
              <p:spPr bwMode="auto">
                <a:xfrm>
                  <a:off x="3420" y="2688"/>
                  <a:ext cx="540" cy="309"/>
                </a:xfrm>
                <a:prstGeom prst="rect">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bg1"/>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eaLnBrk="0" hangingPunct="0">
                    <a:spcBef>
                      <a:spcPct val="20000"/>
                    </a:spcBef>
                    <a:buClr>
                      <a:schemeClr val="bg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eaLnBrk="0" hangingPunct="0">
                    <a:spcBef>
                      <a:spcPct val="20000"/>
                    </a:spcBef>
                    <a:buClr>
                      <a:srgbClr val="CC00CC"/>
                    </a:buClr>
                    <a:buSzPct val="100000"/>
                    <a:buChar char="•"/>
                    <a:defRPr kumimoji="1" sz="3200" b="1">
                      <a:solidFill>
                        <a:schemeClr val="bg2"/>
                      </a:solidFill>
                      <a:latin typeface="Times New Roman" pitchFamily="18" charset="0"/>
                      <a:ea typeface="宋体" pitchFamily="2" charset="-122"/>
                    </a:defRPr>
                  </a:lvl4pPr>
                  <a:lvl5pPr marL="2057400" indent="-228600" eaLnBrk="0" hangingPunct="0">
                    <a:spcBef>
                      <a:spcPct val="20000"/>
                    </a:spcBef>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9pPr>
                </a:lstStyle>
                <a:p>
                  <a:pPr algn="ctr">
                    <a:spcBef>
                      <a:spcPct val="0"/>
                    </a:spcBef>
                    <a:buClrTx/>
                    <a:buSzTx/>
                    <a:buFontTx/>
                    <a:buNone/>
                  </a:pPr>
                  <a:r>
                    <a:rPr kumimoji="0" lang="en-US" altLang="zh-CN" sz="2000">
                      <a:solidFill>
                        <a:schemeClr val="tx1"/>
                      </a:solidFill>
                    </a:rPr>
                    <a:t>5</a:t>
                  </a:r>
                </a:p>
              </p:txBody>
            </p:sp>
            <p:sp>
              <p:nvSpPr>
                <p:cNvPr id="12" name="Rectangle 10"/>
                <p:cNvSpPr>
                  <a:spLocks noChangeArrowheads="1"/>
                </p:cNvSpPr>
                <p:nvPr/>
              </p:nvSpPr>
              <p:spPr bwMode="auto">
                <a:xfrm>
                  <a:off x="3600" y="2352"/>
                  <a:ext cx="170" cy="2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FF00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bg1"/>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eaLnBrk="0" hangingPunct="0">
                    <a:spcBef>
                      <a:spcPct val="20000"/>
                    </a:spcBef>
                    <a:buClr>
                      <a:schemeClr val="bg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eaLnBrk="0" hangingPunct="0">
                    <a:spcBef>
                      <a:spcPct val="20000"/>
                    </a:spcBef>
                    <a:buClr>
                      <a:srgbClr val="CC00CC"/>
                    </a:buClr>
                    <a:buSzPct val="100000"/>
                    <a:buChar char="•"/>
                    <a:defRPr kumimoji="1" sz="3200" b="1">
                      <a:solidFill>
                        <a:schemeClr val="bg2"/>
                      </a:solidFill>
                      <a:latin typeface="Times New Roman" pitchFamily="18" charset="0"/>
                      <a:ea typeface="宋体" pitchFamily="2" charset="-122"/>
                    </a:defRPr>
                  </a:lvl4pPr>
                  <a:lvl5pPr marL="2057400" indent="-228600" eaLnBrk="0" hangingPunct="0">
                    <a:spcBef>
                      <a:spcPct val="20000"/>
                    </a:spcBef>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9pPr>
                </a:lstStyle>
                <a:p>
                  <a:pPr algn="ctr">
                    <a:spcBef>
                      <a:spcPct val="0"/>
                    </a:spcBef>
                    <a:buClrTx/>
                    <a:buSzTx/>
                    <a:buFontTx/>
                    <a:buNone/>
                  </a:pPr>
                  <a:r>
                    <a:rPr kumimoji="0" lang="en-US" altLang="zh-CN" sz="2000">
                      <a:solidFill>
                        <a:schemeClr val="tx1"/>
                      </a:solidFill>
                    </a:rPr>
                    <a:t>a</a:t>
                  </a:r>
                </a:p>
              </p:txBody>
            </p:sp>
            <p:sp>
              <p:nvSpPr>
                <p:cNvPr id="13" name="Rectangle 11"/>
                <p:cNvSpPr>
                  <a:spLocks noChangeArrowheads="1"/>
                </p:cNvSpPr>
                <p:nvPr/>
              </p:nvSpPr>
              <p:spPr bwMode="auto">
                <a:xfrm>
                  <a:off x="4215" y="3417"/>
                  <a:ext cx="540" cy="309"/>
                </a:xfrm>
                <a:prstGeom prst="rect">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bg1"/>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eaLnBrk="0" hangingPunct="0">
                    <a:spcBef>
                      <a:spcPct val="20000"/>
                    </a:spcBef>
                    <a:buClr>
                      <a:schemeClr val="bg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eaLnBrk="0" hangingPunct="0">
                    <a:spcBef>
                      <a:spcPct val="20000"/>
                    </a:spcBef>
                    <a:buClr>
                      <a:srgbClr val="CC00CC"/>
                    </a:buClr>
                    <a:buSzPct val="100000"/>
                    <a:buChar char="•"/>
                    <a:defRPr kumimoji="1" sz="3200" b="1">
                      <a:solidFill>
                        <a:schemeClr val="bg2"/>
                      </a:solidFill>
                      <a:latin typeface="Times New Roman" pitchFamily="18" charset="0"/>
                      <a:ea typeface="宋体" pitchFamily="2" charset="-122"/>
                    </a:defRPr>
                  </a:lvl4pPr>
                  <a:lvl5pPr marL="2057400" indent="-228600" eaLnBrk="0" hangingPunct="0">
                    <a:spcBef>
                      <a:spcPct val="20000"/>
                    </a:spcBef>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9pPr>
                </a:lstStyle>
                <a:p>
                  <a:pPr algn="ctr">
                    <a:spcBef>
                      <a:spcPct val="0"/>
                    </a:spcBef>
                    <a:buClrTx/>
                    <a:buSzTx/>
                    <a:buFontTx/>
                    <a:buNone/>
                  </a:pPr>
                  <a:endParaRPr kumimoji="0" lang="en-US" altLang="en-US" sz="2000">
                    <a:solidFill>
                      <a:schemeClr val="tx1"/>
                    </a:solidFill>
                  </a:endParaRPr>
                </a:p>
              </p:txBody>
            </p:sp>
            <p:sp>
              <p:nvSpPr>
                <p:cNvPr id="14" name="Line 12"/>
                <p:cNvSpPr>
                  <a:spLocks noChangeShapeType="1"/>
                </p:cNvSpPr>
                <p:nvPr/>
              </p:nvSpPr>
              <p:spPr bwMode="auto">
                <a:xfrm>
                  <a:off x="3690" y="3000"/>
                  <a:ext cx="540" cy="624"/>
                </a:xfrm>
                <a:prstGeom prst="line">
                  <a:avLst/>
                </a:prstGeom>
                <a:noFill/>
                <a:ln w="38100">
                  <a:solidFill>
                    <a:srgbClr val="FF00FF"/>
                  </a:solidFill>
                  <a:round/>
                  <a:headEnd/>
                  <a:tailEnd type="triangle" w="sm" len="sm"/>
                </a:ln>
                <a:extLst>
                  <a:ext uri="{909E8E84-426E-40DD-AFC4-6F175D3DCCD1}">
                    <a14:hiddenFill xmlns:a14="http://schemas.microsoft.com/office/drawing/2010/main">
                      <a:noFill/>
                    </a14:hiddenFill>
                  </a:ext>
                </a:extLst>
              </p:spPr>
              <p:txBody>
                <a:bodyPr/>
                <a:lstStyle/>
                <a:p>
                  <a:endParaRPr lang="en-US"/>
                </a:p>
              </p:txBody>
            </p:sp>
            <p:sp>
              <p:nvSpPr>
                <p:cNvPr id="15" name="Rectangle 13"/>
                <p:cNvSpPr>
                  <a:spLocks noChangeArrowheads="1"/>
                </p:cNvSpPr>
                <p:nvPr/>
              </p:nvSpPr>
              <p:spPr bwMode="auto">
                <a:xfrm>
                  <a:off x="5220" y="2373"/>
                  <a:ext cx="170" cy="2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FF00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bg1"/>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eaLnBrk="0" hangingPunct="0">
                    <a:spcBef>
                      <a:spcPct val="20000"/>
                    </a:spcBef>
                    <a:buClr>
                      <a:schemeClr val="bg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eaLnBrk="0" hangingPunct="0">
                    <a:spcBef>
                      <a:spcPct val="20000"/>
                    </a:spcBef>
                    <a:buClr>
                      <a:srgbClr val="CC00CC"/>
                    </a:buClr>
                    <a:buSzPct val="100000"/>
                    <a:buChar char="•"/>
                    <a:defRPr kumimoji="1" sz="3200" b="1">
                      <a:solidFill>
                        <a:schemeClr val="bg2"/>
                      </a:solidFill>
                      <a:latin typeface="Times New Roman" pitchFamily="18" charset="0"/>
                      <a:ea typeface="宋体" pitchFamily="2" charset="-122"/>
                    </a:defRPr>
                  </a:lvl4pPr>
                  <a:lvl5pPr marL="2057400" indent="-228600" eaLnBrk="0" hangingPunct="0">
                    <a:spcBef>
                      <a:spcPct val="20000"/>
                    </a:spcBef>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9pPr>
                </a:lstStyle>
                <a:p>
                  <a:pPr algn="ctr">
                    <a:spcBef>
                      <a:spcPct val="0"/>
                    </a:spcBef>
                    <a:buClrTx/>
                    <a:buSzTx/>
                    <a:buFontTx/>
                    <a:buNone/>
                  </a:pPr>
                  <a:r>
                    <a:rPr kumimoji="0" lang="en-US" altLang="zh-CN" sz="2000">
                      <a:solidFill>
                        <a:schemeClr val="tx1"/>
                      </a:solidFill>
                    </a:rPr>
                    <a:t>b</a:t>
                  </a:r>
                </a:p>
              </p:txBody>
            </p:sp>
            <p:sp>
              <p:nvSpPr>
                <p:cNvPr id="16" name="Rectangle 14"/>
                <p:cNvSpPr>
                  <a:spLocks noChangeArrowheads="1"/>
                </p:cNvSpPr>
                <p:nvPr/>
              </p:nvSpPr>
              <p:spPr bwMode="auto">
                <a:xfrm>
                  <a:off x="4395" y="3141"/>
                  <a:ext cx="229"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FF"/>
                      </a:solidFill>
                      <a:miter lim="800000"/>
                      <a:headEnd/>
                      <a:tailEnd/>
                    </a14:hiddenLine>
                  </a:ext>
                </a:extLst>
              </p:spPr>
              <p:txBody>
                <a:bodyPr lIns="0" tIns="0" rIns="0" bIns="0"/>
                <a:lstStyle>
                  <a:lvl1pPr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bg1"/>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eaLnBrk="0" hangingPunct="0">
                    <a:spcBef>
                      <a:spcPct val="20000"/>
                    </a:spcBef>
                    <a:buClr>
                      <a:schemeClr val="bg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eaLnBrk="0" hangingPunct="0">
                    <a:spcBef>
                      <a:spcPct val="20000"/>
                    </a:spcBef>
                    <a:buClr>
                      <a:srgbClr val="CC00CC"/>
                    </a:buClr>
                    <a:buSzPct val="100000"/>
                    <a:buChar char="•"/>
                    <a:defRPr kumimoji="1" sz="3200" b="1">
                      <a:solidFill>
                        <a:schemeClr val="bg2"/>
                      </a:solidFill>
                      <a:latin typeface="Times New Roman" pitchFamily="18" charset="0"/>
                      <a:ea typeface="宋体" pitchFamily="2" charset="-122"/>
                    </a:defRPr>
                  </a:lvl4pPr>
                  <a:lvl5pPr marL="2057400" indent="-228600" eaLnBrk="0" hangingPunct="0">
                    <a:spcBef>
                      <a:spcPct val="20000"/>
                    </a:spcBef>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9pPr>
                </a:lstStyle>
                <a:p>
                  <a:pPr algn="ctr">
                    <a:spcBef>
                      <a:spcPct val="0"/>
                    </a:spcBef>
                    <a:buClrTx/>
                    <a:buSzTx/>
                    <a:buFontTx/>
                    <a:buNone/>
                  </a:pPr>
                  <a:r>
                    <a:rPr kumimoji="0" lang="en-US" altLang="zh-CN" sz="2000" dirty="0">
                      <a:solidFill>
                        <a:schemeClr val="tx1"/>
                      </a:solidFill>
                    </a:rPr>
                    <a:t>temp</a:t>
                  </a:r>
                </a:p>
              </p:txBody>
            </p:sp>
            <p:sp>
              <p:nvSpPr>
                <p:cNvPr id="17" name="Rectangle 15"/>
                <p:cNvSpPr>
                  <a:spLocks noChangeArrowheads="1"/>
                </p:cNvSpPr>
                <p:nvPr/>
              </p:nvSpPr>
              <p:spPr bwMode="auto">
                <a:xfrm>
                  <a:off x="5040" y="3312"/>
                  <a:ext cx="283" cy="2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FF00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bg1"/>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eaLnBrk="0" hangingPunct="0">
                    <a:spcBef>
                      <a:spcPct val="20000"/>
                    </a:spcBef>
                    <a:buClr>
                      <a:schemeClr val="bg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eaLnBrk="0" hangingPunct="0">
                    <a:spcBef>
                      <a:spcPct val="20000"/>
                    </a:spcBef>
                    <a:buClr>
                      <a:srgbClr val="CC00CC"/>
                    </a:buClr>
                    <a:buSzPct val="100000"/>
                    <a:buChar char="•"/>
                    <a:defRPr kumimoji="1" sz="3200" b="1">
                      <a:solidFill>
                        <a:schemeClr val="bg2"/>
                      </a:solidFill>
                      <a:latin typeface="Times New Roman" pitchFamily="18" charset="0"/>
                      <a:ea typeface="宋体" pitchFamily="2" charset="-122"/>
                    </a:defRPr>
                  </a:lvl4pPr>
                  <a:lvl5pPr marL="2057400" indent="-228600" eaLnBrk="0" hangingPunct="0">
                    <a:spcBef>
                      <a:spcPct val="20000"/>
                    </a:spcBef>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9pPr>
                </a:lstStyle>
                <a:p>
                  <a:pPr algn="ctr">
                    <a:spcBef>
                      <a:spcPct val="0"/>
                    </a:spcBef>
                    <a:buClrTx/>
                    <a:buSzTx/>
                    <a:buFontTx/>
                    <a:buNone/>
                  </a:pPr>
                  <a:r>
                    <a:rPr kumimoji="0" lang="en-US" altLang="zh-CN" sz="2000">
                      <a:solidFill>
                        <a:schemeClr val="tx1"/>
                      </a:solidFill>
                    </a:rPr>
                    <a:t>③a</a:t>
                  </a:r>
                </a:p>
              </p:txBody>
            </p:sp>
            <p:sp>
              <p:nvSpPr>
                <p:cNvPr id="18" name="Line 16"/>
                <p:cNvSpPr>
                  <a:spLocks noChangeShapeType="1"/>
                </p:cNvSpPr>
                <p:nvPr/>
              </p:nvSpPr>
              <p:spPr bwMode="auto">
                <a:xfrm flipH="1">
                  <a:off x="3960" y="2844"/>
                  <a:ext cx="1080" cy="0"/>
                </a:xfrm>
                <a:prstGeom prst="line">
                  <a:avLst/>
                </a:prstGeom>
                <a:noFill/>
                <a:ln w="38100">
                  <a:solidFill>
                    <a:srgbClr val="FF00FF"/>
                  </a:solidFill>
                  <a:round/>
                  <a:headEnd/>
                  <a:tailEnd type="triangle" w="sm" len="sm"/>
                </a:ln>
                <a:extLst>
                  <a:ext uri="{909E8E84-426E-40DD-AFC4-6F175D3DCCD1}">
                    <a14:hiddenFill xmlns:a14="http://schemas.microsoft.com/office/drawing/2010/main">
                      <a:noFill/>
                    </a14:hiddenFill>
                  </a:ext>
                </a:extLst>
              </p:spPr>
              <p:txBody>
                <a:bodyPr/>
                <a:lstStyle/>
                <a:p>
                  <a:endParaRPr lang="en-US"/>
                </a:p>
              </p:txBody>
            </p:sp>
            <p:sp>
              <p:nvSpPr>
                <p:cNvPr id="19" name="Line 17"/>
                <p:cNvSpPr>
                  <a:spLocks noChangeShapeType="1"/>
                </p:cNvSpPr>
                <p:nvPr/>
              </p:nvSpPr>
              <p:spPr bwMode="auto">
                <a:xfrm flipV="1">
                  <a:off x="4743" y="2970"/>
                  <a:ext cx="540" cy="624"/>
                </a:xfrm>
                <a:prstGeom prst="line">
                  <a:avLst/>
                </a:prstGeom>
                <a:noFill/>
                <a:ln w="38100">
                  <a:solidFill>
                    <a:srgbClr val="FF00FF"/>
                  </a:solidFill>
                  <a:round/>
                  <a:headEnd/>
                  <a:tailEnd type="triangle" w="sm" len="sm"/>
                </a:ln>
                <a:extLst>
                  <a:ext uri="{909E8E84-426E-40DD-AFC4-6F175D3DCCD1}">
                    <a14:hiddenFill xmlns:a14="http://schemas.microsoft.com/office/drawing/2010/main">
                      <a:noFill/>
                    </a14:hiddenFill>
                  </a:ext>
                </a:extLst>
              </p:spPr>
              <p:txBody>
                <a:bodyPr/>
                <a:lstStyle/>
                <a:p>
                  <a:endParaRPr lang="en-US"/>
                </a:p>
              </p:txBody>
            </p:sp>
            <p:sp>
              <p:nvSpPr>
                <p:cNvPr id="20" name="Rectangle 18"/>
                <p:cNvSpPr>
                  <a:spLocks noChangeArrowheads="1"/>
                </p:cNvSpPr>
                <p:nvPr/>
              </p:nvSpPr>
              <p:spPr bwMode="auto">
                <a:xfrm>
                  <a:off x="4380" y="2532"/>
                  <a:ext cx="283" cy="2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FF00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bg1"/>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eaLnBrk="0" hangingPunct="0">
                    <a:spcBef>
                      <a:spcPct val="20000"/>
                    </a:spcBef>
                    <a:buClr>
                      <a:schemeClr val="bg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eaLnBrk="0" hangingPunct="0">
                    <a:spcBef>
                      <a:spcPct val="20000"/>
                    </a:spcBef>
                    <a:buClr>
                      <a:srgbClr val="CC00CC"/>
                    </a:buClr>
                    <a:buSzPct val="100000"/>
                    <a:buChar char="•"/>
                    <a:defRPr kumimoji="1" sz="3200" b="1">
                      <a:solidFill>
                        <a:schemeClr val="bg2"/>
                      </a:solidFill>
                      <a:latin typeface="Times New Roman" pitchFamily="18" charset="0"/>
                      <a:ea typeface="宋体" pitchFamily="2" charset="-122"/>
                    </a:defRPr>
                  </a:lvl4pPr>
                  <a:lvl5pPr marL="2057400" indent="-228600" eaLnBrk="0" hangingPunct="0">
                    <a:spcBef>
                      <a:spcPct val="20000"/>
                    </a:spcBef>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9pPr>
                </a:lstStyle>
                <a:p>
                  <a:pPr algn="ctr">
                    <a:spcBef>
                      <a:spcPct val="0"/>
                    </a:spcBef>
                    <a:buClrTx/>
                    <a:buSzTx/>
                    <a:buFontTx/>
                    <a:buNone/>
                  </a:pPr>
                  <a:r>
                    <a:rPr kumimoji="0" lang="en-US" altLang="zh-CN" sz="2000">
                      <a:solidFill>
                        <a:schemeClr val="tx1"/>
                      </a:solidFill>
                    </a:rPr>
                    <a:t>②</a:t>
                  </a:r>
                </a:p>
              </p:txBody>
            </p:sp>
            <p:sp>
              <p:nvSpPr>
                <p:cNvPr id="21" name="Rectangle 19"/>
                <p:cNvSpPr>
                  <a:spLocks noChangeArrowheads="1"/>
                </p:cNvSpPr>
                <p:nvPr/>
              </p:nvSpPr>
              <p:spPr bwMode="auto">
                <a:xfrm>
                  <a:off x="3630" y="3267"/>
                  <a:ext cx="283" cy="2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FF00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bg1"/>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eaLnBrk="0" hangingPunct="0">
                    <a:spcBef>
                      <a:spcPct val="20000"/>
                    </a:spcBef>
                    <a:buClr>
                      <a:schemeClr val="bg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eaLnBrk="0" hangingPunct="0">
                    <a:spcBef>
                      <a:spcPct val="20000"/>
                    </a:spcBef>
                    <a:buClr>
                      <a:srgbClr val="CC00CC"/>
                    </a:buClr>
                    <a:buSzPct val="100000"/>
                    <a:buChar char="•"/>
                    <a:defRPr kumimoji="1" sz="3200" b="1">
                      <a:solidFill>
                        <a:schemeClr val="bg2"/>
                      </a:solidFill>
                      <a:latin typeface="Times New Roman" pitchFamily="18" charset="0"/>
                      <a:ea typeface="宋体" pitchFamily="2" charset="-122"/>
                    </a:defRPr>
                  </a:lvl4pPr>
                  <a:lvl5pPr marL="2057400" indent="-228600" eaLnBrk="0" hangingPunct="0">
                    <a:spcBef>
                      <a:spcPct val="20000"/>
                    </a:spcBef>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9pPr>
                </a:lstStyle>
                <a:p>
                  <a:pPr algn="ctr">
                    <a:spcBef>
                      <a:spcPct val="0"/>
                    </a:spcBef>
                    <a:buClrTx/>
                    <a:buSzTx/>
                    <a:buFontTx/>
                    <a:buNone/>
                  </a:pPr>
                  <a:r>
                    <a:rPr kumimoji="0" lang="en-US" altLang="zh-CN" sz="2000">
                      <a:solidFill>
                        <a:schemeClr val="tx1"/>
                      </a:solidFill>
                    </a:rPr>
                    <a:t>①a</a:t>
                  </a:r>
                </a:p>
              </p:txBody>
            </p:sp>
          </p:grpSp>
        </p:grpSp>
      </p:grpSp>
      <p:sp>
        <p:nvSpPr>
          <p:cNvPr id="22" name="Rectangle 2"/>
          <p:cNvSpPr txBox="1">
            <a:spLocks noChangeArrowheads="1"/>
          </p:cNvSpPr>
          <p:nvPr/>
        </p:nvSpPr>
        <p:spPr>
          <a:xfrm>
            <a:off x="812800" y="304800"/>
            <a:ext cx="10363200" cy="609600"/>
          </a:xfrm>
          <a:prstGeom prst="rect">
            <a:avLst/>
          </a:prstGeom>
        </p:spPr>
        <p:txBody>
          <a:bodyPr vert="horz" wrap="square" lIns="90170" tIns="46990" rIns="90170" bIns="46990" rtlCol="0" anchor="ctr" anchorCtr="0">
            <a:noAutofit/>
          </a:bodyPr>
          <a:lstStyle>
            <a:lvl1pPr marL="0" marR="0" algn="l" defTabSz="914400" rtl="0" eaLnBrk="1" fontAlgn="auto" latinLnBrk="0" hangingPunct="1">
              <a:lnSpc>
                <a:spcPct val="100000"/>
              </a:lnSpc>
              <a:spcBef>
                <a:spcPct val="0"/>
              </a:spcBef>
              <a:buNone/>
              <a:defRPr kumimoji="0" lang="zh-CN" altLang="en-US" sz="36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lang="en-US" altLang="zh-CN" dirty="0">
                <a:solidFill>
                  <a:srgbClr val="000000"/>
                </a:solidFill>
              </a:rPr>
              <a:t>3.1 </a:t>
            </a:r>
            <a:r>
              <a:rPr kumimoji="0" lang="zh-CN" altLang="en-US" sz="3600" b="1" i="0" u="none" strike="noStrike" kern="1200" cap="none" spc="200" normalizeH="0" baseline="0" noProof="1">
                <a:ln>
                  <a:noFill/>
                </a:ln>
                <a:solidFill>
                  <a:srgbClr val="000000"/>
                </a:solidFill>
                <a:effectLst/>
                <a:uLnTx/>
                <a:uFillTx/>
                <a:latin typeface="Arial" panose="020B0604020202020204" pitchFamily="34" charset="0"/>
                <a:ea typeface="微软雅黑" panose="020B0503020204020204" charset="-122"/>
                <a:cs typeface="+mj-cs"/>
                <a:sym typeface="+mn-ea"/>
              </a:rPr>
              <a:t>顺序结构</a:t>
            </a:r>
          </a:p>
        </p:txBody>
      </p:sp>
    </p:spTree>
    <p:custDataLst>
      <p:tags r:id="rId1"/>
    </p:custDataLst>
    <p:extLst>
      <p:ext uri="{BB962C8B-B14F-4D97-AF65-F5344CB8AC3E}">
        <p14:creationId xmlns:p14="http://schemas.microsoft.com/office/powerpoint/2010/main" val="198164536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914">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8914">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8914">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8914">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8914">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8914">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8914">
                                            <p:txEl>
                                              <p:pRg st="11" end="1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8914">
                                            <p:txEl>
                                              <p:pRg st="12" end="1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8914">
                                            <p:txEl>
                                              <p:pRg st="13" end="13"/>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8914">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86A48D-B8D4-430A-AE1C-E921A6F75A10}"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
        <p:nvSpPr>
          <p:cNvPr id="5" name="文本框 4">
            <a:extLst>
              <a:ext uri="{FF2B5EF4-FFF2-40B4-BE49-F238E27FC236}">
                <a16:creationId xmlns:a16="http://schemas.microsoft.com/office/drawing/2014/main" id="{E1542D9A-E3D4-81E2-C454-769A004362A8}"/>
              </a:ext>
            </a:extLst>
          </p:cNvPr>
          <p:cNvSpPr txBox="1"/>
          <p:nvPr/>
        </p:nvSpPr>
        <p:spPr>
          <a:xfrm>
            <a:off x="838200" y="644694"/>
            <a:ext cx="6096000" cy="707886"/>
          </a:xfrm>
          <a:prstGeom prst="rect">
            <a:avLst/>
          </a:prstGeom>
          <a:noFill/>
        </p:spPr>
        <p:txBody>
          <a:bodyPr wrap="square">
            <a:spAutoFit/>
          </a:bodyPr>
          <a:lstStyle/>
          <a:p>
            <a:r>
              <a:rPr kumimoji="0" lang="en-US" altLang="zh-CN" sz="4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rPr>
              <a:t>3.2 </a:t>
            </a:r>
            <a:r>
              <a:rPr kumimoji="0" lang="zh-CN" altLang="en-US" sz="4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rPr>
              <a:t>分支结构</a:t>
            </a:r>
            <a:endParaRPr lang="zh-CN" altLang="en-US" sz="4000" b="1" dirty="0"/>
          </a:p>
        </p:txBody>
      </p:sp>
      <p:pic>
        <p:nvPicPr>
          <p:cNvPr id="6" name="图片 5">
            <a:extLst>
              <a:ext uri="{FF2B5EF4-FFF2-40B4-BE49-F238E27FC236}">
                <a16:creationId xmlns:a16="http://schemas.microsoft.com/office/drawing/2014/main" id="{972992E5-240C-9DC9-5E80-FAEC098A70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38375" y="2866389"/>
            <a:ext cx="4415790" cy="1553157"/>
          </a:xfrm>
          <a:prstGeom prst="rect">
            <a:avLst/>
          </a:prstGeom>
        </p:spPr>
      </p:pic>
    </p:spTree>
    <p:extLst>
      <p:ext uri="{BB962C8B-B14F-4D97-AF65-F5344CB8AC3E}">
        <p14:creationId xmlns:p14="http://schemas.microsoft.com/office/powerpoint/2010/main" val="42375737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7256919" y="4122517"/>
            <a:ext cx="3639608" cy="400110"/>
          </a:xfrm>
          <a:prstGeom prst="rect">
            <a:avLst/>
          </a:prstGeom>
        </p:spPr>
        <p:txBody>
          <a:bodyPr wrap="square">
            <a:sp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zh-CN" sz="2000" b="0" i="0" u="none" strike="noStrike" kern="1200" cap="none" spc="0" normalizeH="0" baseline="0" noProof="0" dirty="0">
                <a:ln>
                  <a:noFill/>
                </a:ln>
                <a:solidFill>
                  <a:srgbClr val="6600CC"/>
                </a:solidFill>
                <a:effectLst/>
                <a:uLnTx/>
                <a:uFillTx/>
                <a:latin typeface="Calibri"/>
                <a:ea typeface="宋体" panose="02010600030101010101" pitchFamily="2" charset="-122"/>
                <a:cs typeface="+mn-cs"/>
              </a:rPr>
              <a:t>if</a:t>
            </a:r>
            <a:r>
              <a:rPr kumimoji="0" lang="zh-CN" altLang="en-US" sz="2000" b="0" i="0" u="none" strike="noStrike" kern="1200" cap="none" spc="0" normalizeH="0" baseline="0" noProof="0" dirty="0">
                <a:ln>
                  <a:noFill/>
                </a:ln>
                <a:solidFill>
                  <a:srgbClr val="6600CC"/>
                </a:solidFill>
                <a:effectLst/>
                <a:uLnTx/>
                <a:uFillTx/>
                <a:latin typeface="Calibri"/>
                <a:ea typeface="宋体" panose="02010600030101010101" pitchFamily="2" charset="-122"/>
                <a:cs typeface="+mn-cs"/>
              </a:rPr>
              <a:t>语句的单分支形式流程图</a:t>
            </a:r>
          </a:p>
        </p:txBody>
      </p:sp>
      <p:sp>
        <p:nvSpPr>
          <p:cNvPr id="105" name="Text Box 37"/>
          <p:cNvSpPr txBox="1">
            <a:spLocks noChangeArrowheads="1"/>
          </p:cNvSpPr>
          <p:nvPr>
            <p:custDataLst>
              <p:tags r:id="rId2"/>
            </p:custDataLst>
          </p:nvPr>
        </p:nvSpPr>
        <p:spPr bwMode="auto">
          <a:xfrm>
            <a:off x="921821" y="2155299"/>
            <a:ext cx="5267095"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bg1"/>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eaLnBrk="0" hangingPunct="0">
              <a:spcBef>
                <a:spcPct val="20000"/>
              </a:spcBef>
              <a:buClr>
                <a:schemeClr val="bg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eaLnBrk="0" hangingPunct="0">
              <a:spcBef>
                <a:spcPct val="20000"/>
              </a:spcBef>
              <a:buClr>
                <a:srgbClr val="CC00CC"/>
              </a:buClr>
              <a:buSzPct val="100000"/>
              <a:buChar char="•"/>
              <a:defRPr kumimoji="1" sz="3200" b="1">
                <a:solidFill>
                  <a:schemeClr val="bg2"/>
                </a:solidFill>
                <a:latin typeface="Times New Roman" pitchFamily="18" charset="0"/>
                <a:ea typeface="宋体" pitchFamily="2" charset="-122"/>
              </a:defRPr>
            </a:lvl4pPr>
            <a:lvl5pPr marL="2057400" indent="-228600" eaLnBrk="0" hangingPunct="0">
              <a:spcBef>
                <a:spcPct val="20000"/>
              </a:spcBef>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9pPr>
          </a:lstStyle>
          <a:p>
            <a:pPr marL="0" marR="0" lvl="0" indent="0" algn="l" defTabSz="914400" rtl="0" eaLnBrk="1" fontAlgn="auto" latinLnBrk="0" hangingPunct="1">
              <a:lnSpc>
                <a:spcPct val="100000"/>
              </a:lnSpc>
              <a:spcBef>
                <a:spcPct val="0"/>
              </a:spcBef>
              <a:spcAft>
                <a:spcPts val="0"/>
              </a:spcAft>
              <a:buClr>
                <a:prstClr val="white"/>
              </a:buClr>
              <a:buSzTx/>
              <a:buFont typeface="Wingdings" pitchFamily="2" charset="2"/>
              <a:buNone/>
              <a:tabLst/>
              <a:defRPr/>
            </a:pPr>
            <a:r>
              <a:rPr kumimoji="1" lang="en-US" altLang="zh-CN" sz="24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mn-cs"/>
              </a:rPr>
              <a:t>1. if</a:t>
            </a:r>
            <a:r>
              <a:rPr kumimoji="1" lang="zh-CN" altLang="en-US" sz="24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mn-cs"/>
              </a:rPr>
              <a:t>语句的单分支形式</a:t>
            </a:r>
            <a:r>
              <a:rPr kumimoji="1" lang="en-US" altLang="zh-CN" sz="24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mn-cs"/>
              </a:rPr>
              <a:t>:</a:t>
            </a:r>
            <a:r>
              <a:rPr kumimoji="1" lang="en-US" altLang="zh-CN"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     </a:t>
            </a:r>
            <a:r>
              <a:rPr kumimoji="1" lang="en-US" altLang="zh-CN" sz="24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mn-cs"/>
              </a:rPr>
              <a:t>if (</a:t>
            </a:r>
            <a:r>
              <a:rPr kumimoji="1" lang="zh-CN" altLang="en-US" sz="24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mn-cs"/>
              </a:rPr>
              <a:t>表达式</a:t>
            </a:r>
            <a:r>
              <a:rPr kumimoji="1" lang="en-US" altLang="zh-CN" sz="24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mn-cs"/>
              </a:rPr>
              <a:t>) </a:t>
            </a:r>
            <a:r>
              <a:rPr kumimoji="1" lang="zh-CN" altLang="en-US" sz="24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mn-cs"/>
              </a:rPr>
              <a:t>　</a:t>
            </a:r>
            <a:endParaRPr kumimoji="1" lang="en-US" altLang="zh-CN" sz="24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mn-cs"/>
            </a:endParaRPr>
          </a:p>
          <a:p>
            <a:pPr marL="0" marR="0" lvl="0" indent="0" algn="l" defTabSz="914400" rtl="0" eaLnBrk="1" fontAlgn="auto" latinLnBrk="0" hangingPunct="1">
              <a:lnSpc>
                <a:spcPct val="100000"/>
              </a:lnSpc>
              <a:spcBef>
                <a:spcPct val="0"/>
              </a:spcBef>
              <a:spcAft>
                <a:spcPts val="0"/>
              </a:spcAft>
              <a:buClr>
                <a:prstClr val="white"/>
              </a:buClr>
              <a:buSzTx/>
              <a:buFontTx/>
              <a:buChar char="•"/>
              <a:tabLst/>
              <a:defRPr/>
            </a:pPr>
            <a:r>
              <a:rPr kumimoji="1" lang="en-US" altLang="zh-CN" sz="24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mn-cs"/>
              </a:rPr>
              <a:t>                                                 </a:t>
            </a:r>
            <a:r>
              <a:rPr kumimoji="1" lang="zh-CN" altLang="en-US" sz="24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mn-cs"/>
              </a:rPr>
              <a:t>语句</a:t>
            </a:r>
            <a:r>
              <a:rPr kumimoji="1" lang="en-US" altLang="zh-CN" sz="24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mn-cs"/>
              </a:rPr>
              <a:t>;</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2400" b="1" i="0" u="none" strike="noStrike" kern="1200" cap="none" spc="0" normalizeH="0" baseline="0" noProof="0" dirty="0">
                <a:ln>
                  <a:noFill/>
                </a:ln>
                <a:solidFill>
                  <a:srgbClr val="FF99FF"/>
                </a:solidFill>
                <a:effectLst/>
                <a:uLnTx/>
                <a:uFillTx/>
                <a:latin typeface="Times New Roman" pitchFamily="18" charset="0"/>
                <a:ea typeface="宋体" pitchFamily="2" charset="-122"/>
                <a:cs typeface="+mn-cs"/>
              </a:rPr>
              <a:t> </a:t>
            </a:r>
            <a:r>
              <a:rPr kumimoji="1" lang="en-US" altLang="zh-CN" sz="2400" b="1" i="0" u="none" strike="noStrike" kern="1200" cap="none" spc="0" normalizeH="0" baseline="0" noProof="0" dirty="0">
                <a:ln>
                  <a:noFill/>
                </a:ln>
                <a:solidFill>
                  <a:srgbClr val="E7E6E6"/>
                </a:solidFill>
                <a:effectLst/>
                <a:uLnTx/>
                <a:uFillTx/>
                <a:latin typeface="Times New Roman" pitchFamily="18" charset="0"/>
                <a:ea typeface="宋体" pitchFamily="2" charset="-122"/>
                <a:cs typeface="Times New Roman" pitchFamily="18" charset="0"/>
              </a:rPr>
              <a:t> </a:t>
            </a:r>
            <a:endParaRPr kumimoji="1" lang="en-US" altLang="zh-CN" sz="2400" b="1" i="0" u="none" strike="noStrike" kern="1200" cap="none" spc="0" normalizeH="0" baseline="0" noProof="0" dirty="0">
              <a:ln>
                <a:noFill/>
              </a:ln>
              <a:solidFill>
                <a:srgbClr val="54A5BF"/>
              </a:solidFill>
              <a:effectLst/>
              <a:uLnTx/>
              <a:uFillTx/>
              <a:latin typeface="Times New Roman" pitchFamily="18" charset="0"/>
              <a:ea typeface="宋体" pitchFamily="2" charset="-122"/>
              <a:cs typeface="Times New Roman" pitchFamily="18" charset="0"/>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2400" b="1" i="0" u="none" strike="noStrike" kern="1200" cap="none" spc="0" normalizeH="0" baseline="0" noProof="0" dirty="0">
                <a:ln>
                  <a:noFill/>
                </a:ln>
                <a:solidFill>
                  <a:srgbClr val="54A5BF"/>
                </a:solidFill>
                <a:effectLst/>
                <a:uLnTx/>
                <a:uFillTx/>
                <a:latin typeface="Times New Roman" pitchFamily="18" charset="0"/>
                <a:ea typeface="宋体" pitchFamily="2" charset="-122"/>
                <a:cs typeface="Times New Roman" pitchFamily="18" charset="0"/>
              </a:rPr>
              <a:t>if (</a:t>
            </a:r>
            <a:r>
              <a:rPr kumimoji="1" lang="en-US" altLang="zh-CN" sz="2400" b="1" i="0" u="none" strike="noStrike" kern="1200" cap="none" spc="0" normalizeH="0" baseline="0" noProof="0" dirty="0">
                <a:ln>
                  <a:noFill/>
                </a:ln>
                <a:solidFill>
                  <a:srgbClr val="54A5BF"/>
                </a:solidFill>
                <a:effectLst/>
                <a:uLnTx/>
                <a:uFillTx/>
                <a:latin typeface="Times New Roman" pitchFamily="18" charset="0"/>
                <a:ea typeface="宋体" pitchFamily="2" charset="-122"/>
                <a:cs typeface="+mn-cs"/>
              </a:rPr>
              <a:t>x &lt; 0</a:t>
            </a:r>
            <a:r>
              <a:rPr kumimoji="1" lang="en-US" altLang="zh-CN" sz="2400" b="1" i="0" u="none" strike="noStrike" kern="1200" cap="none" spc="0" normalizeH="0" baseline="0" noProof="0" dirty="0">
                <a:ln>
                  <a:noFill/>
                </a:ln>
                <a:solidFill>
                  <a:srgbClr val="54A5BF"/>
                </a:solidFill>
                <a:effectLst/>
                <a:uLnTx/>
                <a:uFillTx/>
                <a:latin typeface="Times New Roman" pitchFamily="18" charset="0"/>
                <a:ea typeface="宋体" pitchFamily="2" charset="-122"/>
                <a:cs typeface="Times New Roman" pitchFamily="18" charset="0"/>
              </a:rPr>
              <a:t>)</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2400" b="1" i="0" u="none" strike="noStrike" kern="1200" cap="none" spc="0" normalizeH="0" baseline="0" noProof="0" dirty="0">
                <a:ln>
                  <a:noFill/>
                </a:ln>
                <a:solidFill>
                  <a:srgbClr val="54A5BF"/>
                </a:solidFill>
                <a:effectLst/>
                <a:uLnTx/>
                <a:uFillTx/>
                <a:latin typeface="Times New Roman" pitchFamily="18" charset="0"/>
                <a:ea typeface="宋体" pitchFamily="2" charset="-122"/>
                <a:cs typeface="Times New Roman" pitchFamily="18" charset="0"/>
              </a:rPr>
              <a:t>       x  =  -x;  //</a:t>
            </a:r>
            <a:r>
              <a:rPr kumimoji="1" lang="zh-CN" altLang="en-US" sz="2400" b="1" i="0" u="none" strike="noStrike" kern="1200" cap="none" spc="0" normalizeH="0" baseline="0" noProof="0" dirty="0">
                <a:ln>
                  <a:noFill/>
                </a:ln>
                <a:solidFill>
                  <a:srgbClr val="54A5BF"/>
                </a:solidFill>
                <a:effectLst/>
                <a:uLnTx/>
                <a:uFillTx/>
                <a:latin typeface="Times New Roman" pitchFamily="18" charset="0"/>
                <a:ea typeface="宋体" pitchFamily="2" charset="-122"/>
                <a:cs typeface="+mn-cs"/>
              </a:rPr>
              <a:t>求</a:t>
            </a:r>
            <a:r>
              <a:rPr kumimoji="1" lang="en-US" altLang="zh-CN" sz="2400" b="1" i="0" u="none" strike="noStrike" kern="1200" cap="none" spc="0" normalizeH="0" baseline="0" noProof="0" dirty="0">
                <a:ln>
                  <a:noFill/>
                </a:ln>
                <a:solidFill>
                  <a:srgbClr val="54A5BF"/>
                </a:solidFill>
                <a:effectLst/>
                <a:uLnTx/>
                <a:uFillTx/>
                <a:latin typeface="Times New Roman" pitchFamily="18" charset="0"/>
                <a:ea typeface="宋体" pitchFamily="2" charset="-122"/>
                <a:cs typeface="+mn-cs"/>
              </a:rPr>
              <a:t>x</a:t>
            </a:r>
            <a:r>
              <a:rPr kumimoji="1" lang="zh-CN" altLang="en-US" sz="2400" b="1" i="0" u="none" strike="noStrike" kern="1200" cap="none" spc="0" normalizeH="0" baseline="0" noProof="0" dirty="0">
                <a:ln>
                  <a:noFill/>
                </a:ln>
                <a:solidFill>
                  <a:srgbClr val="54A5BF"/>
                </a:solidFill>
                <a:effectLst/>
                <a:uLnTx/>
                <a:uFillTx/>
                <a:latin typeface="Times New Roman" pitchFamily="18" charset="0"/>
                <a:ea typeface="宋体" pitchFamily="2" charset="-122"/>
                <a:cs typeface="+mn-cs"/>
              </a:rPr>
              <a:t>的绝对值</a:t>
            </a:r>
            <a:endParaRPr kumimoji="1" lang="en-US" altLang="zh-CN" sz="2400" b="1" i="0" u="none" strike="noStrike" kern="1200" cap="none" spc="0" normalizeH="0" baseline="0" noProof="0" dirty="0">
              <a:ln>
                <a:noFill/>
              </a:ln>
              <a:solidFill>
                <a:srgbClr val="54A5BF"/>
              </a:solidFill>
              <a:effectLst/>
              <a:uLnTx/>
              <a:uFillTx/>
              <a:latin typeface="Times New Roman" pitchFamily="18" charset="0"/>
              <a:ea typeface="宋体" pitchFamily="2" charset="-122"/>
              <a:cs typeface="+mn-cs"/>
            </a:endParaRPr>
          </a:p>
          <a:p>
            <a:pPr marL="0" marR="0" lvl="0" indent="0" algn="l" defTabSz="914400" rtl="0" eaLnBrk="1" fontAlgn="auto" latinLnBrk="0" hangingPunct="1">
              <a:lnSpc>
                <a:spcPct val="100000"/>
              </a:lnSpc>
              <a:spcBef>
                <a:spcPct val="0"/>
              </a:spcBef>
              <a:spcAft>
                <a:spcPts val="0"/>
              </a:spcAft>
              <a:buClrTx/>
              <a:buSzTx/>
              <a:buFont typeface="Wingdings" pitchFamily="2" charset="2"/>
              <a:buNone/>
              <a:tabLst/>
              <a:defRPr/>
            </a:pPr>
            <a:r>
              <a:rPr kumimoji="1" lang="en-US" altLang="zh-CN" sz="24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Times New Roman" pitchFamily="18" charset="0"/>
              </a:rPr>
              <a:t>// x = (x &lt; 0)? –x : x;</a:t>
            </a:r>
          </a:p>
        </p:txBody>
      </p:sp>
      <p:sp>
        <p:nvSpPr>
          <p:cNvPr id="40" name="Rectangle 2"/>
          <p:cNvSpPr txBox="1">
            <a:spLocks noChangeArrowheads="1"/>
          </p:cNvSpPr>
          <p:nvPr/>
        </p:nvSpPr>
        <p:spPr>
          <a:xfrm>
            <a:off x="812800" y="304800"/>
            <a:ext cx="10363200" cy="609600"/>
          </a:xfrm>
          <a:prstGeom prst="rect">
            <a:avLst/>
          </a:prstGeom>
        </p:spPr>
        <p:txBody>
          <a:bodyPr vert="horz" wrap="square" lIns="90170" tIns="46990" rIns="90170" bIns="46990" rtlCol="0" anchor="ctr" anchorCtr="0">
            <a:noAutofit/>
          </a:bodyPr>
          <a:lstStyle>
            <a:lvl1pPr marL="0" marR="0" algn="l" defTabSz="914400" rtl="0" eaLnBrk="1" fontAlgn="auto" latinLnBrk="0" hangingPunct="1">
              <a:lnSpc>
                <a:spcPct val="100000"/>
              </a:lnSpc>
              <a:spcBef>
                <a:spcPct val="0"/>
              </a:spcBef>
              <a:buNone/>
              <a:defRPr kumimoji="0" lang="zh-CN" altLang="en-US" sz="36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3600" b="1" i="0" u="none" strike="noStrike" kern="1200" cap="none" spc="200" normalizeH="0" baseline="0" noProof="1">
                <a:ln>
                  <a:noFill/>
                </a:ln>
                <a:solidFill>
                  <a:srgbClr val="000000"/>
                </a:solidFill>
                <a:effectLst/>
                <a:uLnTx/>
                <a:uFillTx/>
                <a:latin typeface="Arial" panose="020B0604020202020204" pitchFamily="34" charset="0"/>
                <a:ea typeface="微软雅黑" panose="020B0503020204020204" charset="-122"/>
                <a:cs typeface="+mj-cs"/>
                <a:sym typeface="+mn-ea"/>
              </a:rPr>
              <a:t>3.2 </a:t>
            </a:r>
            <a:r>
              <a:rPr kumimoji="0" lang="zh-CN" altLang="en-US" sz="3600" b="1" i="0" u="none" strike="noStrike" kern="1200" cap="none" spc="200" normalizeH="0" baseline="0" noProof="1">
                <a:ln>
                  <a:noFill/>
                </a:ln>
                <a:solidFill>
                  <a:srgbClr val="000000"/>
                </a:solidFill>
                <a:effectLst/>
                <a:uLnTx/>
                <a:uFillTx/>
                <a:latin typeface="Arial" panose="020B0604020202020204" pitchFamily="34" charset="0"/>
                <a:ea typeface="微软雅黑" panose="020B0503020204020204" charset="-122"/>
                <a:cs typeface="+mj-cs"/>
                <a:sym typeface="+mn-ea"/>
              </a:rPr>
              <a:t>分支结构</a:t>
            </a:r>
          </a:p>
        </p:txBody>
      </p:sp>
      <p:pic>
        <p:nvPicPr>
          <p:cNvPr id="2" name="图片 1">
            <a:extLst>
              <a:ext uri="{FF2B5EF4-FFF2-40B4-BE49-F238E27FC236}">
                <a16:creationId xmlns:a16="http://schemas.microsoft.com/office/drawing/2014/main" id="{61E0C584-0FB4-55E8-A3AF-358FFF1CE6D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971472" y="1380991"/>
            <a:ext cx="2687003" cy="2412499"/>
          </a:xfrm>
          <a:prstGeom prst="rect">
            <a:avLst/>
          </a:prstGeom>
        </p:spPr>
      </p:pic>
    </p:spTree>
    <p:custDataLst>
      <p:tags r:id="rId1"/>
    </p:custDataLst>
    <p:extLst>
      <p:ext uri="{BB962C8B-B14F-4D97-AF65-F5344CB8AC3E}">
        <p14:creationId xmlns:p14="http://schemas.microsoft.com/office/powerpoint/2010/main" val="39271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5">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5">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Text Box 37"/>
          <p:cNvSpPr txBox="1">
            <a:spLocks noChangeArrowheads="1"/>
          </p:cNvSpPr>
          <p:nvPr>
            <p:custDataLst>
              <p:tags r:id="rId2"/>
            </p:custDataLst>
          </p:nvPr>
        </p:nvSpPr>
        <p:spPr bwMode="auto">
          <a:xfrm>
            <a:off x="814917" y="1268428"/>
            <a:ext cx="10752667"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bg1"/>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eaLnBrk="0" hangingPunct="0">
              <a:spcBef>
                <a:spcPct val="20000"/>
              </a:spcBef>
              <a:buClr>
                <a:schemeClr val="bg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eaLnBrk="0" hangingPunct="0">
              <a:spcBef>
                <a:spcPct val="20000"/>
              </a:spcBef>
              <a:buClr>
                <a:srgbClr val="CC00CC"/>
              </a:buClr>
              <a:buSzPct val="100000"/>
              <a:buChar char="•"/>
              <a:defRPr kumimoji="1" sz="3200" b="1">
                <a:solidFill>
                  <a:schemeClr val="bg2"/>
                </a:solidFill>
                <a:latin typeface="Times New Roman" pitchFamily="18" charset="0"/>
                <a:ea typeface="宋体" pitchFamily="2" charset="-122"/>
              </a:defRPr>
            </a:lvl4pPr>
            <a:lvl5pPr marL="2057400" indent="-228600" eaLnBrk="0" hangingPunct="0">
              <a:spcBef>
                <a:spcPct val="20000"/>
              </a:spcBef>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9pPr>
          </a:lstStyle>
          <a:p>
            <a:pPr marL="0" marR="0" lvl="0" indent="0" algn="l" defTabSz="914400" rtl="0" eaLnBrk="1" fontAlgn="auto" latinLnBrk="0" hangingPunct="1">
              <a:lnSpc>
                <a:spcPct val="100000"/>
              </a:lnSpc>
              <a:spcBef>
                <a:spcPct val="0"/>
              </a:spcBef>
              <a:spcAft>
                <a:spcPts val="0"/>
              </a:spcAft>
              <a:buClr>
                <a:prstClr val="white"/>
              </a:buClr>
              <a:buSzTx/>
              <a:buFontTx/>
              <a:buChar char="•"/>
              <a:tabLst/>
              <a:defRPr/>
            </a:pPr>
            <a:r>
              <a:rPr kumimoji="1" lang="en-US" altLang="zh-CN" sz="28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mn-cs"/>
              </a:rPr>
              <a:t>2. if</a:t>
            </a:r>
            <a:r>
              <a:rPr kumimoji="1" lang="zh-CN" altLang="en-US" sz="28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mn-cs"/>
              </a:rPr>
              <a:t>语句的双分支形式</a:t>
            </a:r>
            <a:r>
              <a:rPr kumimoji="1" lang="en-US" altLang="zh-CN" sz="28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mn-cs"/>
              </a:rPr>
              <a:t>:</a:t>
            </a:r>
          </a:p>
          <a:p>
            <a:pPr marL="0" marR="0" lvl="0" indent="0" algn="l" defTabSz="914400" rtl="0" eaLnBrk="1" fontAlgn="auto" latinLnBrk="0" hangingPunct="1">
              <a:lnSpc>
                <a:spcPct val="100000"/>
              </a:lnSpc>
              <a:spcBef>
                <a:spcPct val="0"/>
              </a:spcBef>
              <a:spcAft>
                <a:spcPts val="0"/>
              </a:spcAft>
              <a:buClr>
                <a:prstClr val="white"/>
              </a:buClr>
              <a:buSzTx/>
              <a:buFontTx/>
              <a:buChar char="•"/>
              <a:tabLst/>
              <a:defRPr/>
            </a:pPr>
            <a:endParaRPr kumimoji="1" lang="en-US" altLang="zh-CN" sz="28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mn-cs"/>
            </a:endParaRPr>
          </a:p>
          <a:p>
            <a:pPr marL="0" marR="0" lvl="0" indent="0" algn="l" defTabSz="914400" rtl="0" eaLnBrk="1" fontAlgn="auto" latinLnBrk="0" hangingPunct="1">
              <a:lnSpc>
                <a:spcPct val="100000"/>
              </a:lnSpc>
              <a:spcBef>
                <a:spcPct val="0"/>
              </a:spcBef>
              <a:spcAft>
                <a:spcPts val="0"/>
              </a:spcAft>
              <a:buClr>
                <a:prstClr val="white"/>
              </a:buClr>
              <a:buSzTx/>
              <a:buFontTx/>
              <a:buChar char="•"/>
              <a:tabLst/>
              <a:defRPr/>
            </a:pPr>
            <a:endParaRPr kumimoji="1" lang="en-US" altLang="zh-CN" sz="28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mn-cs"/>
            </a:endParaRPr>
          </a:p>
          <a:p>
            <a:pPr marL="0" marR="0" lvl="0" indent="0" algn="l" defTabSz="914400" rtl="0" eaLnBrk="1" fontAlgn="auto" latinLnBrk="0" hangingPunct="1">
              <a:lnSpc>
                <a:spcPct val="100000"/>
              </a:lnSpc>
              <a:spcBef>
                <a:spcPct val="0"/>
              </a:spcBef>
              <a:spcAft>
                <a:spcPts val="0"/>
              </a:spcAft>
              <a:buClr>
                <a:prstClr val="white"/>
              </a:buClr>
              <a:buSzTx/>
              <a:buFontTx/>
              <a:buChar char="•"/>
              <a:tabLst/>
              <a:defRPr/>
            </a:pPr>
            <a:r>
              <a:rPr kumimoji="1" lang="en-US" altLang="zh-CN" sz="28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mn-cs"/>
              </a:rPr>
              <a:t>                                     </a:t>
            </a:r>
            <a:r>
              <a:rPr kumimoji="1" lang="zh-CN" altLang="en-US" sz="28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　　</a:t>
            </a:r>
            <a:r>
              <a:rPr kumimoji="1" lang="en-US" altLang="zh-CN" sz="28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mn-cs"/>
              </a:rPr>
              <a:t>if </a:t>
            </a:r>
            <a:r>
              <a:rPr kumimoji="1" lang="en-US" altLang="zh-CN" sz="28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mn-cs"/>
              </a:rPr>
              <a:t>(</a:t>
            </a:r>
            <a:r>
              <a:rPr kumimoji="1" lang="zh-CN" altLang="en-US" sz="28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mn-cs"/>
              </a:rPr>
              <a:t>表达式</a:t>
            </a:r>
            <a:r>
              <a:rPr kumimoji="1" lang="en-US" altLang="zh-CN" sz="28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mn-cs"/>
              </a:rPr>
              <a:t>)</a:t>
            </a:r>
            <a:r>
              <a:rPr kumimoji="1" lang="en-US" altLang="zh-CN" sz="28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mn-cs"/>
              </a:rPr>
              <a:t> </a:t>
            </a:r>
            <a:r>
              <a:rPr kumimoji="1" lang="zh-CN" altLang="en-US" sz="28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mn-cs"/>
              </a:rPr>
              <a:t>　</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zh-CN" altLang="en-US" sz="28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mn-cs"/>
              </a:rPr>
              <a:t>                                                    语句</a:t>
            </a:r>
            <a:r>
              <a:rPr kumimoji="1" lang="en-US" altLang="zh-CN" sz="28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mn-cs"/>
              </a:rPr>
              <a:t>1;</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28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mn-cs"/>
              </a:rPr>
              <a:t>                                              else</a:t>
            </a:r>
            <a:r>
              <a:rPr kumimoji="1" lang="zh-CN" altLang="en-US" sz="28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mn-cs"/>
              </a:rPr>
              <a:t>　 </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zh-CN" altLang="en-US" sz="28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mn-cs"/>
              </a:rPr>
              <a:t>                                                    语句</a:t>
            </a:r>
            <a:r>
              <a:rPr kumimoji="1" lang="en-US" altLang="zh-CN" sz="28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mn-cs"/>
              </a:rPr>
              <a:t>2;</a:t>
            </a:r>
          </a:p>
        </p:txBody>
      </p:sp>
      <p:sp>
        <p:nvSpPr>
          <p:cNvPr id="107596" name="Rectangle 76"/>
          <p:cNvSpPr>
            <a:spLocks noChangeArrowheads="1"/>
          </p:cNvSpPr>
          <p:nvPr>
            <p:custDataLst>
              <p:tags r:id="rId3"/>
            </p:custDataLst>
          </p:nvPr>
        </p:nvSpPr>
        <p:spPr bwMode="auto">
          <a:xfrm>
            <a:off x="4732557" y="2518754"/>
            <a:ext cx="2497667" cy="1871663"/>
          </a:xfrm>
          <a:prstGeom prst="rect">
            <a:avLst/>
          </a:prstGeom>
          <a:noFill/>
          <a:ln w="9525">
            <a:solidFill>
              <a:srgbClr val="0000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bg1"/>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eaLnBrk="0" hangingPunct="0">
              <a:spcBef>
                <a:spcPct val="20000"/>
              </a:spcBef>
              <a:buClr>
                <a:schemeClr val="bg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eaLnBrk="0" hangingPunct="0">
              <a:spcBef>
                <a:spcPct val="20000"/>
              </a:spcBef>
              <a:buClr>
                <a:srgbClr val="CC00CC"/>
              </a:buClr>
              <a:buSzPct val="100000"/>
              <a:buChar char="•"/>
              <a:defRPr kumimoji="1" sz="3200" b="1">
                <a:solidFill>
                  <a:schemeClr val="bg2"/>
                </a:solidFill>
                <a:latin typeface="Times New Roman" pitchFamily="18" charset="0"/>
                <a:ea typeface="宋体" pitchFamily="2" charset="-122"/>
              </a:defRPr>
            </a:lvl4pPr>
            <a:lvl5pPr marL="2057400" indent="-228600" eaLnBrk="0" hangingPunct="0">
              <a:spcBef>
                <a:spcPct val="20000"/>
              </a:spcBef>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1" lang="en-US" altLang="en-US" sz="1800" b="1"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107597" name="Line 77"/>
          <p:cNvSpPr>
            <a:spLocks noChangeShapeType="1"/>
          </p:cNvSpPr>
          <p:nvPr>
            <p:custDataLst>
              <p:tags r:id="rId4"/>
            </p:custDataLst>
          </p:nvPr>
        </p:nvSpPr>
        <p:spPr bwMode="auto">
          <a:xfrm flipH="1">
            <a:off x="8688918" y="2492390"/>
            <a:ext cx="1246716" cy="360363"/>
          </a:xfrm>
          <a:prstGeom prst="line">
            <a:avLst/>
          </a:prstGeom>
          <a:noFill/>
          <a:ln w="9525">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7598" name="Text Box 78"/>
          <p:cNvSpPr txBox="1">
            <a:spLocks noChangeArrowheads="1"/>
          </p:cNvSpPr>
          <p:nvPr>
            <p:custDataLst>
              <p:tags r:id="rId5"/>
            </p:custDataLst>
          </p:nvPr>
        </p:nvSpPr>
        <p:spPr bwMode="auto">
          <a:xfrm>
            <a:off x="8089864" y="2095624"/>
            <a:ext cx="172931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bg1"/>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eaLnBrk="0" hangingPunct="0">
              <a:spcBef>
                <a:spcPct val="20000"/>
              </a:spcBef>
              <a:buClr>
                <a:schemeClr val="bg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eaLnBrk="0" hangingPunct="0">
              <a:spcBef>
                <a:spcPct val="20000"/>
              </a:spcBef>
              <a:buClr>
                <a:srgbClr val="CC00CC"/>
              </a:buClr>
              <a:buSzPct val="100000"/>
              <a:buChar char="•"/>
              <a:defRPr kumimoji="1" sz="3200" b="1">
                <a:solidFill>
                  <a:schemeClr val="bg2"/>
                </a:solidFill>
                <a:latin typeface="Times New Roman" pitchFamily="18" charset="0"/>
                <a:ea typeface="宋体" pitchFamily="2" charset="-122"/>
              </a:defRPr>
            </a:lvl4pPr>
            <a:lvl5pPr marL="2057400" indent="-228600" eaLnBrk="0" hangingPunct="0">
              <a:spcBef>
                <a:spcPct val="20000"/>
              </a:spcBef>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1" lang="zh-CN" altLang="en-US" sz="24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mn-cs"/>
              </a:rPr>
              <a:t>一条语句</a:t>
            </a:r>
          </a:p>
        </p:txBody>
      </p:sp>
      <p:sp>
        <p:nvSpPr>
          <p:cNvPr id="29" name="Line 77"/>
          <p:cNvSpPr>
            <a:spLocks noChangeShapeType="1"/>
          </p:cNvSpPr>
          <p:nvPr>
            <p:custDataLst>
              <p:tags r:id="rId6"/>
            </p:custDataLst>
          </p:nvPr>
        </p:nvSpPr>
        <p:spPr bwMode="auto">
          <a:xfrm flipH="1">
            <a:off x="7230224" y="2462336"/>
            <a:ext cx="935037" cy="360363"/>
          </a:xfrm>
          <a:prstGeom prst="line">
            <a:avLst/>
          </a:prstGeom>
          <a:noFill/>
          <a:ln w="9525">
            <a:solidFill>
              <a:srgbClr val="3333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1800" b="1" i="0" u="none" strike="noStrike" kern="0" cap="none" spc="0" normalizeH="0" baseline="0" noProof="0">
              <a:ln>
                <a:noFill/>
              </a:ln>
              <a:solidFill>
                <a:srgbClr val="FFFFFF"/>
              </a:solidFill>
              <a:effectLst/>
              <a:uLnTx/>
              <a:uFillTx/>
              <a:latin typeface="Times New Roman" pitchFamily="18" charset="0"/>
              <a:ea typeface="宋体" pitchFamily="2" charset="-122"/>
              <a:cs typeface="+mn-cs"/>
            </a:endParaRPr>
          </a:p>
        </p:txBody>
      </p:sp>
      <p:sp>
        <p:nvSpPr>
          <p:cNvPr id="47" name="Rectangle 4"/>
          <p:cNvSpPr>
            <a:spLocks noChangeArrowheads="1"/>
          </p:cNvSpPr>
          <p:nvPr>
            <p:custDataLst>
              <p:tags r:id="rId7"/>
            </p:custDataLst>
          </p:nvPr>
        </p:nvSpPr>
        <p:spPr bwMode="auto">
          <a:xfrm>
            <a:off x="415251" y="5316795"/>
            <a:ext cx="4037012"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bg1"/>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eaLnBrk="0" hangingPunct="0">
              <a:spcBef>
                <a:spcPct val="20000"/>
              </a:spcBef>
              <a:buClr>
                <a:schemeClr val="bg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eaLnBrk="0" hangingPunct="0">
              <a:spcBef>
                <a:spcPct val="20000"/>
              </a:spcBef>
              <a:buClr>
                <a:srgbClr val="CC00CC"/>
              </a:buClr>
              <a:buSzPct val="100000"/>
              <a:buChar char="•"/>
              <a:defRPr kumimoji="1" sz="3200" b="1">
                <a:solidFill>
                  <a:schemeClr val="bg2"/>
                </a:solidFill>
                <a:latin typeface="Times New Roman" pitchFamily="18" charset="0"/>
                <a:ea typeface="宋体" pitchFamily="2" charset="-122"/>
              </a:defRPr>
            </a:lvl4pPr>
            <a:lvl5pPr marL="2057400" indent="-228600" eaLnBrk="0" hangingPunct="0">
              <a:spcBef>
                <a:spcPct val="20000"/>
              </a:spcBef>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9pPr>
          </a:lstStyle>
          <a:p>
            <a:pPr marL="0" marR="0" lvl="0" indent="0" algn="ctr" defTabSz="914400" rtl="0" eaLnBrk="0" fontAlgn="auto" latinLnBrk="0" hangingPunct="0">
              <a:lnSpc>
                <a:spcPct val="100000"/>
              </a:lnSpc>
              <a:spcBef>
                <a:spcPct val="0"/>
              </a:spcBef>
              <a:spcAft>
                <a:spcPts val="0"/>
              </a:spcAft>
              <a:buClrTx/>
              <a:buSzTx/>
              <a:buFontTx/>
              <a:buNone/>
              <a:tabLst/>
              <a:defRPr/>
            </a:pPr>
            <a:r>
              <a:rPr kumimoji="0" lang="zh-CN" altLang="en-US" sz="24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mn-cs"/>
              </a:rPr>
              <a:t>流程图</a:t>
            </a:r>
          </a:p>
        </p:txBody>
      </p:sp>
      <p:sp>
        <p:nvSpPr>
          <p:cNvPr id="25" name="Rectangle 2"/>
          <p:cNvSpPr txBox="1">
            <a:spLocks noChangeArrowheads="1"/>
          </p:cNvSpPr>
          <p:nvPr/>
        </p:nvSpPr>
        <p:spPr>
          <a:xfrm>
            <a:off x="812800" y="304800"/>
            <a:ext cx="10363200" cy="609600"/>
          </a:xfrm>
          <a:prstGeom prst="rect">
            <a:avLst/>
          </a:prstGeom>
        </p:spPr>
        <p:txBody>
          <a:bodyPr vert="horz" wrap="square" lIns="90170" tIns="46990" rIns="90170" bIns="46990" rtlCol="0" anchor="ctr" anchorCtr="0">
            <a:noAutofit/>
          </a:bodyPr>
          <a:lstStyle>
            <a:lvl1pPr marL="0" marR="0" algn="l" defTabSz="914400" rtl="0" eaLnBrk="1" fontAlgn="auto" latinLnBrk="0" hangingPunct="1">
              <a:lnSpc>
                <a:spcPct val="100000"/>
              </a:lnSpc>
              <a:spcBef>
                <a:spcPct val="0"/>
              </a:spcBef>
              <a:buNone/>
              <a:defRPr kumimoji="0" lang="zh-CN" altLang="en-US" sz="36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3600" b="1" i="0" u="none" strike="noStrike" kern="1200" cap="none" spc="200" normalizeH="0" baseline="0" noProof="1">
                <a:ln>
                  <a:noFill/>
                </a:ln>
                <a:solidFill>
                  <a:srgbClr val="000000"/>
                </a:solidFill>
                <a:effectLst/>
                <a:uLnTx/>
                <a:uFillTx/>
                <a:latin typeface="Arial" panose="020B0604020202020204" pitchFamily="34" charset="0"/>
                <a:ea typeface="微软雅黑" panose="020B0503020204020204" charset="-122"/>
                <a:cs typeface="+mj-cs"/>
                <a:sym typeface="+mn-ea"/>
              </a:rPr>
              <a:t>3.2.1 if</a:t>
            </a:r>
            <a:r>
              <a:rPr kumimoji="0" lang="zh-CN" altLang="en-US" sz="3600" b="1" i="0" u="none" strike="noStrike" kern="1200" cap="none" spc="200" normalizeH="0" baseline="0" noProof="1">
                <a:ln>
                  <a:noFill/>
                </a:ln>
                <a:solidFill>
                  <a:srgbClr val="000000"/>
                </a:solidFill>
                <a:effectLst/>
                <a:uLnTx/>
                <a:uFillTx/>
                <a:latin typeface="Arial" panose="020B0604020202020204" pitchFamily="34" charset="0"/>
                <a:ea typeface="微软雅黑" panose="020B0503020204020204" charset="-122"/>
                <a:cs typeface="+mj-cs"/>
                <a:sym typeface="+mn-ea"/>
              </a:rPr>
              <a:t>语句</a:t>
            </a:r>
          </a:p>
        </p:txBody>
      </p:sp>
      <p:pic>
        <p:nvPicPr>
          <p:cNvPr id="2" name="图片 1">
            <a:extLst>
              <a:ext uri="{FF2B5EF4-FFF2-40B4-BE49-F238E27FC236}">
                <a16:creationId xmlns:a16="http://schemas.microsoft.com/office/drawing/2014/main" id="{4E1090FE-6F6D-7648-9ACD-D5492347B4F3}"/>
              </a:ext>
            </a:extLst>
          </p:cNvPr>
          <p:cNvPicPr>
            <a:picLocks noChangeAspect="1"/>
          </p:cNvPicPr>
          <p:nvPr/>
        </p:nvPicPr>
        <p:blipFill>
          <a:blip r:embed="rId10"/>
          <a:stretch>
            <a:fillRect/>
          </a:stretch>
        </p:blipFill>
        <p:spPr>
          <a:xfrm>
            <a:off x="624416" y="2462336"/>
            <a:ext cx="4037012" cy="2148643"/>
          </a:xfrm>
          <a:prstGeom prst="rect">
            <a:avLst/>
          </a:prstGeom>
        </p:spPr>
      </p:pic>
    </p:spTree>
    <p:custDataLst>
      <p:tags r:id="rId1"/>
    </p:custDataLst>
    <p:extLst>
      <p:ext uri="{BB962C8B-B14F-4D97-AF65-F5344CB8AC3E}">
        <p14:creationId xmlns:p14="http://schemas.microsoft.com/office/powerpoint/2010/main" val="46289218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759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759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759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0" nodeType="afterEffect">
                                  <p:stCondLst>
                                    <p:cond delay="1000"/>
                                  </p:stCondLst>
                                  <p:childTnLst>
                                    <p:set>
                                      <p:cBhvr>
                                        <p:cTn id="15"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96" grpId="0" animBg="1"/>
      <p:bldP spid="107597" grpId="0" animBg="1"/>
      <p:bldP spid="107598" grpId="0"/>
      <p:bldP spid="29" grpId="0" animBg="1"/>
      <p:bldP spid="47" grpId="0"/>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bg>
      <p:bgPr>
        <a:noFill/>
        <a:effectLst/>
      </p:bgPr>
    </p:bg>
    <p:spTree>
      <p:nvGrpSpPr>
        <p:cNvPr id="1" name=""/>
        <p:cNvGrpSpPr/>
        <p:nvPr/>
      </p:nvGrpSpPr>
      <p:grpSpPr>
        <a:xfrm>
          <a:off x="0" y="0"/>
          <a:ext cx="0" cy="0"/>
          <a:chOff x="0" y="0"/>
          <a:chExt cx="0" cy="0"/>
        </a:xfrm>
      </p:grpSpPr>
      <p:pic>
        <p:nvPicPr>
          <p:cNvPr id="4" name="图片 3" descr="C语言程序设计"/>
          <p:cNvPicPr>
            <a:picLocks noChangeAspect="1"/>
          </p:cNvPicPr>
          <p:nvPr/>
        </p:nvPicPr>
        <p:blipFill>
          <a:blip r:embed="rId2"/>
          <a:stretch>
            <a:fillRect/>
          </a:stretch>
        </p:blipFill>
        <p:spPr>
          <a:xfrm>
            <a:off x="0" y="0"/>
            <a:ext cx="12192000" cy="6858000"/>
          </a:xfrm>
          <a:prstGeom prst="rect">
            <a:avLst/>
          </a:prstGeom>
        </p:spPr>
      </p:pic>
      <p:pic>
        <p:nvPicPr>
          <p:cNvPr id="6" name="图片 5" descr="未标题-1"/>
          <p:cNvPicPr>
            <a:picLocks noChangeAspect="1"/>
          </p:cNvPicPr>
          <p:nvPr/>
        </p:nvPicPr>
        <p:blipFill>
          <a:blip r:embed="rId3"/>
          <a:stretch>
            <a:fillRect/>
          </a:stretch>
        </p:blipFill>
        <p:spPr>
          <a:xfrm>
            <a:off x="3020705" y="600710"/>
            <a:ext cx="5625465" cy="1209040"/>
          </a:xfrm>
          <a:prstGeom prst="rect">
            <a:avLst/>
          </a:prstGeom>
        </p:spPr>
      </p:pic>
      <p:sp>
        <p:nvSpPr>
          <p:cNvPr id="10" name="文本框 9"/>
          <p:cNvSpPr txBox="1"/>
          <p:nvPr/>
        </p:nvSpPr>
        <p:spPr>
          <a:xfrm>
            <a:off x="3168652" y="803276"/>
            <a:ext cx="6310631" cy="464185"/>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4500" b="0" i="0" u="none" strike="noStrike" kern="1200" cap="none" spc="0" normalizeH="0" baseline="0" noProof="0" dirty="0">
                <a:ln>
                  <a:noFill/>
                </a:ln>
                <a:solidFill>
                  <a:prstClr val="white"/>
                </a:solidFill>
                <a:effectLst/>
                <a:uLnTx/>
                <a:uFillTx/>
                <a:latin typeface="锐字潮牌真言简2.0免费 大粗" panose="02020300000000000000" charset="-122"/>
                <a:ea typeface="锐字潮牌真言简2.0免费 大粗" panose="02020300000000000000" charset="-122"/>
                <a:cs typeface="锐字潮牌真言简2.0免费 大粗" panose="02020300000000000000" charset="-122"/>
              </a:rPr>
              <a:t>分支结构实例</a:t>
            </a:r>
          </a:p>
        </p:txBody>
      </p:sp>
      <p:pic>
        <p:nvPicPr>
          <p:cNvPr id="7" name="图片 6" descr="未标1题-1"/>
          <p:cNvPicPr>
            <a:picLocks noChangeAspect="1"/>
          </p:cNvPicPr>
          <p:nvPr/>
        </p:nvPicPr>
        <p:blipFill>
          <a:blip r:embed="rId4"/>
          <a:stretch>
            <a:fillRect/>
          </a:stretch>
        </p:blipFill>
        <p:spPr>
          <a:xfrm>
            <a:off x="601345" y="1618617"/>
            <a:ext cx="802640" cy="600075"/>
          </a:xfrm>
          <a:prstGeom prst="rect">
            <a:avLst/>
          </a:prstGeom>
        </p:spPr>
      </p:pic>
      <p:sp>
        <p:nvSpPr>
          <p:cNvPr id="8" name="内容占位符 2"/>
          <p:cNvSpPr txBox="1">
            <a:spLocks/>
          </p:cNvSpPr>
          <p:nvPr/>
        </p:nvSpPr>
        <p:spPr>
          <a:xfrm>
            <a:off x="1243584" y="1618615"/>
            <a:ext cx="10643616" cy="4722494"/>
          </a:xfrm>
          <a:prstGeom prst="rect">
            <a:avLst/>
          </a:prstGeom>
        </p:spPr>
        <p:txBody>
          <a:bodyPr vert="horz" wrap="square" lIns="90170" tIns="46990" rIns="90170" bIns="46990" rtlCol="0">
            <a:normAutofit fontScale="25000" lnSpcReduction="20000"/>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3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00000"/>
              </a:lnSpc>
              <a:spcBef>
                <a:spcPts val="0"/>
              </a:spcBef>
              <a:spcAft>
                <a:spcPts val="0"/>
              </a:spcAft>
              <a:buFont typeface="Arial" panose="020B0604020202020204" pitchFamily="34" charset="0"/>
              <a:buChar char="•"/>
              <a:tabLst>
                <a:tab pos="1609725" algn="l"/>
              </a:tabLst>
              <a:defRPr kumimoji="0" lang="zh-CN" altLang="en-US" sz="3200" b="1" i="0" u="none" strike="noStrike" kern="1200" cap="none" spc="150" normalizeH="0" baseline="0" noProof="1" dirty="0">
                <a:solidFill>
                  <a:schemeClr val="accent2">
                    <a:lumMod val="50000"/>
                  </a:schemeClr>
                </a:solidFill>
                <a:uFillTx/>
                <a:latin typeface="楷体" panose="02010609060101010101" charset="-122"/>
                <a:ea typeface="楷体" panose="0201060906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30000"/>
              </a:lnSpc>
              <a:spcBef>
                <a:spcPts val="0"/>
              </a:spcBef>
              <a:spcAft>
                <a:spcPts val="1000"/>
              </a:spcAft>
              <a:buClrTx/>
              <a:buSzTx/>
              <a:buFont typeface="Arial" panose="020B0604020202020204" pitchFamily="34" charset="0"/>
              <a:buNone/>
              <a:tabLst/>
              <a:defRPr/>
            </a:pPr>
            <a:r>
              <a:rPr kumimoji="0" lang="en-US" altLang="zh-CN" sz="8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a:t>
            </a:r>
            <a:r>
              <a:rPr kumimoji="0" lang="zh-CN" altLang="en-US" sz="8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例 </a:t>
            </a:r>
            <a:r>
              <a:rPr kumimoji="0" lang="en-US" altLang="zh-CN" sz="8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3.2】</a:t>
            </a:r>
            <a:r>
              <a:rPr kumimoji="0" lang="zh-CN" altLang="en-US" sz="8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输入三角形的三条边的边长，根据海伦公式计算并输出三角形的面积，如果三条边不能构成三角形，则输出提示信息。海伦公式是：</a:t>
            </a:r>
            <a:endParaRPr kumimoji="0" lang="en-US" altLang="zh-CN" sz="8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endParaRP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#include &lt;stdio.h&gt;</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#include &lt;math.h&gt;</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int main(void) {</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double  x, y, z, s, area;</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endPar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endParaRP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printf("Enter the sides of a triangle: \n"); </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scanf("%lf %lf %lf", &amp;x, &amp;y, &amp;z);       </a:t>
            </a:r>
            <a:endParaRPr kumimoji="0" lang="zh-CN" altLang="en-US"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endParaRPr>
          </a:p>
          <a:p>
            <a:pPr lvl="0">
              <a:lnSpc>
                <a:spcPct val="120000"/>
              </a:lnSpc>
              <a:spcBef>
                <a:spcPct val="0"/>
              </a:spcBef>
              <a:spcAft>
                <a:spcPts val="0"/>
              </a:spcAft>
              <a:buNone/>
            </a:pPr>
            <a:r>
              <a:rPr kumimoji="0" lang="zh-CN" altLang="en-US"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lang="en-US" altLang="zh-CN" sz="6400" dirty="0">
                <a:solidFill>
                  <a:srgbClr val="000000"/>
                </a:solidFill>
              </a:rPr>
              <a:t>if (x + y &gt; z &amp;&amp; x + z &gt; y &amp;&amp; y + z &gt; x) {         //</a:t>
            </a:r>
            <a:r>
              <a:rPr lang="zh-CN" altLang="en-US" sz="6400" dirty="0">
                <a:solidFill>
                  <a:srgbClr val="000000"/>
                </a:solidFill>
              </a:rPr>
              <a:t>判别三条边能否构成三角形，</a:t>
            </a:r>
            <a:r>
              <a:rPr lang="en-US" altLang="zh-CN" sz="6400" dirty="0">
                <a:solidFill>
                  <a:srgbClr val="000000"/>
                </a:solidFill>
              </a:rPr>
              <a:t>{…}</a:t>
            </a:r>
            <a:r>
              <a:rPr lang="zh-CN" altLang="en-US" sz="6400" dirty="0">
                <a:solidFill>
                  <a:srgbClr val="000000"/>
                </a:solidFill>
              </a:rPr>
              <a:t>复合语句</a:t>
            </a:r>
            <a:endPar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endParaRP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zh-CN" altLang="en-US"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s = (x + y + z) / 2;</a:t>
            </a:r>
            <a:r>
              <a:rPr kumimoji="0" lang="zh-CN" altLang="en-US"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zh-CN" altLang="en-US"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area = sqrt(s * (s - x) * (s - y) * (s - z));</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zh-CN" altLang="en-US"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printf("area = %.2f\n", area);</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else{</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printf("It's not a a triangle! \n");       //</a:t>
            </a:r>
            <a:r>
              <a:rPr kumimoji="0" lang="zh-CN" altLang="en-US"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输出提示信息 </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zh-CN" altLang="en-US"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return 0; </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a:t>
            </a:r>
          </a:p>
          <a:p>
            <a:pPr marL="228600" marR="0" lvl="0" indent="-228600" algn="l" defTabSz="914400" rtl="0" eaLnBrk="1" fontAlgn="auto" latinLnBrk="0" hangingPunct="1">
              <a:lnSpc>
                <a:spcPct val="130000"/>
              </a:lnSpc>
              <a:spcBef>
                <a:spcPct val="0"/>
              </a:spcBef>
              <a:spcAft>
                <a:spcPts val="1000"/>
              </a:spcAft>
              <a:buClrTx/>
              <a:buSzTx/>
              <a:buFont typeface="Arial" panose="020B0604020202020204" pitchFamily="34" charset="0"/>
              <a:buNone/>
              <a:tabLst/>
              <a:defRPr/>
            </a:pPr>
            <a:endParaRPr kumimoji="0" lang="en-US" altLang="zh-CN" sz="4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endParaRPr>
          </a:p>
        </p:txBody>
      </p:sp>
      <p:pic>
        <p:nvPicPr>
          <p:cNvPr id="5" name="图片 4">
            <a:extLst>
              <a:ext uri="{FF2B5EF4-FFF2-40B4-BE49-F238E27FC236}">
                <a16:creationId xmlns:a16="http://schemas.microsoft.com/office/drawing/2014/main" id="{D00D6071-A578-EE2F-F878-DAC187199F02}"/>
              </a:ext>
            </a:extLst>
          </p:cNvPr>
          <p:cNvPicPr>
            <a:picLocks noChangeAspect="1"/>
          </p:cNvPicPr>
          <p:nvPr/>
        </p:nvPicPr>
        <p:blipFill>
          <a:blip r:embed="rId5"/>
          <a:stretch>
            <a:fillRect/>
          </a:stretch>
        </p:blipFill>
        <p:spPr>
          <a:xfrm>
            <a:off x="5887109" y="2266610"/>
            <a:ext cx="4612799" cy="692832"/>
          </a:xfrm>
          <a:prstGeom prst="rect">
            <a:avLst/>
          </a:prstGeom>
        </p:spPr>
      </p:pic>
    </p:spTree>
    <p:extLst>
      <p:ext uri="{BB962C8B-B14F-4D97-AF65-F5344CB8AC3E}">
        <p14:creationId xmlns:p14="http://schemas.microsoft.com/office/powerpoint/2010/main" val="4038627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8">
                                            <p:txEl>
                                              <p:pRg st="2" end="2"/>
                                            </p:txEl>
                                          </p:spTgt>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nodeType="afterEffect">
                                  <p:stCondLst>
                                    <p:cond delay="0"/>
                                  </p:stCondLst>
                                  <p:childTnLst>
                                    <p:set>
                                      <p:cBhvr>
                                        <p:cTn id="12"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xEl>
                                              <p:pRg st="6" end="6"/>
                                            </p:txEl>
                                          </p:spTgt>
                                        </p:tgtEl>
                                        <p:attrNameLst>
                                          <p:attrName>style.visibility</p:attrName>
                                        </p:attrNameLst>
                                      </p:cBhvr>
                                      <p:to>
                                        <p:strVal val="visible"/>
                                      </p:to>
                                    </p:set>
                                  </p:childTnLst>
                                </p:cTn>
                              </p:par>
                            </p:childTnLst>
                          </p:cTn>
                        </p:par>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8">
                                            <p:txEl>
                                              <p:pRg st="9" end="9"/>
                                            </p:txEl>
                                          </p:spTgt>
                                        </p:tgtEl>
                                        <p:attrNameLst>
                                          <p:attrName>style.visibility</p:attrName>
                                        </p:attrNameLst>
                                      </p:cBhvr>
                                      <p:to>
                                        <p:strVal val="visible"/>
                                      </p:to>
                                    </p:set>
                                  </p:childTnLst>
                                </p:cTn>
                              </p:par>
                            </p:childTnLst>
                          </p:cTn>
                        </p:par>
                        <p:par>
                          <p:cTn id="32" fill="hold">
                            <p:stCondLst>
                              <p:cond delay="0"/>
                            </p:stCondLst>
                            <p:childTnLst>
                              <p:par>
                                <p:cTn id="33" presetID="1" presetClass="entr" presetSubtype="0" fill="hold" nodeType="afterEffect">
                                  <p:stCondLst>
                                    <p:cond delay="0"/>
                                  </p:stCondLst>
                                  <p:childTnLst>
                                    <p:set>
                                      <p:cBhvr>
                                        <p:cTn id="34" dur="1" fill="hold">
                                          <p:stCondLst>
                                            <p:cond delay="0"/>
                                          </p:stCondLst>
                                        </p:cTn>
                                        <p:tgtEl>
                                          <p:spTgt spid="8">
                                            <p:txEl>
                                              <p:pRg st="10" end="10"/>
                                            </p:txEl>
                                          </p:spTgt>
                                        </p:tgtEl>
                                        <p:attrNameLst>
                                          <p:attrName>style.visibility</p:attrName>
                                        </p:attrNameLst>
                                      </p:cBhvr>
                                      <p:to>
                                        <p:strVal val="visible"/>
                                      </p:to>
                                    </p:set>
                                  </p:childTnLst>
                                </p:cTn>
                              </p:par>
                            </p:childTnLst>
                          </p:cTn>
                        </p:par>
                        <p:par>
                          <p:cTn id="35" fill="hold">
                            <p:stCondLst>
                              <p:cond delay="0"/>
                            </p:stCondLst>
                            <p:childTnLst>
                              <p:par>
                                <p:cTn id="36" presetID="1" presetClass="entr" presetSubtype="0" fill="hold" nodeType="afterEffect">
                                  <p:stCondLst>
                                    <p:cond delay="0"/>
                                  </p:stCondLst>
                                  <p:childTnLst>
                                    <p:set>
                                      <p:cBhvr>
                                        <p:cTn id="37" dur="1" fill="hold">
                                          <p:stCondLst>
                                            <p:cond delay="0"/>
                                          </p:stCondLst>
                                        </p:cTn>
                                        <p:tgtEl>
                                          <p:spTgt spid="8">
                                            <p:txEl>
                                              <p:pRg st="11" end="11"/>
                                            </p:txEl>
                                          </p:spTgt>
                                        </p:tgtEl>
                                        <p:attrNameLst>
                                          <p:attrName>style.visibility</p:attrName>
                                        </p:attrNameLst>
                                      </p:cBhvr>
                                      <p:to>
                                        <p:strVal val="visible"/>
                                      </p:to>
                                    </p:set>
                                  </p:childTnLst>
                                </p:cTn>
                              </p:par>
                            </p:childTnLst>
                          </p:cTn>
                        </p:par>
                        <p:par>
                          <p:cTn id="38" fill="hold">
                            <p:stCondLst>
                              <p:cond delay="0"/>
                            </p:stCondLst>
                            <p:childTnLst>
                              <p:par>
                                <p:cTn id="39" presetID="1" presetClass="entr" presetSubtype="0" fill="hold" nodeType="afterEffect">
                                  <p:stCondLst>
                                    <p:cond delay="0"/>
                                  </p:stCondLst>
                                  <p:childTnLst>
                                    <p:set>
                                      <p:cBhvr>
                                        <p:cTn id="40" dur="1" fill="hold">
                                          <p:stCondLst>
                                            <p:cond delay="0"/>
                                          </p:stCondLst>
                                        </p:cTn>
                                        <p:tgtEl>
                                          <p:spTgt spid="8">
                                            <p:txEl>
                                              <p:pRg st="12" end="12"/>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8">
                                            <p:txEl>
                                              <p:pRg st="13" end="13"/>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8">
                                            <p:txEl>
                                              <p:pRg st="14" end="14"/>
                                            </p:txEl>
                                          </p:spTgt>
                                        </p:tgtEl>
                                        <p:attrNameLst>
                                          <p:attrName>style.visibility</p:attrName>
                                        </p:attrNameLst>
                                      </p:cBhvr>
                                      <p:to>
                                        <p:strVal val="visible"/>
                                      </p:to>
                                    </p:set>
                                  </p:childTnLst>
                                </p:cTn>
                              </p:par>
                            </p:childTnLst>
                          </p:cTn>
                        </p:par>
                        <p:par>
                          <p:cTn id="49" fill="hold">
                            <p:stCondLst>
                              <p:cond delay="0"/>
                            </p:stCondLst>
                            <p:childTnLst>
                              <p:par>
                                <p:cTn id="50" presetID="1" presetClass="entr" presetSubtype="0" fill="hold" nodeType="afterEffect">
                                  <p:stCondLst>
                                    <p:cond delay="0"/>
                                  </p:stCondLst>
                                  <p:childTnLst>
                                    <p:set>
                                      <p:cBhvr>
                                        <p:cTn id="51" dur="1" fill="hold">
                                          <p:stCondLst>
                                            <p:cond delay="0"/>
                                          </p:stCondLst>
                                        </p:cTn>
                                        <p:tgtEl>
                                          <p:spTgt spid="8">
                                            <p:txEl>
                                              <p:pRg st="15" end="15"/>
                                            </p:txEl>
                                          </p:spTgt>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0"/>
                                          </p:stCondLst>
                                        </p:cTn>
                                        <p:tgtEl>
                                          <p:spTgt spid="8">
                                            <p:txEl>
                                              <p:pRg st="16" end="16"/>
                                            </p:txEl>
                                          </p:spTgt>
                                        </p:tgtEl>
                                        <p:attrNameLst>
                                          <p:attrName>style.visibility</p:attrName>
                                        </p:attrNameLst>
                                      </p:cBhvr>
                                      <p:to>
                                        <p:strVal val="visible"/>
                                      </p:to>
                                    </p:set>
                                  </p:childTnLst>
                                </p:cTn>
                              </p:par>
                            </p:childTnLst>
                          </p:cTn>
                        </p:par>
                        <p:par>
                          <p:cTn id="56" fill="hold">
                            <p:stCondLst>
                              <p:cond delay="0"/>
                            </p:stCondLst>
                            <p:childTnLst>
                              <p:par>
                                <p:cTn id="57" presetID="1" presetClass="entr" presetSubtype="0" fill="hold" nodeType="afterEffect">
                                  <p:stCondLst>
                                    <p:cond delay="0"/>
                                  </p:stCondLst>
                                  <p:childTnLst>
                                    <p:set>
                                      <p:cBhvr>
                                        <p:cTn id="58" dur="1" fill="hold">
                                          <p:stCondLst>
                                            <p:cond delay="0"/>
                                          </p:stCondLst>
                                        </p:cTn>
                                        <p:tgtEl>
                                          <p:spTgt spid="8">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 Box 2"/>
          <p:cNvSpPr txBox="1">
            <a:spLocks noChangeArrowheads="1"/>
          </p:cNvSpPr>
          <p:nvPr>
            <p:custDataLst>
              <p:tags r:id="rId2"/>
            </p:custDataLst>
          </p:nvPr>
        </p:nvSpPr>
        <p:spPr bwMode="auto">
          <a:xfrm>
            <a:off x="304801" y="279402"/>
            <a:ext cx="415530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bg1"/>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eaLnBrk="0" hangingPunct="0">
              <a:spcBef>
                <a:spcPct val="20000"/>
              </a:spcBef>
              <a:buClr>
                <a:schemeClr val="bg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eaLnBrk="0" hangingPunct="0">
              <a:spcBef>
                <a:spcPct val="20000"/>
              </a:spcBef>
              <a:buClr>
                <a:srgbClr val="CC00CC"/>
              </a:buClr>
              <a:buSzPct val="100000"/>
              <a:buChar char="•"/>
              <a:defRPr kumimoji="1" sz="3200" b="1">
                <a:solidFill>
                  <a:schemeClr val="bg2"/>
                </a:solidFill>
                <a:latin typeface="Times New Roman" pitchFamily="18" charset="0"/>
                <a:ea typeface="宋体" pitchFamily="2" charset="-122"/>
              </a:defRPr>
            </a:lvl4pPr>
            <a:lvl5pPr marL="2057400" indent="-228600" eaLnBrk="0" hangingPunct="0">
              <a:spcBef>
                <a:spcPct val="20000"/>
              </a:spcBef>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9pPr>
          </a:lstStyle>
          <a:p>
            <a:pPr marL="0" marR="0" lvl="0" indent="0" algn="l" defTabSz="914400" rtl="0" eaLnBrk="1" fontAlgn="auto" latinLnBrk="0" hangingPunct="1">
              <a:lnSpc>
                <a:spcPct val="100000"/>
              </a:lnSpc>
              <a:spcBef>
                <a:spcPct val="0"/>
              </a:spcBef>
              <a:spcAft>
                <a:spcPts val="0"/>
              </a:spcAft>
              <a:buClr>
                <a:srgbClr val="44546A"/>
              </a:buClr>
              <a:buSzPct val="75000"/>
              <a:buFont typeface="Wingdings" pitchFamily="2" charset="2"/>
              <a:buNone/>
              <a:tabLst/>
              <a:defRPr/>
            </a:pPr>
            <a:r>
              <a:rPr kumimoji="1" lang="en-US" altLang="zh-CN" sz="24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mn-cs"/>
              </a:rPr>
              <a:t>3. if </a:t>
            </a:r>
            <a:r>
              <a:rPr kumimoji="1" lang="zh-CN" altLang="en-US" sz="24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mn-cs"/>
              </a:rPr>
              <a:t>语句的嵌套</a:t>
            </a:r>
            <a:endParaRPr kumimoji="1" lang="en-US" altLang="zh-CN" sz="24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mn-cs"/>
            </a:endParaRPr>
          </a:p>
          <a:p>
            <a:pPr marL="0" marR="0" lvl="0" indent="0" algn="l" defTabSz="914400" rtl="0" eaLnBrk="1" fontAlgn="auto" latinLnBrk="0" hangingPunct="1">
              <a:lnSpc>
                <a:spcPct val="100000"/>
              </a:lnSpc>
              <a:spcBef>
                <a:spcPct val="0"/>
              </a:spcBef>
              <a:spcAft>
                <a:spcPts val="0"/>
              </a:spcAft>
              <a:buClr>
                <a:srgbClr val="44546A"/>
              </a:buClr>
              <a:buSzPct val="75000"/>
              <a:buFont typeface="Wingdings" pitchFamily="2" charset="2"/>
              <a:buNone/>
              <a:tabLst/>
              <a:defRPr/>
            </a:pPr>
            <a:r>
              <a:rPr kumimoji="1" lang="en-US" altLang="zh-CN" sz="24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mn-cs"/>
              </a:rPr>
              <a:t>if </a:t>
            </a:r>
            <a:r>
              <a:rPr kumimoji="1" lang="zh-CN" altLang="en-US" sz="24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mn-cs"/>
              </a:rPr>
              <a:t>语句的 </a:t>
            </a:r>
            <a:r>
              <a:rPr kumimoji="1" lang="en-US" altLang="zh-CN" sz="24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mn-cs"/>
              </a:rPr>
              <a:t>else-if </a:t>
            </a:r>
            <a:r>
              <a:rPr kumimoji="1" lang="zh-CN" altLang="en-US" sz="24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mn-cs"/>
              </a:rPr>
              <a:t>嵌套形式为：</a:t>
            </a:r>
          </a:p>
        </p:txBody>
      </p:sp>
      <p:sp>
        <p:nvSpPr>
          <p:cNvPr id="52227" name="Text Box 3"/>
          <p:cNvSpPr txBox="1">
            <a:spLocks noChangeArrowheads="1"/>
          </p:cNvSpPr>
          <p:nvPr>
            <p:custDataLst>
              <p:tags r:id="rId3"/>
            </p:custDataLst>
          </p:nvPr>
        </p:nvSpPr>
        <p:spPr bwMode="auto">
          <a:xfrm>
            <a:off x="304800" y="1543051"/>
            <a:ext cx="11887200" cy="44319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bg1"/>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eaLnBrk="0" hangingPunct="0">
              <a:spcBef>
                <a:spcPct val="20000"/>
              </a:spcBef>
              <a:buClr>
                <a:schemeClr val="bg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eaLnBrk="0" hangingPunct="0">
              <a:spcBef>
                <a:spcPct val="20000"/>
              </a:spcBef>
              <a:buClr>
                <a:srgbClr val="CC00CC"/>
              </a:buClr>
              <a:buSzPct val="100000"/>
              <a:buChar char="•"/>
              <a:defRPr kumimoji="1" sz="3200" b="1">
                <a:solidFill>
                  <a:schemeClr val="bg2"/>
                </a:solidFill>
                <a:latin typeface="Times New Roman" pitchFamily="18" charset="0"/>
                <a:ea typeface="宋体" pitchFamily="2" charset="-122"/>
              </a:defRPr>
            </a:lvl4pPr>
            <a:lvl5pPr marL="2057400" indent="-228600" eaLnBrk="0" hangingPunct="0">
              <a:spcBef>
                <a:spcPct val="20000"/>
              </a:spcBef>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if (</a:t>
            </a:r>
            <a:r>
              <a:rPr kumimoji="1" lang="zh-CN" altLang="en-US"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表达式 </a:t>
            </a:r>
            <a:r>
              <a:rPr kumimoji="1" lang="en-US" altLang="zh-CN"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1)</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       </a:t>
            </a:r>
            <a:r>
              <a:rPr kumimoji="1" lang="zh-CN" altLang="en-US"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语句 </a:t>
            </a:r>
            <a:r>
              <a:rPr kumimoji="1" lang="en-US" altLang="zh-CN"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1;</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else if (</a:t>
            </a:r>
            <a:r>
              <a:rPr kumimoji="1" lang="zh-CN" altLang="en-US"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表达式 </a:t>
            </a:r>
            <a:r>
              <a:rPr kumimoji="1" lang="en-US" altLang="zh-CN"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2)</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       </a:t>
            </a:r>
            <a:r>
              <a:rPr kumimoji="1" lang="zh-CN" altLang="en-US"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语句 </a:t>
            </a:r>
            <a:r>
              <a:rPr kumimoji="1" lang="en-US" altLang="zh-CN"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2;</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else if (</a:t>
            </a:r>
            <a:r>
              <a:rPr kumimoji="1" lang="zh-CN" altLang="en-US"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表达式 </a:t>
            </a:r>
            <a:r>
              <a:rPr kumimoji="1" lang="en-US" altLang="zh-CN"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3)</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       </a:t>
            </a:r>
            <a:r>
              <a:rPr kumimoji="1" lang="zh-CN" altLang="en-US"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语句 </a:t>
            </a:r>
            <a:r>
              <a:rPr kumimoji="1" lang="en-US" altLang="zh-CN"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3;</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    …</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else if (</a:t>
            </a:r>
            <a:r>
              <a:rPr kumimoji="1" lang="zh-CN" altLang="en-US"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表达式 </a:t>
            </a:r>
            <a:r>
              <a:rPr kumimoji="1" lang="en-US" altLang="zh-CN"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n-1)</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       </a:t>
            </a:r>
            <a:r>
              <a:rPr kumimoji="1" lang="zh-CN" altLang="en-US"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语句 </a:t>
            </a:r>
            <a:r>
              <a:rPr kumimoji="1" lang="en-US" altLang="zh-CN"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n-1;</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24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mn-cs"/>
              </a:rPr>
              <a:t>else </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zh-CN" altLang="en-US" sz="24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mn-cs"/>
              </a:rPr>
              <a:t>       语句</a:t>
            </a:r>
            <a:r>
              <a:rPr kumimoji="1" lang="en-US" altLang="zh-CN" sz="24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mn-cs"/>
              </a:rPr>
              <a:t>n</a:t>
            </a:r>
            <a:r>
              <a:rPr kumimoji="1" lang="en-US" altLang="zh-CN" sz="2400" b="1" i="0" u="none" strike="noStrike" kern="1200" cap="none" spc="0" normalizeH="0" baseline="0" noProof="0" dirty="0">
                <a:ln>
                  <a:noFill/>
                </a:ln>
                <a:solidFill>
                  <a:srgbClr val="FFFF00"/>
                </a:solidFill>
                <a:effectLst/>
                <a:uLnTx/>
                <a:uFillTx/>
                <a:latin typeface="Times New Roman" pitchFamily="18" charset="0"/>
                <a:ea typeface="宋体" pitchFamily="2" charset="-122"/>
                <a:cs typeface="+mn-cs"/>
              </a:rPr>
              <a:t>    </a:t>
            </a:r>
            <a:r>
              <a:rPr kumimoji="1" lang="en-US" altLang="zh-CN" sz="18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mn-cs"/>
              </a:rPr>
              <a:t>/*</a:t>
            </a:r>
            <a:r>
              <a:rPr kumimoji="1" lang="zh-CN" altLang="en-US" sz="18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mn-cs"/>
              </a:rPr>
              <a:t>用于处理</a:t>
            </a:r>
            <a:r>
              <a:rPr kumimoji="1" lang="en-US" altLang="zh-CN" sz="18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mn-cs"/>
              </a:rPr>
              <a:t>"</a:t>
            </a:r>
            <a:r>
              <a:rPr kumimoji="1" lang="zh-CN" altLang="en-US" sz="18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mn-cs"/>
              </a:rPr>
              <a:t>非上述情况</a:t>
            </a:r>
            <a:r>
              <a:rPr kumimoji="1" lang="en-US" altLang="zh-CN" sz="18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mn-cs"/>
              </a:rPr>
              <a:t>" (</a:t>
            </a:r>
            <a:r>
              <a:rPr kumimoji="1" lang="zh-CN" altLang="en-US" sz="18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mn-cs"/>
              </a:rPr>
              <a:t>前面各个</a:t>
            </a:r>
            <a:r>
              <a:rPr kumimoji="1" lang="en-US" altLang="zh-CN" sz="18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mn-cs"/>
              </a:rPr>
              <a:t>if</a:t>
            </a:r>
            <a:r>
              <a:rPr kumimoji="1" lang="zh-CN" altLang="en-US" sz="18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mn-cs"/>
              </a:rPr>
              <a:t>都不满足的缺</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zh-CN" altLang="en-US" sz="18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mn-cs"/>
              </a:rPr>
              <a:t>                                        省情况</a:t>
            </a:r>
            <a:r>
              <a:rPr kumimoji="1" lang="en-US" altLang="zh-CN" sz="18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mn-cs"/>
              </a:rPr>
              <a:t>;</a:t>
            </a:r>
            <a:r>
              <a:rPr kumimoji="1" lang="zh-CN" altLang="en-US" sz="18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mn-cs"/>
              </a:rPr>
              <a:t>若无时，可省略</a:t>
            </a:r>
            <a:r>
              <a:rPr kumimoji="1" lang="en-US" altLang="zh-CN" sz="18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mn-cs"/>
              </a:rPr>
              <a:t>)</a:t>
            </a:r>
            <a:r>
              <a:rPr kumimoji="1" lang="zh-CN" altLang="en-US" sz="18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mn-cs"/>
              </a:rPr>
              <a:t>、出错检查 *</a:t>
            </a:r>
            <a:r>
              <a:rPr kumimoji="1" lang="en-US" altLang="zh-CN" sz="18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mn-cs"/>
              </a:rPr>
              <a:t>/</a:t>
            </a:r>
          </a:p>
        </p:txBody>
      </p:sp>
      <p:pic>
        <p:nvPicPr>
          <p:cNvPr id="2" name="图片 1">
            <a:extLst>
              <a:ext uri="{FF2B5EF4-FFF2-40B4-BE49-F238E27FC236}">
                <a16:creationId xmlns:a16="http://schemas.microsoft.com/office/drawing/2014/main" id="{6DD43481-FEDE-4D81-0B8E-2CD39689BA9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510836" y="401215"/>
            <a:ext cx="4646295" cy="4123795"/>
          </a:xfrm>
          <a:prstGeom prst="rect">
            <a:avLst/>
          </a:prstGeom>
        </p:spPr>
      </p:pic>
      <p:sp>
        <p:nvSpPr>
          <p:cNvPr id="4" name="文本框 3">
            <a:extLst>
              <a:ext uri="{FF2B5EF4-FFF2-40B4-BE49-F238E27FC236}">
                <a16:creationId xmlns:a16="http://schemas.microsoft.com/office/drawing/2014/main" id="{390FB017-98CB-03A0-02F4-1ED8E4518AEB}"/>
              </a:ext>
            </a:extLst>
          </p:cNvPr>
          <p:cNvSpPr txBox="1"/>
          <p:nvPr/>
        </p:nvSpPr>
        <p:spPr>
          <a:xfrm>
            <a:off x="6657975" y="4726829"/>
            <a:ext cx="4646295" cy="461665"/>
          </a:xfrm>
          <a:prstGeom prst="rect">
            <a:avLst/>
          </a:prstGeom>
          <a:noFill/>
        </p:spPr>
        <p:txBody>
          <a:bodyPr wrap="square">
            <a:spAutoFit/>
          </a:bodyPr>
          <a:lstStyle/>
          <a:p>
            <a:r>
              <a:rPr kumimoji="1" lang="en-US" altLang="zh-CN" sz="2400" b="1" dirty="0">
                <a:solidFill>
                  <a:prstClr val="black"/>
                </a:solidFill>
                <a:latin typeface="Times New Roman" pitchFamily="18" charset="0"/>
                <a:ea typeface="宋体" pitchFamily="2" charset="-122"/>
                <a:cs typeface="Times New Roman" pitchFamily="18" charset="0"/>
              </a:rPr>
              <a:t>if </a:t>
            </a:r>
            <a:r>
              <a:rPr kumimoji="1" lang="zh-CN" altLang="zh-CN" sz="2400" b="1" dirty="0">
                <a:solidFill>
                  <a:prstClr val="black"/>
                </a:solidFill>
                <a:latin typeface="Times New Roman" pitchFamily="18" charset="0"/>
                <a:ea typeface="宋体" pitchFamily="2" charset="-122"/>
                <a:cs typeface="Times New Roman" pitchFamily="18" charset="0"/>
              </a:rPr>
              <a:t>语句的</a:t>
            </a:r>
            <a:r>
              <a:rPr kumimoji="1" lang="en-US" altLang="zh-CN" sz="2400" b="1" dirty="0">
                <a:solidFill>
                  <a:prstClr val="black"/>
                </a:solidFill>
                <a:latin typeface="Times New Roman" pitchFamily="18" charset="0"/>
                <a:ea typeface="宋体" pitchFamily="2" charset="-122"/>
                <a:cs typeface="Times New Roman" pitchFamily="18" charset="0"/>
              </a:rPr>
              <a:t>else-if</a:t>
            </a:r>
            <a:r>
              <a:rPr kumimoji="1" lang="zh-CN" altLang="zh-CN" sz="2400" b="1" dirty="0">
                <a:solidFill>
                  <a:prstClr val="black"/>
                </a:solidFill>
                <a:latin typeface="Times New Roman" pitchFamily="18" charset="0"/>
                <a:ea typeface="宋体" pitchFamily="2" charset="-122"/>
                <a:cs typeface="Times New Roman" pitchFamily="18" charset="0"/>
              </a:rPr>
              <a:t>嵌套形式的流程图</a:t>
            </a:r>
            <a:endParaRPr kumimoji="1" lang="zh-CN" altLang="en-US" sz="2400" b="1" dirty="0">
              <a:solidFill>
                <a:prstClr val="black"/>
              </a:solidFill>
              <a:latin typeface="Times New Roman" pitchFamily="18" charset="0"/>
              <a:ea typeface="宋体" pitchFamily="2" charset="-122"/>
              <a:cs typeface="Times New Roman" pitchFamily="18" charset="0"/>
            </a:endParaRPr>
          </a:p>
        </p:txBody>
      </p:sp>
    </p:spTree>
    <p:custDataLst>
      <p:tags r:id="rId1"/>
    </p:custDataLst>
    <p:extLst>
      <p:ext uri="{BB962C8B-B14F-4D97-AF65-F5344CB8AC3E}">
        <p14:creationId xmlns:p14="http://schemas.microsoft.com/office/powerpoint/2010/main" val="25858433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bg>
      <p:bgPr>
        <a:noFill/>
        <a:effectLst/>
      </p:bgPr>
    </p:bg>
    <p:spTree>
      <p:nvGrpSpPr>
        <p:cNvPr id="1" name=""/>
        <p:cNvGrpSpPr/>
        <p:nvPr/>
      </p:nvGrpSpPr>
      <p:grpSpPr>
        <a:xfrm>
          <a:off x="0" y="0"/>
          <a:ext cx="0" cy="0"/>
          <a:chOff x="0" y="0"/>
          <a:chExt cx="0" cy="0"/>
        </a:xfrm>
      </p:grpSpPr>
      <p:pic>
        <p:nvPicPr>
          <p:cNvPr id="4" name="图片 3" descr="C语言程序设计"/>
          <p:cNvPicPr>
            <a:picLocks noChangeAspect="1"/>
          </p:cNvPicPr>
          <p:nvPr/>
        </p:nvPicPr>
        <p:blipFill>
          <a:blip r:embed="rId2"/>
          <a:stretch>
            <a:fillRect/>
          </a:stretch>
        </p:blipFill>
        <p:spPr>
          <a:xfrm>
            <a:off x="0" y="0"/>
            <a:ext cx="12192000" cy="6858000"/>
          </a:xfrm>
          <a:prstGeom prst="rect">
            <a:avLst/>
          </a:prstGeom>
        </p:spPr>
      </p:pic>
      <p:pic>
        <p:nvPicPr>
          <p:cNvPr id="6" name="图片 5" descr="未标题-1"/>
          <p:cNvPicPr>
            <a:picLocks noChangeAspect="1"/>
          </p:cNvPicPr>
          <p:nvPr/>
        </p:nvPicPr>
        <p:blipFill>
          <a:blip r:embed="rId3"/>
          <a:stretch>
            <a:fillRect/>
          </a:stretch>
        </p:blipFill>
        <p:spPr>
          <a:xfrm>
            <a:off x="3020705" y="600710"/>
            <a:ext cx="5625465" cy="1209040"/>
          </a:xfrm>
          <a:prstGeom prst="rect">
            <a:avLst/>
          </a:prstGeom>
        </p:spPr>
      </p:pic>
      <p:sp>
        <p:nvSpPr>
          <p:cNvPr id="10" name="文本框 9"/>
          <p:cNvSpPr txBox="1"/>
          <p:nvPr/>
        </p:nvSpPr>
        <p:spPr>
          <a:xfrm>
            <a:off x="3168652" y="803276"/>
            <a:ext cx="6310631" cy="464185"/>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4500" b="0" i="0" u="none" strike="noStrike" kern="1200" cap="none" spc="0" normalizeH="0" baseline="0" noProof="0" dirty="0">
                <a:ln>
                  <a:noFill/>
                </a:ln>
                <a:solidFill>
                  <a:prstClr val="white"/>
                </a:solidFill>
                <a:effectLst/>
                <a:uLnTx/>
                <a:uFillTx/>
                <a:latin typeface="锐字潮牌真言简2.0免费 大粗" panose="02020300000000000000" charset="-122"/>
                <a:ea typeface="锐字潮牌真言简2.0免费 大粗" panose="02020300000000000000" charset="-122"/>
                <a:cs typeface="锐字潮牌真言简2.0免费 大粗" panose="02020300000000000000" charset="-122"/>
              </a:rPr>
              <a:t>分支结构实例</a:t>
            </a:r>
          </a:p>
        </p:txBody>
      </p:sp>
      <p:pic>
        <p:nvPicPr>
          <p:cNvPr id="7" name="图片 6" descr="未标1题-1"/>
          <p:cNvPicPr>
            <a:picLocks noChangeAspect="1"/>
          </p:cNvPicPr>
          <p:nvPr/>
        </p:nvPicPr>
        <p:blipFill>
          <a:blip r:embed="rId4"/>
          <a:stretch>
            <a:fillRect/>
          </a:stretch>
        </p:blipFill>
        <p:spPr>
          <a:xfrm>
            <a:off x="601345" y="1618617"/>
            <a:ext cx="802640" cy="600075"/>
          </a:xfrm>
          <a:prstGeom prst="rect">
            <a:avLst/>
          </a:prstGeom>
        </p:spPr>
      </p:pic>
      <p:sp>
        <p:nvSpPr>
          <p:cNvPr id="8" name="内容占位符 2"/>
          <p:cNvSpPr txBox="1">
            <a:spLocks/>
          </p:cNvSpPr>
          <p:nvPr/>
        </p:nvSpPr>
        <p:spPr>
          <a:xfrm>
            <a:off x="1243584" y="1618615"/>
            <a:ext cx="10643616" cy="4722494"/>
          </a:xfrm>
          <a:prstGeom prst="rect">
            <a:avLst/>
          </a:prstGeom>
        </p:spPr>
        <p:txBody>
          <a:bodyPr vert="horz" wrap="square" lIns="90170" tIns="46990" rIns="90170" bIns="46990" rtlCol="0">
            <a:normAutofit fontScale="32500" lnSpcReduction="20000"/>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3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00000"/>
              </a:lnSpc>
              <a:spcBef>
                <a:spcPts val="0"/>
              </a:spcBef>
              <a:spcAft>
                <a:spcPts val="0"/>
              </a:spcAft>
              <a:buFont typeface="Arial" panose="020B0604020202020204" pitchFamily="34" charset="0"/>
              <a:buChar char="•"/>
              <a:tabLst>
                <a:tab pos="1609725" algn="l"/>
              </a:tabLst>
              <a:defRPr kumimoji="0" lang="zh-CN" altLang="en-US" sz="3200" b="1" i="0" u="none" strike="noStrike" kern="1200" cap="none" spc="150" normalizeH="0" baseline="0" noProof="1" dirty="0">
                <a:solidFill>
                  <a:schemeClr val="accent2">
                    <a:lumMod val="50000"/>
                  </a:schemeClr>
                </a:solidFill>
                <a:uFillTx/>
                <a:latin typeface="楷体" panose="02010609060101010101" charset="-122"/>
                <a:ea typeface="楷体" panose="0201060906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30000"/>
              </a:lnSpc>
              <a:spcBef>
                <a:spcPts val="0"/>
              </a:spcBef>
              <a:spcAft>
                <a:spcPts val="1000"/>
              </a:spcAft>
              <a:buClrTx/>
              <a:buSzTx/>
              <a:buFont typeface="Arial" panose="020B0604020202020204" pitchFamily="34" charset="0"/>
              <a:buNone/>
              <a:tabLst/>
              <a:defRPr/>
            </a:pPr>
            <a:r>
              <a:rPr kumimoji="0" lang="en-US" altLang="zh-CN" sz="8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a:t>
            </a:r>
            <a:r>
              <a:rPr kumimoji="0" lang="zh-CN" altLang="en-US" sz="8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例 </a:t>
            </a:r>
            <a:r>
              <a:rPr kumimoji="0" lang="en-US" altLang="zh-CN" sz="8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3.3】</a:t>
            </a:r>
            <a:r>
              <a:rPr kumimoji="0" lang="zh-CN" altLang="en-US" sz="8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已知分段函数：</a:t>
            </a:r>
            <a:endParaRPr kumimoji="0" lang="en-US" altLang="zh-CN" sz="8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endParaRPr>
          </a:p>
          <a:p>
            <a:pPr marL="0" marR="0" lvl="0" indent="0" algn="l" defTabSz="914400" rtl="0" eaLnBrk="1" fontAlgn="auto" latinLnBrk="0" hangingPunct="1">
              <a:lnSpc>
                <a:spcPct val="130000"/>
              </a:lnSpc>
              <a:spcBef>
                <a:spcPts val="0"/>
              </a:spcBef>
              <a:spcAft>
                <a:spcPts val="1000"/>
              </a:spcAft>
              <a:buClrTx/>
              <a:buSzTx/>
              <a:buFont typeface="Arial" panose="020B0604020202020204" pitchFamily="34" charset="0"/>
              <a:buNone/>
              <a:tabLst/>
              <a:defRPr/>
            </a:pPr>
            <a:endParaRPr lang="en-US" altLang="zh-CN" sz="8000" dirty="0">
              <a:solidFill>
                <a:srgbClr val="000000"/>
              </a:solidFill>
            </a:endParaRPr>
          </a:p>
          <a:p>
            <a:pPr marL="0" marR="0" lvl="0" indent="0" algn="l" defTabSz="914400" rtl="0" eaLnBrk="1" fontAlgn="auto" latinLnBrk="0" hangingPunct="1">
              <a:lnSpc>
                <a:spcPct val="130000"/>
              </a:lnSpc>
              <a:spcBef>
                <a:spcPts val="0"/>
              </a:spcBef>
              <a:spcAft>
                <a:spcPts val="1000"/>
              </a:spcAft>
              <a:buClrTx/>
              <a:buSzTx/>
              <a:buFont typeface="Arial" panose="020B0604020202020204" pitchFamily="34" charset="0"/>
              <a:buNone/>
              <a:tabLst/>
              <a:defRPr/>
            </a:pPr>
            <a:endParaRPr kumimoji="0" lang="en-US" altLang="zh-CN" sz="8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endParaRPr>
          </a:p>
          <a:p>
            <a:pPr marL="0" marR="0" lvl="0" indent="0" algn="l" defTabSz="914400" rtl="0" eaLnBrk="1" fontAlgn="auto" latinLnBrk="0" hangingPunct="1">
              <a:lnSpc>
                <a:spcPct val="130000"/>
              </a:lnSpc>
              <a:spcBef>
                <a:spcPts val="0"/>
              </a:spcBef>
              <a:spcAft>
                <a:spcPts val="1000"/>
              </a:spcAft>
              <a:buClrTx/>
              <a:buSzTx/>
              <a:buFont typeface="Arial" panose="020B0604020202020204" pitchFamily="34" charset="0"/>
              <a:buNone/>
              <a:tabLst/>
              <a:defRPr/>
            </a:pPr>
            <a:endParaRPr lang="en-US" altLang="zh-CN" sz="8000" dirty="0">
              <a:solidFill>
                <a:srgbClr val="000000"/>
              </a:solidFill>
            </a:endParaRPr>
          </a:p>
          <a:p>
            <a:pPr marL="0" marR="0" lvl="0" indent="0" algn="l" defTabSz="914400" rtl="0" eaLnBrk="1" fontAlgn="auto" latinLnBrk="0" hangingPunct="1">
              <a:lnSpc>
                <a:spcPct val="130000"/>
              </a:lnSpc>
              <a:spcBef>
                <a:spcPts val="0"/>
              </a:spcBef>
              <a:spcAft>
                <a:spcPts val="1000"/>
              </a:spcAft>
              <a:buClrTx/>
              <a:buSzTx/>
              <a:buFont typeface="Arial" panose="020B0604020202020204" pitchFamily="34" charset="0"/>
              <a:buNone/>
              <a:tabLst/>
              <a:defRPr/>
            </a:pPr>
            <a:endParaRPr kumimoji="0" lang="zh-CN" altLang="en-US" sz="8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endParaRPr>
          </a:p>
          <a:p>
            <a:pPr marL="0" marR="0" lvl="0" indent="0" algn="l" defTabSz="914400" rtl="0" eaLnBrk="1" fontAlgn="auto" latinLnBrk="0" hangingPunct="1">
              <a:lnSpc>
                <a:spcPct val="130000"/>
              </a:lnSpc>
              <a:spcBef>
                <a:spcPts val="0"/>
              </a:spcBef>
              <a:spcAft>
                <a:spcPts val="1000"/>
              </a:spcAft>
              <a:buClrTx/>
              <a:buSzTx/>
              <a:buFont typeface="Arial" panose="020B0604020202020204" pitchFamily="34" charset="0"/>
              <a:buNone/>
              <a:tabLst/>
              <a:defRPr/>
            </a:pPr>
            <a:r>
              <a:rPr kumimoji="0" lang="zh-CN" altLang="en-US" sz="8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编写程序，输入浮点数</a:t>
            </a:r>
            <a:r>
              <a:rPr kumimoji="0" lang="en-US" altLang="zh-CN" sz="8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x</a:t>
            </a:r>
            <a:r>
              <a:rPr kumimoji="0" lang="zh-CN" altLang="en-US" sz="8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a:t>
            </a:r>
            <a:endParaRPr kumimoji="0" lang="en-US" altLang="zh-CN" sz="8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endParaRPr>
          </a:p>
          <a:p>
            <a:pPr marL="0" marR="0" lvl="0" indent="0" algn="l" defTabSz="914400" rtl="0" eaLnBrk="1" fontAlgn="auto" latinLnBrk="0" hangingPunct="1">
              <a:lnSpc>
                <a:spcPct val="130000"/>
              </a:lnSpc>
              <a:spcBef>
                <a:spcPts val="0"/>
              </a:spcBef>
              <a:spcAft>
                <a:spcPts val="1000"/>
              </a:spcAft>
              <a:buClrTx/>
              <a:buSzTx/>
              <a:buFont typeface="Arial" panose="020B0604020202020204" pitchFamily="34" charset="0"/>
              <a:buNone/>
              <a:tabLst/>
              <a:defRPr/>
            </a:pPr>
            <a:r>
              <a:rPr kumimoji="0" lang="zh-CN" altLang="en-US" sz="8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计算出</a:t>
            </a:r>
            <a:r>
              <a:rPr kumimoji="0" lang="en-US" altLang="zh-CN" sz="8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x</a:t>
            </a:r>
            <a:r>
              <a:rPr kumimoji="0" lang="zh-CN" altLang="en-US" sz="8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相应的函数值 </a:t>
            </a:r>
            <a:r>
              <a:rPr kumimoji="0" lang="en-US" altLang="zh-CN" sz="8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y</a:t>
            </a:r>
            <a:r>
              <a:rPr kumimoji="0" lang="zh-CN" altLang="en-US" sz="8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a:t>
            </a:r>
          </a:p>
          <a:p>
            <a:pPr marL="228600" marR="0" lvl="0" indent="-228600" algn="l" defTabSz="914400" rtl="0" eaLnBrk="1" fontAlgn="auto" latinLnBrk="0" hangingPunct="1">
              <a:lnSpc>
                <a:spcPct val="130000"/>
              </a:lnSpc>
              <a:spcBef>
                <a:spcPct val="0"/>
              </a:spcBef>
              <a:spcAft>
                <a:spcPts val="1000"/>
              </a:spcAft>
              <a:buClrTx/>
              <a:buSzTx/>
              <a:buFont typeface="Arial" panose="020B0604020202020204" pitchFamily="34" charset="0"/>
              <a:buNone/>
              <a:tabLst/>
              <a:defRPr/>
            </a:pPr>
            <a:endParaRPr kumimoji="0" lang="en-US" altLang="zh-CN" sz="4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endParaRPr>
          </a:p>
        </p:txBody>
      </p:sp>
      <p:pic>
        <p:nvPicPr>
          <p:cNvPr id="2" name="图片 1">
            <a:extLst>
              <a:ext uri="{FF2B5EF4-FFF2-40B4-BE49-F238E27FC236}">
                <a16:creationId xmlns:a16="http://schemas.microsoft.com/office/drawing/2014/main" id="{9E4AADCF-0155-9155-65D0-7DD7EC1EBB6A}"/>
              </a:ext>
            </a:extLst>
          </p:cNvPr>
          <p:cNvPicPr>
            <a:picLocks noChangeAspect="1"/>
          </p:cNvPicPr>
          <p:nvPr/>
        </p:nvPicPr>
        <p:blipFill>
          <a:blip r:embed="rId5"/>
          <a:stretch>
            <a:fillRect/>
          </a:stretch>
        </p:blipFill>
        <p:spPr>
          <a:xfrm>
            <a:off x="1243584" y="2244992"/>
            <a:ext cx="3559810" cy="1698590"/>
          </a:xfrm>
          <a:prstGeom prst="rect">
            <a:avLst/>
          </a:prstGeom>
        </p:spPr>
      </p:pic>
      <p:sp>
        <p:nvSpPr>
          <p:cNvPr id="3" name="内容占位符 2">
            <a:extLst>
              <a:ext uri="{FF2B5EF4-FFF2-40B4-BE49-F238E27FC236}">
                <a16:creationId xmlns:a16="http://schemas.microsoft.com/office/drawing/2014/main" id="{9909C667-881E-E607-55E7-8889E815E9B9}"/>
              </a:ext>
            </a:extLst>
          </p:cNvPr>
          <p:cNvSpPr txBox="1">
            <a:spLocks/>
          </p:cNvSpPr>
          <p:nvPr/>
        </p:nvSpPr>
        <p:spPr>
          <a:xfrm>
            <a:off x="6123295" y="1508127"/>
            <a:ext cx="3907075" cy="5349873"/>
          </a:xfrm>
          <a:prstGeom prst="rect">
            <a:avLst/>
          </a:prstGeom>
          <a:noFill/>
        </p:spPr>
        <p:txBody>
          <a:bodyPr vert="horz" wrap="square" lIns="90170" tIns="46990" rIns="90170" bIns="46990" rtlCol="0">
            <a:normAutofit fontScale="25000" lnSpcReduction="20000"/>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3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00000"/>
              </a:lnSpc>
              <a:spcBef>
                <a:spcPts val="0"/>
              </a:spcBef>
              <a:spcAft>
                <a:spcPts val="0"/>
              </a:spcAft>
              <a:buFont typeface="Arial" panose="020B0604020202020204" pitchFamily="34" charset="0"/>
              <a:buChar char="•"/>
              <a:tabLst>
                <a:tab pos="1609725" algn="l"/>
              </a:tabLst>
              <a:defRPr kumimoji="0" lang="zh-CN" altLang="en-US" sz="3200" b="1" i="0" u="none" strike="noStrike" kern="1200" cap="none" spc="150" normalizeH="0" baseline="0" noProof="1" dirty="0">
                <a:solidFill>
                  <a:schemeClr val="accent2">
                    <a:lumMod val="50000"/>
                  </a:schemeClr>
                </a:solidFill>
                <a:uFillTx/>
                <a:latin typeface="楷体" panose="02010609060101010101" charset="-122"/>
                <a:ea typeface="楷体" panose="0201060906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#include &lt;stdio.h&gt;</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#include &lt;math.h&gt;</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int main(void) {</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double x, y;</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endPar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endParaRP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zh-CN" altLang="en-US"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printf("Enter x = ");</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zh-CN" altLang="en-US"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scanf("%lf", &amp;x);</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zh-CN" altLang="en-US"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if (x &gt;= 1 &amp;&amp; x &lt; 2){</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y = sqrt(x) + log(x); </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zh-CN" altLang="en-US"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zh-CN" altLang="en-US"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else if (x &gt;= 2 &amp;&amp; x &lt; 3){</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y = x * x + exp(x); </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zh-CN" altLang="en-US"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zh-CN" altLang="en-US"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else if (x &gt;= 3 &amp;&amp; x &lt; 4){</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y = log10(x); </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zh-CN" altLang="en-US"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else {</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zh-CN" altLang="en-US"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y = 1 + x + x * x ; </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printf("x = %f ,y = %f\n", x, y);</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return 0; </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a:t>
            </a:r>
          </a:p>
          <a:p>
            <a:pPr marL="228600" marR="0" lvl="0" indent="-228600" algn="l" defTabSz="914400" rtl="0" eaLnBrk="1" fontAlgn="auto" latinLnBrk="0" hangingPunct="1">
              <a:lnSpc>
                <a:spcPct val="130000"/>
              </a:lnSpc>
              <a:spcBef>
                <a:spcPct val="0"/>
              </a:spcBef>
              <a:spcAft>
                <a:spcPts val="1000"/>
              </a:spcAft>
              <a:buClrTx/>
              <a:buSzTx/>
              <a:buFont typeface="Arial" panose="020B0604020202020204" pitchFamily="34" charset="0"/>
              <a:buNone/>
              <a:tabLst/>
              <a:defRPr/>
            </a:pPr>
            <a:endParaRPr kumimoji="0" lang="en-US" altLang="zh-CN" sz="4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endParaRPr>
          </a:p>
        </p:txBody>
      </p:sp>
    </p:spTree>
    <p:extLst>
      <p:ext uri="{BB962C8B-B14F-4D97-AF65-F5344CB8AC3E}">
        <p14:creationId xmlns:p14="http://schemas.microsoft.com/office/powerpoint/2010/main" val="38329842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noFill/>
        <a:effectLst/>
      </p:bgPr>
    </p:bg>
    <p:spTree>
      <p:nvGrpSpPr>
        <p:cNvPr id="1" name=""/>
        <p:cNvGrpSpPr/>
        <p:nvPr/>
      </p:nvGrpSpPr>
      <p:grpSpPr>
        <a:xfrm>
          <a:off x="0" y="0"/>
          <a:ext cx="0" cy="0"/>
          <a:chOff x="0" y="0"/>
          <a:chExt cx="0" cy="0"/>
        </a:xfrm>
      </p:grpSpPr>
      <p:pic>
        <p:nvPicPr>
          <p:cNvPr id="4" name="图片 3" descr="C语言程序设计"/>
          <p:cNvPicPr>
            <a:picLocks noChangeAspect="1"/>
          </p:cNvPicPr>
          <p:nvPr/>
        </p:nvPicPr>
        <p:blipFill>
          <a:blip r:embed="rId2"/>
          <a:stretch>
            <a:fillRect/>
          </a:stretch>
        </p:blipFill>
        <p:spPr>
          <a:xfrm>
            <a:off x="0" y="0"/>
            <a:ext cx="12192000" cy="6858000"/>
          </a:xfrm>
          <a:prstGeom prst="rect">
            <a:avLst/>
          </a:prstGeom>
        </p:spPr>
      </p:pic>
      <p:pic>
        <p:nvPicPr>
          <p:cNvPr id="6" name="图片 5" descr="未标题-1"/>
          <p:cNvPicPr>
            <a:picLocks noChangeAspect="1"/>
          </p:cNvPicPr>
          <p:nvPr/>
        </p:nvPicPr>
        <p:blipFill>
          <a:blip r:embed="rId3"/>
          <a:stretch>
            <a:fillRect/>
          </a:stretch>
        </p:blipFill>
        <p:spPr>
          <a:xfrm>
            <a:off x="3020705" y="600710"/>
            <a:ext cx="5625465" cy="1209040"/>
          </a:xfrm>
          <a:prstGeom prst="rect">
            <a:avLst/>
          </a:prstGeom>
        </p:spPr>
      </p:pic>
      <p:sp>
        <p:nvSpPr>
          <p:cNvPr id="10" name="文本框 9"/>
          <p:cNvSpPr txBox="1"/>
          <p:nvPr/>
        </p:nvSpPr>
        <p:spPr>
          <a:xfrm>
            <a:off x="3168652" y="803276"/>
            <a:ext cx="6310631" cy="464185"/>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4500" b="0" i="0" u="none" strike="noStrike" kern="1200" cap="none" spc="0" normalizeH="0" baseline="0" noProof="0" dirty="0">
                <a:ln>
                  <a:noFill/>
                </a:ln>
                <a:solidFill>
                  <a:prstClr val="white"/>
                </a:solidFill>
                <a:effectLst/>
                <a:uLnTx/>
                <a:uFillTx/>
                <a:latin typeface="锐字潮牌真言简2.0免费 大粗" panose="02020300000000000000" charset="-122"/>
                <a:ea typeface="锐字潮牌真言简2.0免费 大粗" panose="02020300000000000000" charset="-122"/>
                <a:cs typeface="锐字潮牌真言简2.0免费 大粗" panose="02020300000000000000" charset="-122"/>
              </a:rPr>
              <a:t>分支结构实例</a:t>
            </a:r>
          </a:p>
        </p:txBody>
      </p:sp>
      <p:pic>
        <p:nvPicPr>
          <p:cNvPr id="7" name="图片 6" descr="未标1题-1"/>
          <p:cNvPicPr>
            <a:picLocks noChangeAspect="1"/>
          </p:cNvPicPr>
          <p:nvPr/>
        </p:nvPicPr>
        <p:blipFill>
          <a:blip r:embed="rId4"/>
          <a:stretch>
            <a:fillRect/>
          </a:stretch>
        </p:blipFill>
        <p:spPr>
          <a:xfrm>
            <a:off x="601345" y="1618617"/>
            <a:ext cx="802640" cy="600075"/>
          </a:xfrm>
          <a:prstGeom prst="rect">
            <a:avLst/>
          </a:prstGeom>
        </p:spPr>
      </p:pic>
      <p:sp>
        <p:nvSpPr>
          <p:cNvPr id="8" name="内容占位符 2"/>
          <p:cNvSpPr txBox="1">
            <a:spLocks/>
          </p:cNvSpPr>
          <p:nvPr/>
        </p:nvSpPr>
        <p:spPr>
          <a:xfrm>
            <a:off x="1243584" y="1618615"/>
            <a:ext cx="3264621" cy="4436109"/>
          </a:xfrm>
          <a:prstGeom prst="rect">
            <a:avLst/>
          </a:prstGeom>
        </p:spPr>
        <p:txBody>
          <a:bodyPr vert="horz" wrap="square" lIns="90170" tIns="46990" rIns="90170" bIns="46990" rtlCol="0">
            <a:normAutofit fontScale="25000" lnSpcReduction="20000"/>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3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00000"/>
              </a:lnSpc>
              <a:spcBef>
                <a:spcPts val="0"/>
              </a:spcBef>
              <a:spcAft>
                <a:spcPts val="0"/>
              </a:spcAft>
              <a:buFont typeface="Arial" panose="020B0604020202020204" pitchFamily="34" charset="0"/>
              <a:buChar char="•"/>
              <a:tabLst>
                <a:tab pos="1609725" algn="l"/>
              </a:tabLst>
              <a:defRPr kumimoji="0" lang="zh-CN" altLang="en-US" sz="3200" b="1" i="0" u="none" strike="noStrike" kern="1200" cap="none" spc="150" normalizeH="0" baseline="0" noProof="1" dirty="0">
                <a:solidFill>
                  <a:schemeClr val="accent2">
                    <a:lumMod val="50000"/>
                  </a:schemeClr>
                </a:solidFill>
                <a:uFillTx/>
                <a:latin typeface="楷体" panose="02010609060101010101" charset="-122"/>
                <a:ea typeface="楷体" panose="0201060906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30000"/>
              </a:lnSpc>
              <a:spcBef>
                <a:spcPts val="0"/>
              </a:spcBef>
              <a:spcAft>
                <a:spcPts val="1000"/>
              </a:spcAft>
              <a:buClrTx/>
              <a:buSzTx/>
              <a:buFont typeface="Arial" panose="020B0604020202020204" pitchFamily="34" charset="0"/>
              <a:buNone/>
              <a:tabLst/>
              <a:defRPr/>
            </a:pPr>
            <a:r>
              <a:rPr kumimoji="0" lang="en-US" altLang="zh-CN" sz="8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a:t>
            </a:r>
            <a:r>
              <a:rPr kumimoji="0" lang="zh-CN" altLang="en-US" sz="8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例 </a:t>
            </a:r>
            <a:r>
              <a:rPr kumimoji="0" lang="en-US" altLang="zh-CN" sz="8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3.3】</a:t>
            </a:r>
            <a:r>
              <a:rPr kumimoji="0" lang="zh-CN" altLang="en-US" sz="8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已知分段函数：</a:t>
            </a:r>
            <a:endParaRPr kumimoji="0" lang="en-US" altLang="zh-CN" sz="8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endParaRPr>
          </a:p>
          <a:p>
            <a:pPr marL="0" marR="0" lvl="0" indent="0" algn="l" defTabSz="914400" rtl="0" eaLnBrk="1" fontAlgn="auto" latinLnBrk="0" hangingPunct="1">
              <a:lnSpc>
                <a:spcPct val="130000"/>
              </a:lnSpc>
              <a:spcBef>
                <a:spcPts val="0"/>
              </a:spcBef>
              <a:spcAft>
                <a:spcPts val="1000"/>
              </a:spcAft>
              <a:buClrTx/>
              <a:buSzTx/>
              <a:buFont typeface="Arial" panose="020B0604020202020204" pitchFamily="34" charset="0"/>
              <a:buNone/>
              <a:tabLst/>
              <a:defRPr/>
            </a:pPr>
            <a:endParaRPr kumimoji="0" lang="en-US" altLang="zh-CN" sz="8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endParaRPr>
          </a:p>
          <a:p>
            <a:pPr marL="0" marR="0" lvl="0" indent="0" algn="l" defTabSz="914400" rtl="0" eaLnBrk="1" fontAlgn="auto" latinLnBrk="0" hangingPunct="1">
              <a:lnSpc>
                <a:spcPct val="130000"/>
              </a:lnSpc>
              <a:spcBef>
                <a:spcPts val="0"/>
              </a:spcBef>
              <a:spcAft>
                <a:spcPts val="1000"/>
              </a:spcAft>
              <a:buClrTx/>
              <a:buSzTx/>
              <a:buFont typeface="Arial" panose="020B0604020202020204" pitchFamily="34" charset="0"/>
              <a:buNone/>
              <a:tabLst/>
              <a:defRPr/>
            </a:pPr>
            <a:endParaRPr kumimoji="0" lang="en-US" altLang="zh-CN" sz="8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endParaRPr>
          </a:p>
          <a:p>
            <a:pPr marL="0" marR="0" lvl="0" indent="0" algn="l" defTabSz="914400" rtl="0" eaLnBrk="1" fontAlgn="auto" latinLnBrk="0" hangingPunct="1">
              <a:lnSpc>
                <a:spcPct val="130000"/>
              </a:lnSpc>
              <a:spcBef>
                <a:spcPts val="0"/>
              </a:spcBef>
              <a:spcAft>
                <a:spcPts val="1000"/>
              </a:spcAft>
              <a:buClrTx/>
              <a:buSzTx/>
              <a:buFont typeface="Arial" panose="020B0604020202020204" pitchFamily="34" charset="0"/>
              <a:buNone/>
              <a:tabLst/>
              <a:defRPr/>
            </a:pPr>
            <a:endParaRPr kumimoji="0" lang="en-US" altLang="zh-CN" sz="8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endParaRPr>
          </a:p>
          <a:p>
            <a:pPr marL="0" marR="0" lvl="0" indent="0" algn="l" defTabSz="914400" rtl="0" eaLnBrk="1" fontAlgn="auto" latinLnBrk="0" hangingPunct="1">
              <a:lnSpc>
                <a:spcPct val="130000"/>
              </a:lnSpc>
              <a:spcBef>
                <a:spcPts val="0"/>
              </a:spcBef>
              <a:spcAft>
                <a:spcPts val="1000"/>
              </a:spcAft>
              <a:buClrTx/>
              <a:buSzTx/>
              <a:buFont typeface="Arial" panose="020B0604020202020204" pitchFamily="34" charset="0"/>
              <a:buNone/>
              <a:tabLst/>
              <a:defRPr/>
            </a:pPr>
            <a:endParaRPr kumimoji="0" lang="zh-CN" altLang="en-US" sz="8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endParaRPr>
          </a:p>
          <a:p>
            <a:pPr marL="0" marR="0" lvl="0" indent="0" algn="l" defTabSz="914400" rtl="0" eaLnBrk="1" fontAlgn="auto" latinLnBrk="0" hangingPunct="1">
              <a:lnSpc>
                <a:spcPct val="130000"/>
              </a:lnSpc>
              <a:spcBef>
                <a:spcPts val="0"/>
              </a:spcBef>
              <a:spcAft>
                <a:spcPts val="1000"/>
              </a:spcAft>
              <a:buClrTx/>
              <a:buSzTx/>
              <a:buFont typeface="Arial" panose="020B0604020202020204" pitchFamily="34" charset="0"/>
              <a:buNone/>
              <a:tabLst/>
              <a:defRPr/>
            </a:pPr>
            <a:r>
              <a:rPr kumimoji="0" lang="zh-CN" altLang="en-US" sz="8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编写程序，输入浮点数</a:t>
            </a:r>
            <a:r>
              <a:rPr kumimoji="0" lang="en-US" altLang="zh-CN" sz="8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x</a:t>
            </a:r>
            <a:r>
              <a:rPr kumimoji="0" lang="zh-CN" altLang="en-US" sz="8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a:t>
            </a:r>
            <a:endParaRPr kumimoji="0" lang="en-US" altLang="zh-CN" sz="8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endParaRPr>
          </a:p>
          <a:p>
            <a:pPr marL="0" marR="0" lvl="0" indent="0" algn="l" defTabSz="914400" rtl="0" eaLnBrk="1" fontAlgn="auto" latinLnBrk="0" hangingPunct="1">
              <a:lnSpc>
                <a:spcPct val="130000"/>
              </a:lnSpc>
              <a:spcBef>
                <a:spcPts val="0"/>
              </a:spcBef>
              <a:spcAft>
                <a:spcPts val="1000"/>
              </a:spcAft>
              <a:buClrTx/>
              <a:buSzTx/>
              <a:buFont typeface="Arial" panose="020B0604020202020204" pitchFamily="34" charset="0"/>
              <a:buNone/>
              <a:tabLst/>
              <a:defRPr/>
            </a:pPr>
            <a:r>
              <a:rPr kumimoji="0" lang="zh-CN" altLang="en-US" sz="8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计算出</a:t>
            </a:r>
            <a:r>
              <a:rPr kumimoji="0" lang="en-US" altLang="zh-CN" sz="8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x</a:t>
            </a:r>
            <a:r>
              <a:rPr kumimoji="0" lang="zh-CN" altLang="en-US" sz="8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相应的函数值 </a:t>
            </a:r>
            <a:r>
              <a:rPr kumimoji="0" lang="en-US" altLang="zh-CN" sz="8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y</a:t>
            </a:r>
            <a:r>
              <a:rPr kumimoji="0" lang="zh-CN" altLang="en-US" sz="8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a:t>
            </a:r>
          </a:p>
          <a:p>
            <a:pPr marL="228600" marR="0" lvl="0" indent="-228600" algn="l" defTabSz="914400" rtl="0" eaLnBrk="1" fontAlgn="auto" latinLnBrk="0" hangingPunct="1">
              <a:lnSpc>
                <a:spcPct val="130000"/>
              </a:lnSpc>
              <a:spcBef>
                <a:spcPct val="0"/>
              </a:spcBef>
              <a:spcAft>
                <a:spcPts val="1000"/>
              </a:spcAft>
              <a:buClrTx/>
              <a:buSzTx/>
              <a:buFont typeface="Arial" panose="020B0604020202020204" pitchFamily="34" charset="0"/>
              <a:buNone/>
              <a:tabLst/>
              <a:defRPr/>
            </a:pPr>
            <a:endParaRPr kumimoji="0" lang="en-US" altLang="zh-CN" sz="4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endParaRPr>
          </a:p>
        </p:txBody>
      </p:sp>
      <p:pic>
        <p:nvPicPr>
          <p:cNvPr id="2" name="图片 1">
            <a:extLst>
              <a:ext uri="{FF2B5EF4-FFF2-40B4-BE49-F238E27FC236}">
                <a16:creationId xmlns:a16="http://schemas.microsoft.com/office/drawing/2014/main" id="{9E4AADCF-0155-9155-65D0-7DD7EC1EBB6A}"/>
              </a:ext>
            </a:extLst>
          </p:cNvPr>
          <p:cNvPicPr>
            <a:picLocks noChangeAspect="1"/>
          </p:cNvPicPr>
          <p:nvPr/>
        </p:nvPicPr>
        <p:blipFill>
          <a:blip r:embed="rId5"/>
          <a:stretch>
            <a:fillRect/>
          </a:stretch>
        </p:blipFill>
        <p:spPr>
          <a:xfrm>
            <a:off x="1243584" y="2244992"/>
            <a:ext cx="3559810" cy="1698590"/>
          </a:xfrm>
          <a:prstGeom prst="rect">
            <a:avLst/>
          </a:prstGeom>
        </p:spPr>
      </p:pic>
      <p:sp>
        <p:nvSpPr>
          <p:cNvPr id="3" name="内容占位符 2">
            <a:extLst>
              <a:ext uri="{FF2B5EF4-FFF2-40B4-BE49-F238E27FC236}">
                <a16:creationId xmlns:a16="http://schemas.microsoft.com/office/drawing/2014/main" id="{9909C667-881E-E607-55E7-8889E815E9B9}"/>
              </a:ext>
            </a:extLst>
          </p:cNvPr>
          <p:cNvSpPr txBox="1">
            <a:spLocks/>
          </p:cNvSpPr>
          <p:nvPr/>
        </p:nvSpPr>
        <p:spPr>
          <a:xfrm>
            <a:off x="4803394" y="1529506"/>
            <a:ext cx="3907075" cy="5349873"/>
          </a:xfrm>
          <a:prstGeom prst="rect">
            <a:avLst/>
          </a:prstGeom>
          <a:solidFill>
            <a:srgbClr val="DEDEDE"/>
          </a:solidFill>
        </p:spPr>
        <p:txBody>
          <a:bodyPr vert="horz" wrap="square" lIns="90170" tIns="46990" rIns="90170" bIns="46990" rtlCol="0">
            <a:normAutofit fontScale="25000" lnSpcReduction="20000"/>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3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00000"/>
              </a:lnSpc>
              <a:spcBef>
                <a:spcPts val="0"/>
              </a:spcBef>
              <a:spcAft>
                <a:spcPts val="0"/>
              </a:spcAft>
              <a:buFont typeface="Arial" panose="020B0604020202020204" pitchFamily="34" charset="0"/>
              <a:buChar char="•"/>
              <a:tabLst>
                <a:tab pos="1609725" algn="l"/>
              </a:tabLst>
              <a:defRPr kumimoji="0" lang="zh-CN" altLang="en-US" sz="3200" b="1" i="0" u="none" strike="noStrike" kern="1200" cap="none" spc="150" normalizeH="0" baseline="0" noProof="1" dirty="0">
                <a:solidFill>
                  <a:schemeClr val="accent2">
                    <a:lumMod val="50000"/>
                  </a:schemeClr>
                </a:solidFill>
                <a:uFillTx/>
                <a:latin typeface="楷体" panose="02010609060101010101" charset="-122"/>
                <a:ea typeface="楷体" panose="0201060906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#include &lt;stdio.h&gt;</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#include &lt;math.h&gt;</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int main(void) {</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double x, y;</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endPar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endParaRP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zh-CN" altLang="en-US"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printf("Enter x = ");</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zh-CN" altLang="en-US"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scanf("%lf", &amp;x);</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zh-CN" altLang="en-US"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if (x &gt;= 1 &amp;&amp; x &lt; 2){</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y = sqrt(x) + log(x); </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zh-CN" altLang="en-US"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zh-CN" altLang="en-US"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else if (x &gt;= 2 &amp;&amp; x &lt; 3){</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y = x * x + exp(x); </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zh-CN" altLang="en-US"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zh-CN" altLang="en-US"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else if (x &gt;= 3 &amp;&amp; x &lt; 4){</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y = log10(x); </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zh-CN" altLang="en-US"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else {</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zh-CN" altLang="en-US"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y = 1 + x + x * x ; </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printf("x = %f ,y = %f\n", x, y);</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return 0; </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a:t>
            </a:r>
          </a:p>
          <a:p>
            <a:pPr marL="228600" marR="0" lvl="0" indent="-228600" algn="l" defTabSz="914400" rtl="0" eaLnBrk="1" fontAlgn="auto" latinLnBrk="0" hangingPunct="1">
              <a:lnSpc>
                <a:spcPct val="130000"/>
              </a:lnSpc>
              <a:spcBef>
                <a:spcPct val="0"/>
              </a:spcBef>
              <a:spcAft>
                <a:spcPts val="1000"/>
              </a:spcAft>
              <a:buClrTx/>
              <a:buSzTx/>
              <a:buFont typeface="Arial" panose="020B0604020202020204" pitchFamily="34" charset="0"/>
              <a:buNone/>
              <a:tabLst/>
              <a:defRPr/>
            </a:pPr>
            <a:endParaRPr kumimoji="0" lang="en-US" altLang="zh-CN" sz="4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endParaRPr>
          </a:p>
        </p:txBody>
      </p:sp>
      <p:sp>
        <p:nvSpPr>
          <p:cNvPr id="9" name="内容占位符 2">
            <a:extLst>
              <a:ext uri="{FF2B5EF4-FFF2-40B4-BE49-F238E27FC236}">
                <a16:creationId xmlns:a16="http://schemas.microsoft.com/office/drawing/2014/main" id="{EF2D07E0-9AC8-E005-8547-93DDC3900675}"/>
              </a:ext>
            </a:extLst>
          </p:cNvPr>
          <p:cNvSpPr txBox="1">
            <a:spLocks/>
          </p:cNvSpPr>
          <p:nvPr/>
        </p:nvSpPr>
        <p:spPr>
          <a:xfrm>
            <a:off x="8170027" y="3100091"/>
            <a:ext cx="3947542" cy="3411415"/>
          </a:xfrm>
          <a:prstGeom prst="rect">
            <a:avLst/>
          </a:prstGeom>
        </p:spPr>
        <p:txBody>
          <a:bodyPr vert="horz" wrap="square" lIns="90170" tIns="46990" rIns="90170" bIns="46990" rtlCol="0">
            <a:normAutofit fontScale="25000" lnSpcReduction="20000"/>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3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00000"/>
              </a:lnSpc>
              <a:spcBef>
                <a:spcPts val="0"/>
              </a:spcBef>
              <a:spcAft>
                <a:spcPts val="0"/>
              </a:spcAft>
              <a:buFont typeface="Arial" panose="020B0604020202020204" pitchFamily="34" charset="0"/>
              <a:buChar char="•"/>
              <a:tabLst>
                <a:tab pos="1609725" algn="l"/>
              </a:tabLst>
              <a:defRPr kumimoji="0" lang="zh-CN" altLang="en-US" sz="3200" b="1" i="0" u="none" strike="noStrike" kern="1200" cap="none" spc="150" normalizeH="0" baseline="0" noProof="1" dirty="0">
                <a:solidFill>
                  <a:schemeClr val="accent2">
                    <a:lumMod val="50000"/>
                  </a:schemeClr>
                </a:solidFill>
                <a:uFillTx/>
                <a:latin typeface="楷体" panose="02010609060101010101" charset="-122"/>
                <a:ea typeface="楷体" panose="0201060906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if (</a:t>
            </a:r>
            <a:r>
              <a:rPr kumimoji="0" lang="en-US" altLang="zh-CN" sz="6400" b="0" i="0" u="none" strike="noStrike" kern="1200" cap="none" spc="150" normalizeH="0" baseline="0" noProof="1">
                <a:ln>
                  <a:noFill/>
                </a:ln>
                <a:solidFill>
                  <a:srgbClr val="EB27C6"/>
                </a:solidFill>
                <a:effectLst/>
                <a:uLnTx/>
                <a:uFillTx/>
                <a:latin typeface="Arial" panose="020B0604020202020204" pitchFamily="34" charset="0"/>
                <a:ea typeface="微软雅黑" panose="020B0503020204020204" charset="-122"/>
                <a:cs typeface="+mn-cs"/>
                <a:sym typeface="+mn-ea"/>
              </a:rPr>
              <a:t>x &gt;= 1 &amp;&amp; x &lt; 3</a:t>
            </a: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zh-CN" altLang="en-US"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if (x &gt;= 1 &amp;&amp; x &lt; 2){</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zh-CN" altLang="en-US"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y = sqrt(x) + log(x);</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zh-CN" altLang="en-US"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zh-CN" altLang="en-US"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else{ </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zh-CN" altLang="en-US"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y = x * x + exp(x);</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zh-CN" altLang="en-US"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zh-CN" altLang="en-US"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else if (x &gt;= 3 &amp;&amp; x &lt; 4){ </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zh-CN" altLang="en-US"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y = log10(x);</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else{ </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zh-CN" altLang="en-US"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y = 1 + x + x * x ;</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p>
          <a:p>
            <a:pPr marL="228600" marR="0" lvl="0" indent="-228600" algn="l" defTabSz="914400" rtl="0" eaLnBrk="1" fontAlgn="auto" latinLnBrk="0" hangingPunct="1">
              <a:lnSpc>
                <a:spcPct val="130000"/>
              </a:lnSpc>
              <a:spcBef>
                <a:spcPct val="0"/>
              </a:spcBef>
              <a:spcAft>
                <a:spcPts val="1000"/>
              </a:spcAft>
              <a:buClrTx/>
              <a:buSzTx/>
              <a:buFont typeface="Arial" panose="020B0604020202020204" pitchFamily="34" charset="0"/>
              <a:buNone/>
              <a:tabLst/>
              <a:defRPr/>
            </a:pPr>
            <a:endParaRPr kumimoji="0" lang="en-US" altLang="zh-CN" sz="4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endParaRPr>
          </a:p>
        </p:txBody>
      </p:sp>
    </p:spTree>
    <p:extLst>
      <p:ext uri="{BB962C8B-B14F-4D97-AF65-F5344CB8AC3E}">
        <p14:creationId xmlns:p14="http://schemas.microsoft.com/office/powerpoint/2010/main" val="31492151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ChangeArrowheads="1"/>
          </p:cNvSpPr>
          <p:nvPr>
            <p:ph type="body" idx="1"/>
            <p:custDataLst>
              <p:tags r:id="rId2"/>
            </p:custDataLst>
          </p:nvPr>
        </p:nvSpPr>
        <p:spPr>
          <a:xfrm>
            <a:off x="334443" y="1060686"/>
            <a:ext cx="11425767" cy="5208587"/>
          </a:xfrm>
        </p:spPr>
        <p:txBody>
          <a:bodyPr>
            <a:normAutofit lnSpcReduction="10000"/>
          </a:bodyPr>
          <a:lstStyle/>
          <a:p>
            <a:pPr algn="just" eaLnBrk="1" hangingPunct="1">
              <a:buFont typeface="Wingdings" pitchFamily="2" charset="2"/>
              <a:buNone/>
            </a:pPr>
            <a:r>
              <a:rPr lang="en-US" altLang="zh-CN" sz="3200" b="1" dirty="0">
                <a:cs typeface="Times New Roman" pitchFamily="18" charset="0"/>
              </a:rPr>
              <a:t>4. if-else</a:t>
            </a:r>
            <a:r>
              <a:rPr lang="zh-CN" altLang="en-US" sz="3200" b="1" dirty="0">
                <a:cs typeface="Times New Roman" pitchFamily="18" charset="0"/>
              </a:rPr>
              <a:t>的搭配关系：</a:t>
            </a:r>
          </a:p>
          <a:p>
            <a:pPr algn="just"/>
            <a:r>
              <a:rPr lang="en-US" altLang="zh-CN" b="1" dirty="0">
                <a:solidFill>
                  <a:srgbClr val="3333FF"/>
                </a:solidFill>
                <a:cs typeface="Times New Roman" pitchFamily="18" charset="0"/>
              </a:rPr>
              <a:t>C</a:t>
            </a:r>
            <a:r>
              <a:rPr lang="zh-CN" altLang="en-US" b="1" dirty="0">
                <a:solidFill>
                  <a:srgbClr val="3333FF"/>
                </a:solidFill>
                <a:cs typeface="Times New Roman" pitchFamily="18" charset="0"/>
              </a:rPr>
              <a:t>语言规定：</a:t>
            </a:r>
            <a:r>
              <a:rPr lang="en-US" altLang="zh-CN" b="1" dirty="0">
                <a:cs typeface="Times New Roman" pitchFamily="18" charset="0"/>
              </a:rPr>
              <a:t>else</a:t>
            </a:r>
            <a:r>
              <a:rPr lang="zh-CN" altLang="en-US" b="1" dirty="0">
                <a:cs typeface="Times New Roman" pitchFamily="18" charset="0"/>
              </a:rPr>
              <a:t>总是与前面最接近的、不带</a:t>
            </a:r>
            <a:r>
              <a:rPr lang="en-US" altLang="zh-CN" b="1" dirty="0">
                <a:cs typeface="Times New Roman" pitchFamily="18" charset="0"/>
              </a:rPr>
              <a:t>else</a:t>
            </a:r>
            <a:r>
              <a:rPr lang="zh-CN" altLang="en-US" b="1" dirty="0">
                <a:cs typeface="Times New Roman" pitchFamily="18" charset="0"/>
              </a:rPr>
              <a:t>的</a:t>
            </a:r>
            <a:r>
              <a:rPr lang="en-US" altLang="zh-CN" b="1" dirty="0">
                <a:cs typeface="Times New Roman" pitchFamily="18" charset="0"/>
              </a:rPr>
              <a:t>if</a:t>
            </a:r>
            <a:r>
              <a:rPr lang="zh-CN" altLang="en-US" b="1" dirty="0">
                <a:cs typeface="Times New Roman" pitchFamily="18" charset="0"/>
              </a:rPr>
              <a:t>配对。</a:t>
            </a:r>
          </a:p>
          <a:p>
            <a:pPr algn="just" eaLnBrk="1" hangingPunct="1"/>
            <a:r>
              <a:rPr lang="zh-CN" altLang="en-US" sz="2400" b="1" dirty="0">
                <a:cs typeface="Times New Roman" pitchFamily="18" charset="0"/>
              </a:rPr>
              <a:t>采用递缩格式，使程序结构清析、层次分明，避免二义性。</a:t>
            </a:r>
          </a:p>
          <a:p>
            <a:pPr algn="just" eaLnBrk="1" hangingPunct="1"/>
            <a:r>
              <a:rPr lang="zh-CN" altLang="en-US" sz="2400" b="1" dirty="0">
                <a:cs typeface="Times New Roman" pitchFamily="18" charset="0"/>
              </a:rPr>
              <a:t>程序的书写格式不能代替程序的逻辑结构。</a:t>
            </a:r>
          </a:p>
          <a:p>
            <a:pPr algn="just" eaLnBrk="1" hangingPunct="1">
              <a:buFont typeface="Wingdings" pitchFamily="2" charset="2"/>
              <a:buNone/>
            </a:pPr>
            <a:r>
              <a:rPr lang="zh-CN" altLang="en-US" sz="2800" b="1" dirty="0">
                <a:cs typeface="Times New Roman" pitchFamily="18" charset="0"/>
              </a:rPr>
              <a:t>    </a:t>
            </a:r>
          </a:p>
          <a:p>
            <a:pPr algn="just" eaLnBrk="1" hangingPunct="1">
              <a:buFont typeface="Wingdings" pitchFamily="2" charset="2"/>
              <a:buNone/>
            </a:pPr>
            <a:r>
              <a:rPr lang="en-US" altLang="zh-CN" sz="2800" b="1" dirty="0" err="1">
                <a:solidFill>
                  <a:srgbClr val="6600CC"/>
                </a:solidFill>
                <a:cs typeface="Times New Roman" pitchFamily="18" charset="0"/>
              </a:rPr>
              <a:t>eg</a:t>
            </a:r>
            <a:r>
              <a:rPr lang="zh-CN" altLang="en-US" sz="2800" b="1" dirty="0">
                <a:solidFill>
                  <a:srgbClr val="6600CC"/>
                </a:solidFill>
                <a:cs typeface="Times New Roman" pitchFamily="18" charset="0"/>
              </a:rPr>
              <a:t>：下列程序段中的</a:t>
            </a:r>
            <a:r>
              <a:rPr lang="en-US" altLang="zh-CN" sz="2800" b="1" dirty="0">
                <a:solidFill>
                  <a:srgbClr val="6600CC"/>
                </a:solidFill>
                <a:cs typeface="Times New Roman" pitchFamily="18" charset="0"/>
              </a:rPr>
              <a:t>else</a:t>
            </a:r>
            <a:r>
              <a:rPr lang="zh-CN" altLang="en-US" sz="2800" b="1" dirty="0">
                <a:solidFill>
                  <a:srgbClr val="6600CC"/>
                </a:solidFill>
                <a:cs typeface="Times New Roman" pitchFamily="18" charset="0"/>
              </a:rPr>
              <a:t>究竟与哪一个</a:t>
            </a:r>
            <a:r>
              <a:rPr lang="en-US" altLang="zh-CN" sz="2800" b="1" dirty="0">
                <a:solidFill>
                  <a:srgbClr val="6600CC"/>
                </a:solidFill>
                <a:cs typeface="Times New Roman" pitchFamily="18" charset="0"/>
              </a:rPr>
              <a:t>if</a:t>
            </a:r>
            <a:r>
              <a:rPr lang="zh-CN" altLang="en-US" sz="2800" b="1" dirty="0">
                <a:solidFill>
                  <a:srgbClr val="6600CC"/>
                </a:solidFill>
                <a:cs typeface="Times New Roman" pitchFamily="18" charset="0"/>
              </a:rPr>
              <a:t>配对？</a:t>
            </a:r>
          </a:p>
          <a:p>
            <a:pPr algn="just" eaLnBrk="1" hangingPunct="1">
              <a:buFont typeface="Wingdings" pitchFamily="2" charset="2"/>
              <a:buNone/>
            </a:pPr>
            <a:r>
              <a:rPr lang="zh-CN" altLang="en-US" sz="2800" b="1" dirty="0">
                <a:solidFill>
                  <a:srgbClr val="FF3300"/>
                </a:solidFill>
                <a:cs typeface="Times New Roman" pitchFamily="18" charset="0"/>
              </a:rPr>
              <a:t>　　　</a:t>
            </a:r>
            <a:r>
              <a:rPr lang="en-US" altLang="zh-CN" sz="2800" b="1" dirty="0">
                <a:solidFill>
                  <a:srgbClr val="3333FF"/>
                </a:solidFill>
                <a:cs typeface="Times New Roman" pitchFamily="18" charset="0"/>
              </a:rPr>
              <a:t>if (a == b)</a:t>
            </a:r>
          </a:p>
          <a:p>
            <a:pPr algn="just" eaLnBrk="1" hangingPunct="1">
              <a:buFont typeface="Wingdings" pitchFamily="2" charset="2"/>
              <a:buNone/>
            </a:pPr>
            <a:r>
              <a:rPr lang="zh-CN" altLang="en-US" sz="2800" b="1" dirty="0">
                <a:solidFill>
                  <a:srgbClr val="3333FF"/>
                </a:solidFill>
                <a:cs typeface="Times New Roman" pitchFamily="18" charset="0"/>
              </a:rPr>
              <a:t>　　　       </a:t>
            </a:r>
            <a:r>
              <a:rPr lang="en-US" altLang="zh-CN" sz="2800" b="1" dirty="0">
                <a:solidFill>
                  <a:srgbClr val="CC00CC"/>
                </a:solidFill>
                <a:cs typeface="Times New Roman" pitchFamily="18" charset="0"/>
              </a:rPr>
              <a:t>if</a:t>
            </a:r>
            <a:r>
              <a:rPr lang="en-US" altLang="zh-CN" sz="2800" b="1" dirty="0">
                <a:solidFill>
                  <a:srgbClr val="3333FF"/>
                </a:solidFill>
                <a:cs typeface="Times New Roman" pitchFamily="18" charset="0"/>
              </a:rPr>
              <a:t> (b == c)</a:t>
            </a:r>
          </a:p>
          <a:p>
            <a:pPr algn="just" eaLnBrk="1" hangingPunct="1">
              <a:buFont typeface="Wingdings" pitchFamily="2" charset="2"/>
              <a:buNone/>
            </a:pPr>
            <a:r>
              <a:rPr lang="en-US" altLang="zh-CN" sz="2800" b="1" dirty="0">
                <a:solidFill>
                  <a:srgbClr val="3333FF"/>
                </a:solidFill>
                <a:cs typeface="Times New Roman" pitchFamily="18" charset="0"/>
              </a:rPr>
              <a:t>                           </a:t>
            </a:r>
            <a:r>
              <a:rPr lang="en-US" altLang="zh-CN" sz="2800" b="1" dirty="0" err="1">
                <a:solidFill>
                  <a:srgbClr val="3333FF"/>
                </a:solidFill>
                <a:cs typeface="Times New Roman" pitchFamily="18" charset="0"/>
              </a:rPr>
              <a:t>printf</a:t>
            </a:r>
            <a:r>
              <a:rPr lang="en-US" altLang="zh-CN" sz="2800" b="1" dirty="0">
                <a:solidFill>
                  <a:srgbClr val="3333FF"/>
                </a:solidFill>
                <a:cs typeface="Times New Roman" pitchFamily="18" charset="0"/>
              </a:rPr>
              <a:t>("a = b = c");</a:t>
            </a:r>
          </a:p>
          <a:p>
            <a:pPr eaLnBrk="1" hangingPunct="1">
              <a:buFont typeface="Wingdings" pitchFamily="2" charset="2"/>
              <a:buNone/>
            </a:pPr>
            <a:r>
              <a:rPr lang="zh-CN" altLang="en-US" sz="2800" b="1" dirty="0">
                <a:solidFill>
                  <a:srgbClr val="3333FF"/>
                </a:solidFill>
              </a:rPr>
              <a:t>　　　</a:t>
            </a:r>
            <a:r>
              <a:rPr lang="en-US" altLang="zh-CN" sz="2800" b="1" dirty="0">
                <a:solidFill>
                  <a:srgbClr val="CC00CC"/>
                </a:solidFill>
              </a:rPr>
              <a:t>else</a:t>
            </a:r>
            <a:r>
              <a:rPr lang="en-US" altLang="zh-CN" sz="2800" b="1" dirty="0">
                <a:solidFill>
                  <a:srgbClr val="3333FF"/>
                </a:solidFill>
              </a:rPr>
              <a:t>    </a:t>
            </a:r>
          </a:p>
          <a:p>
            <a:pPr eaLnBrk="1" hangingPunct="1">
              <a:buFont typeface="Wingdings" pitchFamily="2" charset="2"/>
              <a:buNone/>
            </a:pPr>
            <a:r>
              <a:rPr lang="zh-CN" altLang="en-US" sz="2800" b="1" dirty="0">
                <a:solidFill>
                  <a:srgbClr val="3333FF"/>
                </a:solidFill>
              </a:rPr>
              <a:t>　　　       </a:t>
            </a:r>
            <a:r>
              <a:rPr lang="en-US" altLang="zh-CN" sz="2800" b="1" dirty="0" err="1">
                <a:solidFill>
                  <a:srgbClr val="3333FF"/>
                </a:solidFill>
              </a:rPr>
              <a:t>printf</a:t>
            </a:r>
            <a:r>
              <a:rPr lang="en-US" altLang="zh-CN" sz="2800" b="1" dirty="0">
                <a:solidFill>
                  <a:srgbClr val="3333FF"/>
                </a:solidFill>
              </a:rPr>
              <a:t> ("a != c"); </a:t>
            </a:r>
          </a:p>
          <a:p>
            <a:pPr eaLnBrk="1" hangingPunct="1">
              <a:buFont typeface="Wingdings" pitchFamily="2" charset="2"/>
              <a:buNone/>
            </a:pPr>
            <a:endParaRPr lang="en-US" altLang="zh-CN" sz="2800" b="1" dirty="0">
              <a:solidFill>
                <a:srgbClr val="3333FF"/>
              </a:solidFill>
            </a:endParaRPr>
          </a:p>
          <a:p>
            <a:pPr eaLnBrk="1" hangingPunct="1">
              <a:buFont typeface="Wingdings" pitchFamily="2" charset="2"/>
              <a:buNone/>
            </a:pPr>
            <a:endParaRPr lang="en-US" altLang="zh-CN" sz="2800" b="1" dirty="0">
              <a:solidFill>
                <a:srgbClr val="3333FF"/>
              </a:solidFill>
            </a:endParaRPr>
          </a:p>
        </p:txBody>
      </p:sp>
    </p:spTree>
    <p:custDataLst>
      <p:tags r:id="rId1"/>
    </p:custDataLst>
    <p:extLst>
      <p:ext uri="{BB962C8B-B14F-4D97-AF65-F5344CB8AC3E}">
        <p14:creationId xmlns:p14="http://schemas.microsoft.com/office/powerpoint/2010/main" val="20420774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body" idx="1"/>
            <p:custDataLst>
              <p:tags r:id="rId2"/>
            </p:custDataLst>
          </p:nvPr>
        </p:nvSpPr>
        <p:spPr>
          <a:xfrm>
            <a:off x="719667" y="1129380"/>
            <a:ext cx="10845800" cy="5181600"/>
          </a:xfrm>
        </p:spPr>
        <p:txBody>
          <a:bodyPr>
            <a:normAutofit fontScale="77500" lnSpcReduction="20000"/>
          </a:bodyPr>
          <a:lstStyle/>
          <a:p>
            <a:pPr algn="just" eaLnBrk="1" hangingPunct="1">
              <a:lnSpc>
                <a:spcPct val="90000"/>
              </a:lnSpc>
              <a:buFont typeface="Wingdings" pitchFamily="2" charset="2"/>
              <a:buNone/>
            </a:pPr>
            <a:r>
              <a:rPr lang="en-US" altLang="zh-CN" sz="2400" b="1" dirty="0">
                <a:solidFill>
                  <a:srgbClr val="6600CC"/>
                </a:solidFill>
                <a:cs typeface="Times New Roman" pitchFamily="18" charset="0"/>
              </a:rPr>
              <a:t>C</a:t>
            </a:r>
            <a:r>
              <a:rPr lang="zh-CN" altLang="en-US" sz="2400" b="1" dirty="0">
                <a:solidFill>
                  <a:srgbClr val="6600CC"/>
                </a:solidFill>
                <a:cs typeface="Times New Roman" pitchFamily="18" charset="0"/>
              </a:rPr>
              <a:t>语言规定：</a:t>
            </a:r>
            <a:r>
              <a:rPr lang="en-US" altLang="zh-CN" sz="2400" b="1" dirty="0">
                <a:solidFill>
                  <a:srgbClr val="6600CC"/>
                </a:solidFill>
                <a:cs typeface="Times New Roman" pitchFamily="18" charset="0"/>
              </a:rPr>
              <a:t>else</a:t>
            </a:r>
            <a:r>
              <a:rPr lang="zh-CN" altLang="en-US" sz="2400" b="1" dirty="0">
                <a:solidFill>
                  <a:srgbClr val="6600CC"/>
                </a:solidFill>
                <a:cs typeface="Times New Roman" pitchFamily="18" charset="0"/>
              </a:rPr>
              <a:t>总是与前面最接近的、不带</a:t>
            </a:r>
            <a:r>
              <a:rPr lang="en-US" altLang="zh-CN" sz="2400" b="1" dirty="0">
                <a:solidFill>
                  <a:srgbClr val="6600CC"/>
                </a:solidFill>
                <a:cs typeface="Times New Roman" pitchFamily="18" charset="0"/>
              </a:rPr>
              <a:t>else</a:t>
            </a:r>
            <a:r>
              <a:rPr lang="zh-CN" altLang="en-US" sz="2400" b="1" dirty="0">
                <a:solidFill>
                  <a:srgbClr val="6600CC"/>
                </a:solidFill>
                <a:cs typeface="Times New Roman" pitchFamily="18" charset="0"/>
              </a:rPr>
              <a:t>的</a:t>
            </a:r>
            <a:r>
              <a:rPr lang="en-US" altLang="zh-CN" sz="2400" b="1" dirty="0">
                <a:solidFill>
                  <a:srgbClr val="6600CC"/>
                </a:solidFill>
                <a:cs typeface="Times New Roman" pitchFamily="18" charset="0"/>
              </a:rPr>
              <a:t>if</a:t>
            </a:r>
            <a:r>
              <a:rPr lang="zh-CN" altLang="en-US" sz="2400" b="1" dirty="0">
                <a:solidFill>
                  <a:srgbClr val="6600CC"/>
                </a:solidFill>
                <a:cs typeface="Times New Roman" pitchFamily="18" charset="0"/>
              </a:rPr>
              <a:t>配对。</a:t>
            </a:r>
          </a:p>
          <a:p>
            <a:pPr algn="just" eaLnBrk="1" hangingPunct="1">
              <a:lnSpc>
                <a:spcPct val="90000"/>
              </a:lnSpc>
              <a:buFont typeface="Wingdings" pitchFamily="2" charset="2"/>
              <a:buNone/>
            </a:pPr>
            <a:endParaRPr lang="zh-CN" altLang="en-US" sz="2800" b="1" dirty="0">
              <a:solidFill>
                <a:srgbClr val="6600CC"/>
              </a:solidFill>
              <a:cs typeface="Times New Roman" pitchFamily="18" charset="0"/>
            </a:endParaRPr>
          </a:p>
          <a:p>
            <a:pPr algn="just" eaLnBrk="1" hangingPunct="1">
              <a:lnSpc>
                <a:spcPct val="90000"/>
              </a:lnSpc>
              <a:buFont typeface="Wingdings" pitchFamily="2" charset="2"/>
              <a:buNone/>
            </a:pPr>
            <a:r>
              <a:rPr lang="en-US" altLang="zh-CN" sz="2800" b="1" dirty="0">
                <a:cs typeface="Times New Roman" pitchFamily="18" charset="0"/>
              </a:rPr>
              <a:t>if (a == b)</a:t>
            </a:r>
          </a:p>
          <a:p>
            <a:pPr algn="just" eaLnBrk="1" hangingPunct="1">
              <a:lnSpc>
                <a:spcPct val="90000"/>
              </a:lnSpc>
              <a:buFont typeface="Wingdings" pitchFamily="2" charset="2"/>
              <a:buNone/>
            </a:pPr>
            <a:r>
              <a:rPr lang="en-US" altLang="zh-CN" sz="2800" b="1" dirty="0">
                <a:solidFill>
                  <a:srgbClr val="3333FF"/>
                </a:solidFill>
                <a:cs typeface="Times New Roman" pitchFamily="18" charset="0"/>
              </a:rPr>
              <a:t>       if</a:t>
            </a:r>
            <a:r>
              <a:rPr lang="en-US" altLang="zh-CN" sz="2800" b="1" dirty="0">
                <a:solidFill>
                  <a:srgbClr val="FFFF00"/>
                </a:solidFill>
                <a:cs typeface="Times New Roman" pitchFamily="18" charset="0"/>
              </a:rPr>
              <a:t> </a:t>
            </a:r>
            <a:r>
              <a:rPr lang="en-US" altLang="zh-CN" sz="2800" b="1" dirty="0">
                <a:cs typeface="Times New Roman" pitchFamily="18" charset="0"/>
              </a:rPr>
              <a:t>(b == c)</a:t>
            </a:r>
          </a:p>
          <a:p>
            <a:pPr algn="just" eaLnBrk="1" hangingPunct="1">
              <a:lnSpc>
                <a:spcPct val="90000"/>
              </a:lnSpc>
              <a:buFont typeface="Wingdings" pitchFamily="2" charset="2"/>
              <a:buNone/>
            </a:pPr>
            <a:r>
              <a:rPr lang="en-US" altLang="zh-CN" sz="2800" b="1" dirty="0">
                <a:cs typeface="Times New Roman" pitchFamily="18" charset="0"/>
              </a:rPr>
              <a:t>              </a:t>
            </a:r>
            <a:r>
              <a:rPr lang="en-US" altLang="zh-CN" sz="2800" b="1" dirty="0" err="1">
                <a:cs typeface="Times New Roman" pitchFamily="18" charset="0"/>
              </a:rPr>
              <a:t>printf</a:t>
            </a:r>
            <a:r>
              <a:rPr lang="en-US" altLang="zh-CN" sz="2800" b="1" dirty="0">
                <a:cs typeface="Times New Roman" pitchFamily="18" charset="0"/>
              </a:rPr>
              <a:t>("a = b = c");</a:t>
            </a:r>
          </a:p>
          <a:p>
            <a:pPr eaLnBrk="1" hangingPunct="1">
              <a:lnSpc>
                <a:spcPct val="90000"/>
              </a:lnSpc>
              <a:buFont typeface="Wingdings" pitchFamily="2" charset="2"/>
              <a:buNone/>
            </a:pPr>
            <a:r>
              <a:rPr lang="en-US" altLang="zh-CN" sz="2800" b="1" dirty="0">
                <a:solidFill>
                  <a:srgbClr val="3333FF"/>
                </a:solidFill>
              </a:rPr>
              <a:t>       else </a:t>
            </a:r>
            <a:r>
              <a:rPr lang="zh-CN" altLang="en-US" sz="2800" b="1" dirty="0"/>
              <a:t>　　                                 </a:t>
            </a:r>
            <a:r>
              <a:rPr lang="en-US" altLang="zh-CN" sz="2400" b="1" dirty="0">
                <a:solidFill>
                  <a:srgbClr val="3333FF"/>
                </a:solidFill>
              </a:rPr>
              <a:t>//</a:t>
            </a:r>
            <a:r>
              <a:rPr lang="en-US" altLang="zh-CN" sz="2400" b="1" dirty="0">
                <a:solidFill>
                  <a:srgbClr val="3333FF"/>
                </a:solidFill>
                <a:cs typeface="Times New Roman" pitchFamily="18" charset="0"/>
              </a:rPr>
              <a:t>else</a:t>
            </a:r>
            <a:r>
              <a:rPr lang="zh-CN" altLang="en-US" sz="2400" b="1" dirty="0">
                <a:solidFill>
                  <a:srgbClr val="3333FF"/>
                </a:solidFill>
                <a:cs typeface="Times New Roman" pitchFamily="18" charset="0"/>
              </a:rPr>
              <a:t>与第</a:t>
            </a:r>
            <a:r>
              <a:rPr lang="en-US" altLang="zh-CN" sz="2400" b="1" dirty="0">
                <a:solidFill>
                  <a:srgbClr val="3333FF"/>
                </a:solidFill>
                <a:cs typeface="Times New Roman" pitchFamily="18" charset="0"/>
              </a:rPr>
              <a:t>2</a:t>
            </a:r>
            <a:r>
              <a:rPr lang="zh-CN" altLang="en-US" sz="2400" b="1" dirty="0">
                <a:solidFill>
                  <a:srgbClr val="3333FF"/>
                </a:solidFill>
                <a:cs typeface="Times New Roman" pitchFamily="18" charset="0"/>
              </a:rPr>
              <a:t>个</a:t>
            </a:r>
            <a:r>
              <a:rPr lang="en-US" altLang="zh-CN" sz="2400" b="1" dirty="0">
                <a:solidFill>
                  <a:srgbClr val="3333FF"/>
                </a:solidFill>
                <a:cs typeface="Times New Roman" pitchFamily="18" charset="0"/>
              </a:rPr>
              <a:t>if</a:t>
            </a:r>
            <a:r>
              <a:rPr lang="zh-CN" altLang="en-US" sz="2400" b="1" dirty="0">
                <a:solidFill>
                  <a:srgbClr val="3333FF"/>
                </a:solidFill>
                <a:cs typeface="Times New Roman" pitchFamily="18" charset="0"/>
              </a:rPr>
              <a:t>配对</a:t>
            </a:r>
            <a:endParaRPr lang="zh-CN" altLang="en-US" sz="2400" b="1" dirty="0">
              <a:solidFill>
                <a:srgbClr val="3333FF"/>
              </a:solidFill>
            </a:endParaRPr>
          </a:p>
          <a:p>
            <a:pPr eaLnBrk="1" hangingPunct="1">
              <a:lnSpc>
                <a:spcPct val="90000"/>
              </a:lnSpc>
              <a:buFont typeface="Wingdings" pitchFamily="2" charset="2"/>
              <a:buNone/>
            </a:pPr>
            <a:r>
              <a:rPr lang="zh-CN" altLang="en-US" sz="2800" b="1" dirty="0"/>
              <a:t>               </a:t>
            </a:r>
            <a:r>
              <a:rPr lang="en-US" altLang="zh-CN" sz="2800" b="1" dirty="0" err="1"/>
              <a:t>printf</a:t>
            </a:r>
            <a:r>
              <a:rPr lang="en-US" altLang="zh-CN" sz="2800" b="1" dirty="0"/>
              <a:t> ("a != c"); </a:t>
            </a:r>
          </a:p>
          <a:p>
            <a:pPr algn="just" eaLnBrk="1" hangingPunct="1">
              <a:lnSpc>
                <a:spcPct val="90000"/>
              </a:lnSpc>
              <a:buFont typeface="Wingdings" pitchFamily="2" charset="2"/>
              <a:buNone/>
            </a:pPr>
            <a:endParaRPr lang="en-US" altLang="zh-CN" sz="2800" b="1" dirty="0">
              <a:cs typeface="Times New Roman" pitchFamily="18" charset="0"/>
            </a:endParaRPr>
          </a:p>
          <a:p>
            <a:pPr algn="just">
              <a:buNone/>
            </a:pPr>
            <a:r>
              <a:rPr lang="en-US" altLang="zh-CN" sz="2800" b="1" dirty="0">
                <a:solidFill>
                  <a:srgbClr val="CC00CC"/>
                </a:solidFill>
                <a:cs typeface="Times New Roman" pitchFamily="18" charset="0"/>
              </a:rPr>
              <a:t>if </a:t>
            </a:r>
            <a:r>
              <a:rPr lang="en-US" altLang="zh-CN" sz="2800" b="1" dirty="0">
                <a:cs typeface="Times New Roman" pitchFamily="18" charset="0"/>
              </a:rPr>
              <a:t>(a == b) </a:t>
            </a:r>
            <a:r>
              <a:rPr lang="en-US" altLang="zh-CN" sz="2800" b="1" dirty="0">
                <a:solidFill>
                  <a:srgbClr val="CC00CC"/>
                </a:solidFill>
                <a:cs typeface="Times New Roman" pitchFamily="18" charset="0"/>
              </a:rPr>
              <a:t>{</a:t>
            </a:r>
            <a:r>
              <a:rPr lang="en-US" altLang="zh-CN" sz="2800" b="1" dirty="0">
                <a:cs typeface="Times New Roman" pitchFamily="18" charset="0"/>
              </a:rPr>
              <a:t> </a:t>
            </a:r>
          </a:p>
          <a:p>
            <a:pPr algn="just" eaLnBrk="1" hangingPunct="1">
              <a:lnSpc>
                <a:spcPct val="90000"/>
              </a:lnSpc>
              <a:buFont typeface="Wingdings" pitchFamily="2" charset="2"/>
              <a:buNone/>
            </a:pPr>
            <a:r>
              <a:rPr lang="en-US" altLang="zh-CN" sz="2800" b="1" dirty="0">
                <a:cs typeface="Times New Roman" pitchFamily="18" charset="0"/>
              </a:rPr>
              <a:t>       if (b == c)</a:t>
            </a:r>
          </a:p>
          <a:p>
            <a:pPr algn="just" eaLnBrk="1" hangingPunct="1">
              <a:lnSpc>
                <a:spcPct val="90000"/>
              </a:lnSpc>
              <a:buFont typeface="Wingdings" pitchFamily="2" charset="2"/>
              <a:buNone/>
            </a:pPr>
            <a:r>
              <a:rPr lang="en-US" altLang="zh-CN" sz="2800" b="1" dirty="0">
                <a:cs typeface="Times New Roman" pitchFamily="18" charset="0"/>
              </a:rPr>
              <a:t>             </a:t>
            </a:r>
            <a:r>
              <a:rPr lang="en-US" altLang="zh-CN" sz="2800" b="1" dirty="0" err="1">
                <a:cs typeface="Times New Roman" pitchFamily="18" charset="0"/>
              </a:rPr>
              <a:t>printf</a:t>
            </a:r>
            <a:r>
              <a:rPr lang="en-US" altLang="zh-CN" sz="2800" b="1" dirty="0">
                <a:cs typeface="Times New Roman" pitchFamily="18" charset="0"/>
              </a:rPr>
              <a:t>("a = b = c");</a:t>
            </a:r>
            <a:r>
              <a:rPr lang="en-US" altLang="zh-CN" sz="2800" b="1" dirty="0">
                <a:solidFill>
                  <a:srgbClr val="FF99FF"/>
                </a:solidFill>
                <a:cs typeface="Times New Roman" pitchFamily="18" charset="0"/>
              </a:rPr>
              <a:t> </a:t>
            </a:r>
          </a:p>
          <a:p>
            <a:pPr algn="just" eaLnBrk="1" hangingPunct="1">
              <a:lnSpc>
                <a:spcPct val="90000"/>
              </a:lnSpc>
              <a:buFont typeface="Wingdings" pitchFamily="2" charset="2"/>
              <a:buNone/>
            </a:pPr>
            <a:r>
              <a:rPr lang="en-US" altLang="zh-CN" sz="2800" b="1" dirty="0">
                <a:solidFill>
                  <a:srgbClr val="FF99FF"/>
                </a:solidFill>
                <a:cs typeface="Times New Roman" pitchFamily="18" charset="0"/>
              </a:rPr>
              <a:t> </a:t>
            </a:r>
            <a:r>
              <a:rPr lang="en-US" altLang="zh-CN" sz="2800" b="1" dirty="0">
                <a:solidFill>
                  <a:srgbClr val="CC00CC"/>
                </a:solidFill>
                <a:cs typeface="Times New Roman" pitchFamily="18" charset="0"/>
              </a:rPr>
              <a:t>}</a:t>
            </a:r>
            <a:r>
              <a:rPr lang="en-US" altLang="zh-CN" sz="2800" b="1" dirty="0">
                <a:cs typeface="Times New Roman" pitchFamily="18" charset="0"/>
              </a:rPr>
              <a:t>            </a:t>
            </a:r>
            <a:r>
              <a:rPr lang="en-US" altLang="zh-CN" sz="2400" b="1" dirty="0">
                <a:solidFill>
                  <a:srgbClr val="3333FF"/>
                </a:solidFill>
                <a:cs typeface="Times New Roman" pitchFamily="18" charset="0"/>
              </a:rPr>
              <a:t>//</a:t>
            </a:r>
            <a:r>
              <a:rPr lang="zh-CN" altLang="en-US" sz="2400" b="1" dirty="0">
                <a:solidFill>
                  <a:srgbClr val="3333FF"/>
                </a:solidFill>
                <a:cs typeface="Times New Roman" pitchFamily="18" charset="0"/>
              </a:rPr>
              <a:t>加上 </a:t>
            </a:r>
            <a:r>
              <a:rPr lang="en-US" altLang="zh-CN" sz="2400" b="1" dirty="0">
                <a:solidFill>
                  <a:srgbClr val="3333FF"/>
                </a:solidFill>
                <a:cs typeface="Times New Roman" pitchFamily="18" charset="0"/>
              </a:rPr>
              <a:t>"{}"</a:t>
            </a:r>
          </a:p>
          <a:p>
            <a:pPr eaLnBrk="1" hangingPunct="1">
              <a:lnSpc>
                <a:spcPct val="90000"/>
              </a:lnSpc>
              <a:buFont typeface="Wingdings" pitchFamily="2" charset="2"/>
              <a:buNone/>
            </a:pPr>
            <a:r>
              <a:rPr lang="en-US" altLang="zh-CN" sz="2800" b="1" dirty="0">
                <a:solidFill>
                  <a:srgbClr val="CC00CC"/>
                </a:solidFill>
              </a:rPr>
              <a:t>else  </a:t>
            </a:r>
            <a:r>
              <a:rPr lang="en-US" altLang="zh-CN" sz="2800" b="1" dirty="0"/>
              <a:t>                                                   </a:t>
            </a:r>
            <a:r>
              <a:rPr lang="en-US" altLang="zh-CN" sz="2400" b="1" dirty="0">
                <a:solidFill>
                  <a:srgbClr val="3333FF"/>
                </a:solidFill>
              </a:rPr>
              <a:t>//</a:t>
            </a:r>
            <a:r>
              <a:rPr lang="en-US" altLang="zh-CN" sz="2400" b="1" dirty="0">
                <a:solidFill>
                  <a:srgbClr val="3333FF"/>
                </a:solidFill>
                <a:cs typeface="Times New Roman" pitchFamily="18" charset="0"/>
              </a:rPr>
              <a:t>else</a:t>
            </a:r>
            <a:r>
              <a:rPr lang="zh-CN" altLang="en-US" sz="2400" b="1" dirty="0">
                <a:solidFill>
                  <a:srgbClr val="3333FF"/>
                </a:solidFill>
                <a:cs typeface="Times New Roman" pitchFamily="18" charset="0"/>
              </a:rPr>
              <a:t>与第</a:t>
            </a:r>
            <a:r>
              <a:rPr lang="en-US" altLang="zh-CN" sz="2400" b="1" dirty="0">
                <a:solidFill>
                  <a:srgbClr val="3333FF"/>
                </a:solidFill>
                <a:cs typeface="Times New Roman" pitchFamily="18" charset="0"/>
              </a:rPr>
              <a:t>1</a:t>
            </a:r>
            <a:r>
              <a:rPr lang="zh-CN" altLang="en-US" sz="2400" b="1" dirty="0">
                <a:solidFill>
                  <a:srgbClr val="3333FF"/>
                </a:solidFill>
                <a:cs typeface="Times New Roman" pitchFamily="18" charset="0"/>
              </a:rPr>
              <a:t>个</a:t>
            </a:r>
            <a:r>
              <a:rPr lang="en-US" altLang="zh-CN" sz="2400" b="1" dirty="0">
                <a:solidFill>
                  <a:srgbClr val="3333FF"/>
                </a:solidFill>
                <a:cs typeface="Times New Roman" pitchFamily="18" charset="0"/>
              </a:rPr>
              <a:t>if</a:t>
            </a:r>
            <a:r>
              <a:rPr lang="zh-CN" altLang="en-US" sz="2400" b="1" dirty="0">
                <a:solidFill>
                  <a:srgbClr val="3333FF"/>
                </a:solidFill>
                <a:cs typeface="Times New Roman" pitchFamily="18" charset="0"/>
              </a:rPr>
              <a:t>配对</a:t>
            </a:r>
            <a:endParaRPr lang="zh-CN" altLang="en-US" sz="2400" b="1" dirty="0">
              <a:solidFill>
                <a:srgbClr val="3333FF"/>
              </a:solidFill>
            </a:endParaRPr>
          </a:p>
          <a:p>
            <a:pPr eaLnBrk="1" hangingPunct="1">
              <a:lnSpc>
                <a:spcPct val="90000"/>
              </a:lnSpc>
              <a:buFont typeface="Wingdings" pitchFamily="2" charset="2"/>
              <a:buNone/>
            </a:pPr>
            <a:r>
              <a:rPr lang="zh-CN" altLang="en-US" sz="2800" b="1" dirty="0"/>
              <a:t>       </a:t>
            </a:r>
            <a:r>
              <a:rPr lang="en-US" altLang="zh-CN" sz="2800" b="1" dirty="0" err="1"/>
              <a:t>printf</a:t>
            </a:r>
            <a:r>
              <a:rPr lang="en-US" altLang="zh-CN" sz="2800" b="1" dirty="0"/>
              <a:t> ("a != c"); </a:t>
            </a:r>
          </a:p>
        </p:txBody>
      </p:sp>
      <p:sp>
        <p:nvSpPr>
          <p:cNvPr id="128003" name="AutoShape 3">
            <a:hlinkClick r:id="" action="ppaction://hlinkshowjump?jump=previousslide" highlightClick="1"/>
          </p:cNvPr>
          <p:cNvSpPr>
            <a:spLocks noChangeArrowheads="1"/>
          </p:cNvSpPr>
          <p:nvPr>
            <p:custDataLst>
              <p:tags r:id="rId3"/>
            </p:custDataLst>
          </p:nvPr>
        </p:nvSpPr>
        <p:spPr bwMode="auto">
          <a:xfrm>
            <a:off x="11277600" y="6553200"/>
            <a:ext cx="914400" cy="304800"/>
          </a:xfrm>
          <a:prstGeom prst="actionButtonBlank">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954F72"/>
                </a:solidFill>
                <a:effectLst>
                  <a:outerShdw blurRad="38100" dist="38100" dir="2700000" algn="tl">
                    <a:srgbClr val="000000"/>
                  </a:outerShdw>
                </a:effectLst>
                <a:uLnTx/>
                <a:uFillTx/>
                <a:latin typeface="Calibri"/>
                <a:ea typeface="宋体" panose="02010600030101010101" pitchFamily="2" charset="-122"/>
                <a:cs typeface="+mn-cs"/>
              </a:rPr>
              <a:t>上一张</a:t>
            </a:r>
          </a:p>
        </p:txBody>
      </p:sp>
      <p:sp>
        <p:nvSpPr>
          <p:cNvPr id="67588" name="Rectangle 4"/>
          <p:cNvSpPr>
            <a:spLocks noChangeArrowheads="1"/>
          </p:cNvSpPr>
          <p:nvPr>
            <p:custDataLst>
              <p:tags r:id="rId4"/>
            </p:custDataLst>
          </p:nvPr>
        </p:nvSpPr>
        <p:spPr bwMode="auto">
          <a:xfrm>
            <a:off x="527052" y="333375"/>
            <a:ext cx="11233149" cy="3384550"/>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bg1"/>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eaLnBrk="0" hangingPunct="0">
              <a:spcBef>
                <a:spcPct val="20000"/>
              </a:spcBef>
              <a:buClr>
                <a:schemeClr val="bg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eaLnBrk="0" hangingPunct="0">
              <a:spcBef>
                <a:spcPct val="20000"/>
              </a:spcBef>
              <a:buClr>
                <a:srgbClr val="CC00CC"/>
              </a:buClr>
              <a:buSzPct val="100000"/>
              <a:buChar char="•"/>
              <a:defRPr kumimoji="1" sz="3200" b="1">
                <a:solidFill>
                  <a:schemeClr val="bg2"/>
                </a:solidFill>
                <a:latin typeface="Times New Roman" pitchFamily="18" charset="0"/>
                <a:ea typeface="宋体" pitchFamily="2" charset="-122"/>
              </a:defRPr>
            </a:lvl4pPr>
            <a:lvl5pPr marL="2057400" indent="-228600" eaLnBrk="0" hangingPunct="0">
              <a:spcBef>
                <a:spcPct val="20000"/>
              </a:spcBef>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1" lang="en-US" altLang="en-US" sz="1800" b="1"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5" name="Rectangle 2"/>
          <p:cNvSpPr txBox="1">
            <a:spLocks noChangeArrowheads="1"/>
          </p:cNvSpPr>
          <p:nvPr>
            <p:custDataLst>
              <p:tags r:id="rId5"/>
            </p:custDataLst>
          </p:nvPr>
        </p:nvSpPr>
        <p:spPr bwMode="auto">
          <a:xfrm>
            <a:off x="7104569" y="2529200"/>
            <a:ext cx="4347209" cy="37845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eaLnBrk="0" fontAlgn="base" hangingPunct="0">
              <a:spcBef>
                <a:spcPct val="20000"/>
              </a:spcBef>
              <a:spcAft>
                <a:spcPct val="0"/>
              </a:spcAft>
              <a:buClr>
                <a:schemeClr val="bg2"/>
              </a:buClr>
              <a:buSzPct val="75000"/>
              <a:buFont typeface="Wingdings" pitchFamily="2" charset="2"/>
              <a:buChar char="n"/>
              <a:defRPr kumimoji="1" sz="3200" b="1">
                <a:solidFill>
                  <a:schemeClr val="bg2"/>
                </a:solidFill>
                <a:latin typeface="+mn-lt"/>
                <a:ea typeface="+mn-ea"/>
                <a:cs typeface="+mn-cs"/>
              </a:defRPr>
            </a:lvl1pPr>
            <a:lvl2pPr marL="742950" indent="-285750" algn="l" rtl="0" eaLnBrk="0" fontAlgn="base" hangingPunct="0">
              <a:spcBef>
                <a:spcPct val="20000"/>
              </a:spcBef>
              <a:spcAft>
                <a:spcPct val="0"/>
              </a:spcAft>
              <a:buClr>
                <a:schemeClr val="bg1"/>
              </a:buClr>
              <a:buSzPct val="60000"/>
              <a:buFont typeface="Wingdings" pitchFamily="2" charset="2"/>
              <a:buChar char="u"/>
              <a:defRPr kumimoji="1" sz="3200" b="1">
                <a:solidFill>
                  <a:schemeClr val="bg2"/>
                </a:solidFill>
                <a:latin typeface="+mn-lt"/>
                <a:ea typeface="+mn-ea"/>
              </a:defRPr>
            </a:lvl2pPr>
            <a:lvl3pPr marL="1143000" indent="-228600" algn="l" rtl="0" eaLnBrk="0" fontAlgn="base" hangingPunct="0">
              <a:spcBef>
                <a:spcPct val="20000"/>
              </a:spcBef>
              <a:spcAft>
                <a:spcPct val="0"/>
              </a:spcAft>
              <a:buClr>
                <a:schemeClr val="bg2"/>
              </a:buClr>
              <a:buSzPct val="60000"/>
              <a:buFont typeface="Wingdings" pitchFamily="2" charset="2"/>
              <a:buChar char="t"/>
              <a:defRPr kumimoji="1" sz="3200" b="1">
                <a:solidFill>
                  <a:schemeClr val="bg2"/>
                </a:solidFill>
                <a:latin typeface="+mn-lt"/>
                <a:ea typeface="+mn-ea"/>
              </a:defRPr>
            </a:lvl3pPr>
            <a:lvl4pPr marL="1600200" indent="-228600" algn="l" rtl="0" eaLnBrk="0" fontAlgn="base" hangingPunct="0">
              <a:spcBef>
                <a:spcPct val="20000"/>
              </a:spcBef>
              <a:spcAft>
                <a:spcPct val="0"/>
              </a:spcAft>
              <a:buClr>
                <a:srgbClr val="CC00CC"/>
              </a:buClr>
              <a:buSzPct val="100000"/>
              <a:buChar char="•"/>
              <a:defRPr kumimoji="1" sz="3200" b="1">
                <a:solidFill>
                  <a:schemeClr val="bg2"/>
                </a:solidFill>
                <a:latin typeface="+mn-lt"/>
                <a:ea typeface="+mn-ea"/>
              </a:defRPr>
            </a:lvl4pPr>
            <a:lvl5pPr marL="2057400" indent="-228600" algn="l" rtl="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mn-lt"/>
                <a:ea typeface="+mn-ea"/>
              </a:defRPr>
            </a:lvl5pPr>
            <a:lvl6pPr marL="2514600" indent="-228600" algn="l" rtl="0" fontAlgn="base">
              <a:spcBef>
                <a:spcPct val="20000"/>
              </a:spcBef>
              <a:spcAft>
                <a:spcPct val="0"/>
              </a:spcAft>
              <a:buClr>
                <a:schemeClr val="bg1"/>
              </a:buClr>
              <a:buSzPct val="100000"/>
              <a:buFont typeface="Times New Roman" pitchFamily="18" charset="0"/>
              <a:buChar char="–"/>
              <a:defRPr kumimoji="1" sz="3200" b="1">
                <a:solidFill>
                  <a:schemeClr val="bg2"/>
                </a:solidFill>
                <a:latin typeface="+mn-lt"/>
                <a:ea typeface="+mn-ea"/>
              </a:defRPr>
            </a:lvl6pPr>
            <a:lvl7pPr marL="2971800" indent="-228600" algn="l" rtl="0" fontAlgn="base">
              <a:spcBef>
                <a:spcPct val="20000"/>
              </a:spcBef>
              <a:spcAft>
                <a:spcPct val="0"/>
              </a:spcAft>
              <a:buClr>
                <a:schemeClr val="bg1"/>
              </a:buClr>
              <a:buSzPct val="100000"/>
              <a:buFont typeface="Times New Roman" pitchFamily="18" charset="0"/>
              <a:buChar char="–"/>
              <a:defRPr kumimoji="1" sz="3200" b="1">
                <a:solidFill>
                  <a:schemeClr val="bg2"/>
                </a:solidFill>
                <a:latin typeface="+mn-lt"/>
                <a:ea typeface="+mn-ea"/>
              </a:defRPr>
            </a:lvl7pPr>
            <a:lvl8pPr marL="3429000" indent="-228600" algn="l" rtl="0" fontAlgn="base">
              <a:spcBef>
                <a:spcPct val="20000"/>
              </a:spcBef>
              <a:spcAft>
                <a:spcPct val="0"/>
              </a:spcAft>
              <a:buClr>
                <a:schemeClr val="bg1"/>
              </a:buClr>
              <a:buSzPct val="100000"/>
              <a:buFont typeface="Times New Roman" pitchFamily="18" charset="0"/>
              <a:buChar char="–"/>
              <a:defRPr kumimoji="1" sz="3200" b="1">
                <a:solidFill>
                  <a:schemeClr val="bg2"/>
                </a:solidFill>
                <a:latin typeface="+mn-lt"/>
                <a:ea typeface="+mn-ea"/>
              </a:defRPr>
            </a:lvl8pPr>
            <a:lvl9pPr marL="3886200" indent="-228600" algn="l" rtl="0" fontAlgn="base">
              <a:spcBef>
                <a:spcPct val="20000"/>
              </a:spcBef>
              <a:spcAft>
                <a:spcPct val="0"/>
              </a:spcAft>
              <a:buClr>
                <a:schemeClr val="bg1"/>
              </a:buClr>
              <a:buSzPct val="100000"/>
              <a:buFont typeface="Times New Roman" pitchFamily="18" charset="0"/>
              <a:buChar char="–"/>
              <a:defRPr kumimoji="1" sz="3200" b="1">
                <a:solidFill>
                  <a:schemeClr val="bg2"/>
                </a:solidFill>
                <a:latin typeface="+mn-lt"/>
                <a:ea typeface="+mn-ea"/>
              </a:defRPr>
            </a:lvl9pPr>
          </a:lstStyle>
          <a:p>
            <a:pPr marL="342900" marR="0" lvl="0" indent="-342900" algn="just" defTabSz="914400" rtl="0" eaLnBrk="1" fontAlgn="base" latinLnBrk="0" hangingPunct="1">
              <a:lnSpc>
                <a:spcPct val="90000"/>
              </a:lnSpc>
              <a:spcBef>
                <a:spcPct val="20000"/>
              </a:spcBef>
              <a:spcAft>
                <a:spcPct val="0"/>
              </a:spcAft>
              <a:buClr>
                <a:srgbClr val="E7E6E6"/>
              </a:buClr>
              <a:buSzPct val="75000"/>
              <a:buFont typeface="Wingdings" pitchFamily="2" charset="2"/>
              <a:buNone/>
              <a:tabLst/>
              <a:defRPr/>
            </a:pPr>
            <a:r>
              <a:rPr kumimoji="1" lang="en-US" altLang="zh-CN" sz="2000" b="1" i="0" u="none" strike="noStrike" kern="0" cap="none" spc="0" normalizeH="0" baseline="0" noProof="0" dirty="0">
                <a:ln>
                  <a:noFill/>
                </a:ln>
                <a:solidFill>
                  <a:srgbClr val="CC00CC"/>
                </a:solidFill>
                <a:effectLst/>
                <a:uLnTx/>
                <a:uFillTx/>
                <a:latin typeface="Calibri"/>
                <a:ea typeface="宋体" panose="02010600030101010101" pitchFamily="2" charset="-122"/>
                <a:cs typeface="Times New Roman" pitchFamily="18" charset="0"/>
              </a:rPr>
              <a:t>if (a == b &amp;&amp; b == c)   </a:t>
            </a:r>
            <a:r>
              <a:rPr kumimoji="1" lang="en-US" altLang="zh-CN" sz="2000" b="1" i="0" u="none" strike="noStrike" kern="0" cap="none" spc="0" normalizeH="0" baseline="0" noProof="0" dirty="0" err="1">
                <a:ln>
                  <a:noFill/>
                </a:ln>
                <a:solidFill>
                  <a:srgbClr val="CC00CC"/>
                </a:solidFill>
                <a:effectLst/>
                <a:uLnTx/>
                <a:uFillTx/>
                <a:latin typeface="Calibri"/>
                <a:ea typeface="宋体" panose="02010600030101010101" pitchFamily="2" charset="-122"/>
                <a:cs typeface="Times New Roman" pitchFamily="18" charset="0"/>
              </a:rPr>
              <a:t>printf</a:t>
            </a:r>
            <a:r>
              <a:rPr kumimoji="1" lang="en-US" altLang="zh-CN" sz="2000" b="1" i="0" u="none" strike="noStrike" kern="0" cap="none" spc="0" normalizeH="0" baseline="0" noProof="0" dirty="0">
                <a:ln>
                  <a:noFill/>
                </a:ln>
                <a:solidFill>
                  <a:srgbClr val="CC00CC"/>
                </a:solidFill>
                <a:effectLst/>
                <a:uLnTx/>
                <a:uFillTx/>
                <a:latin typeface="Calibri"/>
                <a:ea typeface="宋体" panose="02010600030101010101" pitchFamily="2" charset="-122"/>
                <a:cs typeface="Times New Roman" pitchFamily="18" charset="0"/>
              </a:rPr>
              <a:t>("a = b = c");</a:t>
            </a:r>
          </a:p>
          <a:p>
            <a:pPr marL="342900" marR="0" lvl="0" indent="-342900" algn="l" defTabSz="914400" rtl="0" eaLnBrk="1" fontAlgn="base" latinLnBrk="0" hangingPunct="1">
              <a:lnSpc>
                <a:spcPct val="90000"/>
              </a:lnSpc>
              <a:spcBef>
                <a:spcPct val="20000"/>
              </a:spcBef>
              <a:spcAft>
                <a:spcPct val="0"/>
              </a:spcAft>
              <a:buClr>
                <a:srgbClr val="E7E6E6"/>
              </a:buClr>
              <a:buSzPct val="75000"/>
              <a:buFont typeface="Wingdings" pitchFamily="2" charset="2"/>
              <a:buNone/>
              <a:tabLst/>
              <a:defRPr/>
            </a:pPr>
            <a:r>
              <a:rPr kumimoji="1" lang="en-US" altLang="zh-CN" sz="2000" b="1" i="0" u="none" strike="noStrike" kern="0" cap="none" spc="0" normalizeH="0" baseline="0" noProof="0" dirty="0">
                <a:ln>
                  <a:noFill/>
                </a:ln>
                <a:solidFill>
                  <a:srgbClr val="CC00CC"/>
                </a:solidFill>
                <a:effectLst/>
                <a:uLnTx/>
                <a:uFillTx/>
                <a:latin typeface="Calibri"/>
                <a:ea typeface="宋体" panose="02010600030101010101" pitchFamily="2" charset="-122"/>
                <a:cs typeface="Times New Roman" pitchFamily="18" charset="0"/>
              </a:rPr>
              <a:t>if (</a:t>
            </a:r>
            <a:r>
              <a:rPr kumimoji="1" lang="en-US" altLang="zh-CN" sz="2000" b="1" i="0" u="none" strike="noStrike" kern="0" cap="none" spc="0" normalizeH="0" baseline="0" noProof="0" dirty="0">
                <a:ln>
                  <a:noFill/>
                </a:ln>
                <a:solidFill>
                  <a:prstClr val="black"/>
                </a:solidFill>
                <a:effectLst/>
                <a:uLnTx/>
                <a:uFillTx/>
                <a:latin typeface="Calibri"/>
                <a:ea typeface="宋体" panose="02010600030101010101" pitchFamily="2" charset="-122"/>
                <a:cs typeface="Times New Roman" pitchFamily="18" charset="0"/>
              </a:rPr>
              <a:t>a == b &amp;&amp; b != c</a:t>
            </a:r>
            <a:r>
              <a:rPr kumimoji="1" lang="en-US" altLang="zh-CN" sz="2000" b="1" i="0" u="none" strike="noStrike" kern="0" cap="none" spc="0" normalizeH="0" baseline="0" noProof="0" dirty="0">
                <a:ln>
                  <a:noFill/>
                </a:ln>
                <a:solidFill>
                  <a:srgbClr val="CC00CC"/>
                </a:solidFill>
                <a:effectLst/>
                <a:uLnTx/>
                <a:uFillTx/>
                <a:latin typeface="Calibri"/>
                <a:ea typeface="宋体" panose="02010600030101010101" pitchFamily="2" charset="-122"/>
                <a:cs typeface="Times New Roman" pitchFamily="18" charset="0"/>
              </a:rPr>
              <a:t>)   </a:t>
            </a:r>
            <a:r>
              <a:rPr kumimoji="1" lang="en-US" altLang="zh-CN" sz="2000" b="1" i="0" u="none" strike="noStrike" kern="0" cap="none" spc="0" normalizeH="0" baseline="0" noProof="0" dirty="0" err="1">
                <a:ln>
                  <a:noFill/>
                </a:ln>
                <a:solidFill>
                  <a:srgbClr val="CC00CC"/>
                </a:solidFill>
                <a:effectLst/>
                <a:uLnTx/>
                <a:uFillTx/>
                <a:latin typeface="Calibri"/>
                <a:ea typeface="宋体" panose="02010600030101010101" pitchFamily="2" charset="-122"/>
                <a:cs typeface="+mn-cs"/>
              </a:rPr>
              <a:t>printf</a:t>
            </a:r>
            <a:r>
              <a:rPr kumimoji="1" lang="en-US" altLang="zh-CN" sz="2000" b="1" i="0" u="none" strike="noStrike" kern="0" cap="none" spc="0" normalizeH="0" baseline="0" noProof="0" dirty="0">
                <a:ln>
                  <a:noFill/>
                </a:ln>
                <a:solidFill>
                  <a:srgbClr val="CC00CC"/>
                </a:solidFill>
                <a:effectLst/>
                <a:uLnTx/>
                <a:uFillTx/>
                <a:latin typeface="Calibri"/>
                <a:ea typeface="宋体" panose="02010600030101010101" pitchFamily="2" charset="-122"/>
                <a:cs typeface="+mn-cs"/>
              </a:rPr>
              <a:t> ("a != c"); </a:t>
            </a:r>
          </a:p>
          <a:p>
            <a:pPr marL="342900" marR="0" lvl="0" indent="-342900" algn="just" defTabSz="914400" rtl="0" eaLnBrk="1" fontAlgn="base" latinLnBrk="0" hangingPunct="1">
              <a:lnSpc>
                <a:spcPct val="90000"/>
              </a:lnSpc>
              <a:spcBef>
                <a:spcPct val="20000"/>
              </a:spcBef>
              <a:spcAft>
                <a:spcPct val="0"/>
              </a:spcAft>
              <a:buClr>
                <a:srgbClr val="E7E6E6"/>
              </a:buClr>
              <a:buSzPct val="75000"/>
              <a:buFont typeface="Wingdings" pitchFamily="2" charset="2"/>
              <a:buNone/>
              <a:tabLst/>
              <a:defRPr/>
            </a:pPr>
            <a:endParaRPr kumimoji="1" lang="en-US" altLang="zh-CN" sz="2000" b="1" i="0" u="none" strike="noStrike" kern="0" cap="none" spc="0" normalizeH="0" baseline="0" noProof="0" dirty="0">
              <a:ln>
                <a:noFill/>
              </a:ln>
              <a:solidFill>
                <a:srgbClr val="CC00CC"/>
              </a:solidFill>
              <a:effectLst/>
              <a:uLnTx/>
              <a:uFillTx/>
              <a:latin typeface="Calibri"/>
              <a:ea typeface="宋体" panose="02010600030101010101" pitchFamily="2" charset="-122"/>
              <a:cs typeface="Times New Roman" pitchFamily="18" charset="0"/>
            </a:endParaRPr>
          </a:p>
          <a:p>
            <a:pPr marL="342900" marR="0" lvl="0" indent="-342900" algn="just" defTabSz="914400" rtl="0" eaLnBrk="1" fontAlgn="base" latinLnBrk="0" hangingPunct="1">
              <a:lnSpc>
                <a:spcPct val="90000"/>
              </a:lnSpc>
              <a:spcBef>
                <a:spcPct val="20000"/>
              </a:spcBef>
              <a:spcAft>
                <a:spcPct val="0"/>
              </a:spcAft>
              <a:buClr>
                <a:srgbClr val="E7E6E6"/>
              </a:buClr>
              <a:buSzPct val="75000"/>
              <a:buFont typeface="Wingdings" pitchFamily="2" charset="2"/>
              <a:buNone/>
              <a:tabLst/>
              <a:defRPr/>
            </a:pPr>
            <a:endParaRPr kumimoji="1" lang="en-US" altLang="zh-CN" sz="2000" b="1" i="0" u="none" strike="noStrike" kern="0" cap="none" spc="0" normalizeH="0" baseline="0" noProof="0" dirty="0">
              <a:ln>
                <a:noFill/>
              </a:ln>
              <a:solidFill>
                <a:srgbClr val="CC00CC"/>
              </a:solidFill>
              <a:effectLst/>
              <a:uLnTx/>
              <a:uFillTx/>
              <a:latin typeface="Calibri"/>
              <a:ea typeface="宋体" panose="02010600030101010101" pitchFamily="2" charset="-122"/>
              <a:cs typeface="Times New Roman" pitchFamily="18" charset="0"/>
            </a:endParaRPr>
          </a:p>
          <a:p>
            <a:pPr marL="342900" marR="0" lvl="0" indent="-342900" algn="just" defTabSz="914400" rtl="0" eaLnBrk="1" fontAlgn="base" latinLnBrk="0" hangingPunct="1">
              <a:lnSpc>
                <a:spcPct val="90000"/>
              </a:lnSpc>
              <a:spcBef>
                <a:spcPct val="20000"/>
              </a:spcBef>
              <a:spcAft>
                <a:spcPct val="0"/>
              </a:spcAft>
              <a:buClr>
                <a:srgbClr val="E7E6E6"/>
              </a:buClr>
              <a:buSzPct val="75000"/>
              <a:buFont typeface="Wingdings" pitchFamily="2" charset="2"/>
              <a:buNone/>
              <a:tabLst/>
              <a:defRPr/>
            </a:pPr>
            <a:endParaRPr kumimoji="1" lang="en-US" altLang="zh-CN" sz="2000" b="1" i="0" u="none" strike="noStrike" kern="0" cap="none" spc="0" normalizeH="0" baseline="0" noProof="0" dirty="0">
              <a:ln>
                <a:noFill/>
              </a:ln>
              <a:solidFill>
                <a:srgbClr val="CC00CC"/>
              </a:solidFill>
              <a:effectLst/>
              <a:uLnTx/>
              <a:uFillTx/>
              <a:latin typeface="Calibri"/>
              <a:ea typeface="宋体" panose="02010600030101010101" pitchFamily="2" charset="-122"/>
              <a:cs typeface="Times New Roman" pitchFamily="18" charset="0"/>
            </a:endParaRPr>
          </a:p>
          <a:p>
            <a:pPr marL="342900" marR="0" lvl="0" indent="-342900" algn="just" defTabSz="914400" rtl="0" eaLnBrk="1" fontAlgn="base" latinLnBrk="0" hangingPunct="1">
              <a:lnSpc>
                <a:spcPct val="90000"/>
              </a:lnSpc>
              <a:spcBef>
                <a:spcPct val="20000"/>
              </a:spcBef>
              <a:spcAft>
                <a:spcPct val="0"/>
              </a:spcAft>
              <a:buClr>
                <a:srgbClr val="E7E6E6"/>
              </a:buClr>
              <a:buSzPct val="75000"/>
              <a:buFont typeface="Wingdings" pitchFamily="2" charset="2"/>
              <a:buNone/>
              <a:tabLst/>
              <a:defRPr/>
            </a:pPr>
            <a:endParaRPr kumimoji="1" lang="en-US" altLang="zh-CN" sz="2000" b="1" i="0" u="none" strike="noStrike" kern="0" cap="none" spc="0" normalizeH="0" baseline="0" noProof="0" dirty="0">
              <a:ln>
                <a:noFill/>
              </a:ln>
              <a:solidFill>
                <a:srgbClr val="CC00CC"/>
              </a:solidFill>
              <a:effectLst/>
              <a:uLnTx/>
              <a:uFillTx/>
              <a:latin typeface="Calibri"/>
              <a:ea typeface="宋体" panose="02010600030101010101" pitchFamily="2" charset="-122"/>
              <a:cs typeface="Times New Roman" pitchFamily="18" charset="0"/>
            </a:endParaRPr>
          </a:p>
          <a:p>
            <a:pPr marL="342900" marR="0" lvl="0" indent="-342900" algn="just" defTabSz="914400" rtl="0" eaLnBrk="1" fontAlgn="base" latinLnBrk="0" hangingPunct="1">
              <a:lnSpc>
                <a:spcPct val="90000"/>
              </a:lnSpc>
              <a:spcBef>
                <a:spcPct val="20000"/>
              </a:spcBef>
              <a:spcAft>
                <a:spcPct val="0"/>
              </a:spcAft>
              <a:buClr>
                <a:srgbClr val="E7E6E6"/>
              </a:buClr>
              <a:buSzPct val="75000"/>
              <a:buFont typeface="Wingdings" pitchFamily="2" charset="2"/>
              <a:buNone/>
              <a:tabLst/>
              <a:defRPr/>
            </a:pPr>
            <a:endParaRPr kumimoji="1" lang="en-US" altLang="zh-CN" sz="2000" b="1" i="0" u="none" strike="noStrike" kern="0" cap="none" spc="0" normalizeH="0" baseline="0" noProof="0" dirty="0">
              <a:ln>
                <a:noFill/>
              </a:ln>
              <a:solidFill>
                <a:srgbClr val="CC00CC"/>
              </a:solidFill>
              <a:effectLst/>
              <a:uLnTx/>
              <a:uFillTx/>
              <a:latin typeface="Calibri"/>
              <a:ea typeface="宋体" panose="02010600030101010101" pitchFamily="2" charset="-122"/>
              <a:cs typeface="Times New Roman" pitchFamily="18" charset="0"/>
            </a:endParaRPr>
          </a:p>
          <a:p>
            <a:pPr marL="342900" marR="0" lvl="0" indent="-342900" algn="just" defTabSz="914400" rtl="0" eaLnBrk="1" fontAlgn="base" latinLnBrk="0" hangingPunct="1">
              <a:lnSpc>
                <a:spcPct val="90000"/>
              </a:lnSpc>
              <a:spcBef>
                <a:spcPct val="20000"/>
              </a:spcBef>
              <a:spcAft>
                <a:spcPct val="0"/>
              </a:spcAft>
              <a:buClr>
                <a:srgbClr val="E7E6E6"/>
              </a:buClr>
              <a:buSzPct val="75000"/>
              <a:buFont typeface="Wingdings" pitchFamily="2" charset="2"/>
              <a:buNone/>
              <a:tabLst/>
              <a:defRPr/>
            </a:pPr>
            <a:endParaRPr kumimoji="1" lang="en-US" altLang="zh-CN" sz="2000" b="1" i="0" u="none" strike="noStrike" kern="0" cap="none" spc="0" normalizeH="0" baseline="0" noProof="0" dirty="0">
              <a:ln>
                <a:noFill/>
              </a:ln>
              <a:solidFill>
                <a:srgbClr val="CC00CC"/>
              </a:solidFill>
              <a:effectLst/>
              <a:uLnTx/>
              <a:uFillTx/>
              <a:latin typeface="Calibri"/>
              <a:ea typeface="宋体" panose="02010600030101010101" pitchFamily="2" charset="-122"/>
              <a:cs typeface="Times New Roman" pitchFamily="18" charset="0"/>
            </a:endParaRPr>
          </a:p>
          <a:p>
            <a:pPr marL="342900" marR="0" lvl="0" indent="-342900" algn="just" defTabSz="914400" rtl="0" eaLnBrk="1" fontAlgn="base" latinLnBrk="0" hangingPunct="1">
              <a:lnSpc>
                <a:spcPct val="90000"/>
              </a:lnSpc>
              <a:spcBef>
                <a:spcPct val="20000"/>
              </a:spcBef>
              <a:spcAft>
                <a:spcPct val="0"/>
              </a:spcAft>
              <a:buClr>
                <a:srgbClr val="E7E6E6"/>
              </a:buClr>
              <a:buSzPct val="75000"/>
              <a:buFont typeface="Wingdings" pitchFamily="2" charset="2"/>
              <a:buNone/>
              <a:tabLst/>
              <a:defRPr/>
            </a:pPr>
            <a:endParaRPr kumimoji="1" lang="en-US" altLang="zh-CN" sz="2000" b="1" i="0" u="none" strike="noStrike" kern="0" cap="none" spc="0" normalizeH="0" baseline="0" noProof="0" dirty="0">
              <a:ln>
                <a:noFill/>
              </a:ln>
              <a:solidFill>
                <a:srgbClr val="CC00CC"/>
              </a:solidFill>
              <a:effectLst/>
              <a:uLnTx/>
              <a:uFillTx/>
              <a:latin typeface="Calibri"/>
              <a:ea typeface="宋体" panose="02010600030101010101" pitchFamily="2" charset="-122"/>
              <a:cs typeface="Times New Roman" pitchFamily="18" charset="0"/>
            </a:endParaRPr>
          </a:p>
          <a:p>
            <a:pPr marL="342900" marR="0" lvl="0" indent="-342900" algn="just" defTabSz="914400" rtl="0" eaLnBrk="1" fontAlgn="base" latinLnBrk="0" hangingPunct="1">
              <a:lnSpc>
                <a:spcPct val="90000"/>
              </a:lnSpc>
              <a:spcBef>
                <a:spcPct val="20000"/>
              </a:spcBef>
              <a:spcAft>
                <a:spcPct val="0"/>
              </a:spcAft>
              <a:buClr>
                <a:srgbClr val="E7E6E6"/>
              </a:buClr>
              <a:buSzPct val="75000"/>
              <a:buFont typeface="Wingdings" pitchFamily="2" charset="2"/>
              <a:buNone/>
              <a:tabLst/>
              <a:defRPr/>
            </a:pPr>
            <a:r>
              <a:rPr kumimoji="1" lang="en-US" altLang="zh-CN" sz="2000" b="1" i="0" u="none" strike="noStrike" kern="0" cap="none" spc="0" normalizeH="0" baseline="0" noProof="0" dirty="0">
                <a:ln>
                  <a:noFill/>
                </a:ln>
                <a:solidFill>
                  <a:srgbClr val="CC00CC"/>
                </a:solidFill>
                <a:effectLst/>
                <a:uLnTx/>
                <a:uFillTx/>
                <a:latin typeface="Calibri"/>
                <a:ea typeface="宋体" panose="02010600030101010101" pitchFamily="2" charset="-122"/>
                <a:cs typeface="Times New Roman" pitchFamily="18" charset="0"/>
              </a:rPr>
              <a:t>if (a == b &amp;&amp; b == c)   </a:t>
            </a:r>
            <a:r>
              <a:rPr kumimoji="1" lang="en-US" altLang="zh-CN" sz="2000" b="1" i="0" u="none" strike="noStrike" kern="0" cap="none" spc="0" normalizeH="0" baseline="0" noProof="0" dirty="0" err="1">
                <a:ln>
                  <a:noFill/>
                </a:ln>
                <a:solidFill>
                  <a:srgbClr val="CC00CC"/>
                </a:solidFill>
                <a:effectLst/>
                <a:uLnTx/>
                <a:uFillTx/>
                <a:latin typeface="Calibri"/>
                <a:ea typeface="宋体" panose="02010600030101010101" pitchFamily="2" charset="-122"/>
                <a:cs typeface="Times New Roman" pitchFamily="18" charset="0"/>
              </a:rPr>
              <a:t>printf</a:t>
            </a:r>
            <a:r>
              <a:rPr kumimoji="1" lang="en-US" altLang="zh-CN" sz="2000" b="1" i="0" u="none" strike="noStrike" kern="0" cap="none" spc="0" normalizeH="0" baseline="0" noProof="0" dirty="0">
                <a:ln>
                  <a:noFill/>
                </a:ln>
                <a:solidFill>
                  <a:srgbClr val="CC00CC"/>
                </a:solidFill>
                <a:effectLst/>
                <a:uLnTx/>
                <a:uFillTx/>
                <a:latin typeface="Calibri"/>
                <a:ea typeface="宋体" panose="02010600030101010101" pitchFamily="2" charset="-122"/>
                <a:cs typeface="Times New Roman" pitchFamily="18" charset="0"/>
              </a:rPr>
              <a:t>("a = b = c"); </a:t>
            </a:r>
          </a:p>
          <a:p>
            <a:pPr marL="342900" marR="0" lvl="0" indent="-342900" algn="just" defTabSz="914400" rtl="0" eaLnBrk="1" fontAlgn="base" latinLnBrk="0" hangingPunct="1">
              <a:lnSpc>
                <a:spcPct val="90000"/>
              </a:lnSpc>
              <a:spcBef>
                <a:spcPct val="20000"/>
              </a:spcBef>
              <a:spcAft>
                <a:spcPct val="0"/>
              </a:spcAft>
              <a:buClr>
                <a:srgbClr val="E7E6E6"/>
              </a:buClr>
              <a:buSzPct val="75000"/>
              <a:buFont typeface="Wingdings" pitchFamily="2" charset="2"/>
              <a:buNone/>
              <a:tabLst/>
              <a:defRPr/>
            </a:pPr>
            <a:r>
              <a:rPr kumimoji="1" lang="en-US" altLang="zh-CN" sz="2000" b="1" i="0" u="none" strike="noStrike" kern="0" cap="none" spc="0" normalizeH="0" baseline="0" noProof="0" dirty="0">
                <a:ln>
                  <a:noFill/>
                </a:ln>
                <a:solidFill>
                  <a:srgbClr val="CC00CC"/>
                </a:solidFill>
                <a:effectLst/>
                <a:uLnTx/>
                <a:uFillTx/>
                <a:latin typeface="Calibri"/>
                <a:ea typeface="宋体" panose="02010600030101010101" pitchFamily="2" charset="-122"/>
                <a:cs typeface="Times New Roman" pitchFamily="18" charset="0"/>
              </a:rPr>
              <a:t>if (</a:t>
            </a:r>
            <a:r>
              <a:rPr kumimoji="1" lang="en-US" altLang="zh-CN" sz="2000" b="1" i="0" u="none" strike="noStrike" kern="0" cap="none" spc="0" normalizeH="0" baseline="0" noProof="0" dirty="0">
                <a:ln>
                  <a:noFill/>
                </a:ln>
                <a:solidFill>
                  <a:prstClr val="black"/>
                </a:solidFill>
                <a:effectLst/>
                <a:uLnTx/>
                <a:uFillTx/>
                <a:latin typeface="Calibri"/>
                <a:ea typeface="宋体" panose="02010600030101010101" pitchFamily="2" charset="-122"/>
                <a:cs typeface="Times New Roman" pitchFamily="18" charset="0"/>
              </a:rPr>
              <a:t>a != b </a:t>
            </a:r>
            <a:r>
              <a:rPr kumimoji="1" lang="en-US" altLang="zh-CN" sz="2000" b="1" i="0" u="none" strike="noStrike" kern="0" cap="none" spc="0" normalizeH="0" baseline="0" noProof="0" dirty="0">
                <a:ln>
                  <a:noFill/>
                </a:ln>
                <a:solidFill>
                  <a:srgbClr val="CC00CC"/>
                </a:solidFill>
                <a:effectLst/>
                <a:uLnTx/>
                <a:uFillTx/>
                <a:latin typeface="Calibri"/>
                <a:ea typeface="宋体" panose="02010600030101010101" pitchFamily="2" charset="-122"/>
                <a:cs typeface="Times New Roman" pitchFamily="18" charset="0"/>
              </a:rPr>
              <a:t>)  </a:t>
            </a:r>
            <a:r>
              <a:rPr kumimoji="1" lang="zh-CN" altLang="en-US" sz="2000" b="1" i="0" u="none" strike="noStrike" kern="0" cap="none" spc="0" normalizeH="0" baseline="0" noProof="0" dirty="0">
                <a:ln>
                  <a:noFill/>
                </a:ln>
                <a:solidFill>
                  <a:srgbClr val="CC00CC"/>
                </a:solidFill>
                <a:effectLst/>
                <a:uLnTx/>
                <a:uFillTx/>
                <a:latin typeface="Calibri"/>
                <a:ea typeface="宋体" panose="02010600030101010101" pitchFamily="2" charset="-122"/>
                <a:cs typeface="+mn-cs"/>
              </a:rPr>
              <a:t> </a:t>
            </a:r>
            <a:r>
              <a:rPr kumimoji="1" lang="en-US" altLang="zh-CN" sz="2000" b="1" i="0" u="none" strike="noStrike" kern="0" cap="none" spc="0" normalizeH="0" baseline="0" noProof="0" dirty="0" err="1">
                <a:ln>
                  <a:noFill/>
                </a:ln>
                <a:solidFill>
                  <a:srgbClr val="CC00CC"/>
                </a:solidFill>
                <a:effectLst/>
                <a:uLnTx/>
                <a:uFillTx/>
                <a:latin typeface="Calibri"/>
                <a:ea typeface="宋体" panose="02010600030101010101" pitchFamily="2" charset="-122"/>
                <a:cs typeface="+mn-cs"/>
              </a:rPr>
              <a:t>printf</a:t>
            </a:r>
            <a:r>
              <a:rPr kumimoji="1" lang="en-US" altLang="zh-CN" sz="2000" b="1" i="0" u="none" strike="noStrike" kern="0" cap="none" spc="0" normalizeH="0" baseline="0" noProof="0" dirty="0">
                <a:ln>
                  <a:noFill/>
                </a:ln>
                <a:solidFill>
                  <a:srgbClr val="CC00CC"/>
                </a:solidFill>
                <a:effectLst/>
                <a:uLnTx/>
                <a:uFillTx/>
                <a:latin typeface="Calibri"/>
                <a:ea typeface="宋体" panose="02010600030101010101" pitchFamily="2" charset="-122"/>
                <a:cs typeface="+mn-cs"/>
              </a:rPr>
              <a:t> ("a != c"); </a:t>
            </a:r>
          </a:p>
        </p:txBody>
      </p:sp>
      <p:cxnSp>
        <p:nvCxnSpPr>
          <p:cNvPr id="3" name="直接连接符 2"/>
          <p:cNvCxnSpPr/>
          <p:nvPr/>
        </p:nvCxnSpPr>
        <p:spPr>
          <a:xfrm flipV="1">
            <a:off x="0" y="3850272"/>
            <a:ext cx="12192000" cy="22860"/>
          </a:xfrm>
          <a:prstGeom prst="line">
            <a:avLst/>
          </a:prstGeom>
        </p:spPr>
        <p:style>
          <a:lnRef idx="1">
            <a:schemeClr val="accent1"/>
          </a:lnRef>
          <a:fillRef idx="0">
            <a:schemeClr val="accent1"/>
          </a:fillRef>
          <a:effectRef idx="0">
            <a:schemeClr val="accent1"/>
          </a:effectRef>
          <a:fontRef idx="minor">
            <a:schemeClr val="tx1"/>
          </a:fontRef>
        </p:style>
      </p:cxnSp>
      <p:sp>
        <p:nvSpPr>
          <p:cNvPr id="7" name="Rectangle 2"/>
          <p:cNvSpPr txBox="1">
            <a:spLocks noChangeArrowheads="1"/>
          </p:cNvSpPr>
          <p:nvPr/>
        </p:nvSpPr>
        <p:spPr>
          <a:xfrm>
            <a:off x="812800" y="304800"/>
            <a:ext cx="10363200" cy="609600"/>
          </a:xfrm>
          <a:prstGeom prst="rect">
            <a:avLst/>
          </a:prstGeom>
        </p:spPr>
        <p:txBody>
          <a:bodyPr vert="horz" wrap="square" lIns="90170" tIns="46990" rIns="90170" bIns="46990" rtlCol="0" anchor="ctr" anchorCtr="0">
            <a:noAutofit/>
          </a:bodyPr>
          <a:lstStyle>
            <a:lvl1pPr marL="0" marR="0" algn="l" defTabSz="914400" rtl="0" eaLnBrk="1" fontAlgn="auto" latinLnBrk="0" hangingPunct="1">
              <a:lnSpc>
                <a:spcPct val="100000"/>
              </a:lnSpc>
              <a:spcBef>
                <a:spcPct val="0"/>
              </a:spcBef>
              <a:buNone/>
              <a:defRPr kumimoji="0" lang="zh-CN" altLang="en-US" sz="36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3600" b="1" i="0" u="none" strike="noStrike" kern="1200" cap="none" spc="200" normalizeH="0" baseline="0" noProof="1">
                <a:ln>
                  <a:noFill/>
                </a:ln>
                <a:solidFill>
                  <a:srgbClr val="000000"/>
                </a:solidFill>
                <a:effectLst/>
                <a:uLnTx/>
                <a:uFillTx/>
                <a:latin typeface="Arial" panose="020B0604020202020204" pitchFamily="34" charset="0"/>
                <a:ea typeface="微软雅黑" panose="020B0503020204020204" charset="-122"/>
                <a:cs typeface="+mj-cs"/>
                <a:sym typeface="+mn-ea"/>
              </a:rPr>
              <a:t>4. if-else</a:t>
            </a:r>
            <a:r>
              <a:rPr kumimoji="0" lang="zh-CN" altLang="en-US" sz="3600" b="1" i="0" u="none" strike="noStrike" kern="1200" cap="none" spc="200" normalizeH="0" baseline="0" noProof="1">
                <a:ln>
                  <a:noFill/>
                </a:ln>
                <a:solidFill>
                  <a:srgbClr val="000000"/>
                </a:solidFill>
                <a:effectLst/>
                <a:uLnTx/>
                <a:uFillTx/>
                <a:latin typeface="Arial" panose="020B0604020202020204" pitchFamily="34" charset="0"/>
                <a:ea typeface="微软雅黑" panose="020B0503020204020204" charset="-122"/>
                <a:cs typeface="+mj-cs"/>
                <a:sym typeface="+mn-ea"/>
              </a:rPr>
              <a:t>的搭配关系</a:t>
            </a:r>
          </a:p>
        </p:txBody>
      </p:sp>
    </p:spTree>
    <p:custDataLst>
      <p:tags r:id="rId1"/>
    </p:custDataLst>
    <p:extLst>
      <p:ext uri="{BB962C8B-B14F-4D97-AF65-F5344CB8AC3E}">
        <p14:creationId xmlns:p14="http://schemas.microsoft.com/office/powerpoint/2010/main" val="48087646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0"/>
                                  </p:stCondLst>
                                  <p:childTnLst>
                                    <p:set>
                                      <p:cBhvr>
                                        <p:cTn id="6" dur="1" fill="hold">
                                          <p:stCondLst>
                                            <p:cond delay="749"/>
                                          </p:stCondLst>
                                        </p:cTn>
                                        <p:tgtEl>
                                          <p:spTgt spid="47106">
                                            <p:txEl>
                                              <p:pRg st="8" end="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7106">
                                            <p:txEl>
                                              <p:pRg st="9" end="9"/>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7106">
                                            <p:txEl>
                                              <p:pRg st="10" end="1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7106">
                                            <p:txEl>
                                              <p:pRg st="11" end="1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7106">
                                            <p:txEl>
                                              <p:pRg st="12" end="1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7106">
                                            <p:txEl>
                                              <p:pRg st="13" end="13"/>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0" end="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2"/>
          <p:cNvSpPr>
            <a:spLocks noGrp="1" noChangeArrowheads="1"/>
          </p:cNvSpPr>
          <p:nvPr>
            <p:ph type="body" idx="1"/>
            <p:custDataLst>
              <p:tags r:id="rId2"/>
            </p:custDataLst>
          </p:nvPr>
        </p:nvSpPr>
        <p:spPr>
          <a:xfrm>
            <a:off x="458713" y="1212112"/>
            <a:ext cx="10845800" cy="5537027"/>
          </a:xfrm>
        </p:spPr>
        <p:txBody>
          <a:bodyPr>
            <a:normAutofit fontScale="85000" lnSpcReduction="20000"/>
          </a:bodyPr>
          <a:lstStyle/>
          <a:p>
            <a:pPr algn="just">
              <a:buNone/>
            </a:pPr>
            <a:r>
              <a:rPr lang="en-US" altLang="zh-CN" sz="2800" b="1" dirty="0" err="1">
                <a:solidFill>
                  <a:srgbClr val="CC00CC"/>
                </a:solidFill>
                <a:cs typeface="Times New Roman" pitchFamily="18" charset="0"/>
              </a:rPr>
              <a:t>eg</a:t>
            </a:r>
            <a:r>
              <a:rPr lang="en-US" altLang="zh-CN" sz="2800" b="1" dirty="0">
                <a:solidFill>
                  <a:srgbClr val="CC00CC"/>
                </a:solidFill>
                <a:cs typeface="Times New Roman" pitchFamily="18" charset="0"/>
              </a:rPr>
              <a:t> 4. </a:t>
            </a:r>
            <a:r>
              <a:rPr lang="zh-CN" altLang="en-US" sz="2800" b="1" dirty="0">
                <a:solidFill>
                  <a:srgbClr val="CC00CC"/>
                </a:solidFill>
                <a:cs typeface="Times New Roman" pitchFamily="18" charset="0"/>
              </a:rPr>
              <a:t>注意：</a:t>
            </a:r>
            <a:r>
              <a:rPr lang="en-US" altLang="zh-CN" sz="2800" b="1" dirty="0">
                <a:solidFill>
                  <a:srgbClr val="CC00CC"/>
                </a:solidFill>
                <a:cs typeface="Times New Roman" pitchFamily="18" charset="0"/>
              </a:rPr>
              <a:t> = </a:t>
            </a:r>
            <a:r>
              <a:rPr lang="en-US" altLang="zh-CN" sz="2000" b="1" dirty="0">
                <a:solidFill>
                  <a:srgbClr val="CC00CC"/>
                </a:solidFill>
                <a:cs typeface="Times New Roman" pitchFamily="18" charset="0"/>
              </a:rPr>
              <a:t> </a:t>
            </a:r>
            <a:r>
              <a:rPr lang="en-US" altLang="zh-CN" sz="2800" b="1" dirty="0">
                <a:solidFill>
                  <a:srgbClr val="CC00CC"/>
                </a:solidFill>
                <a:cs typeface="Times New Roman" pitchFamily="18" charset="0"/>
              </a:rPr>
              <a:t> =  </a:t>
            </a:r>
            <a:r>
              <a:rPr lang="zh-CN" altLang="en-US" sz="2800" b="1" dirty="0">
                <a:solidFill>
                  <a:srgbClr val="CC00CC"/>
                </a:solidFill>
                <a:cs typeface="Times New Roman" pitchFamily="18" charset="0"/>
              </a:rPr>
              <a:t>、</a:t>
            </a:r>
            <a:r>
              <a:rPr lang="en-US" altLang="zh-CN" sz="2800" b="1" dirty="0">
                <a:solidFill>
                  <a:srgbClr val="CC00CC"/>
                </a:solidFill>
                <a:cs typeface="Times New Roman" pitchFamily="18" charset="0"/>
              </a:rPr>
              <a:t> = </a:t>
            </a:r>
          </a:p>
          <a:p>
            <a:pPr algn="just" eaLnBrk="1" hangingPunct="1">
              <a:lnSpc>
                <a:spcPct val="90000"/>
              </a:lnSpc>
              <a:buFont typeface="Wingdings" pitchFamily="2" charset="2"/>
              <a:buNone/>
            </a:pPr>
            <a:endParaRPr lang="en-US" altLang="zh-CN" sz="2800" b="1" dirty="0">
              <a:cs typeface="Times New Roman" pitchFamily="18" charset="0"/>
            </a:endParaRPr>
          </a:p>
          <a:p>
            <a:pPr algn="just" eaLnBrk="1" hangingPunct="1">
              <a:lnSpc>
                <a:spcPct val="90000"/>
              </a:lnSpc>
              <a:buFont typeface="Wingdings" pitchFamily="2" charset="2"/>
              <a:buNone/>
            </a:pPr>
            <a:r>
              <a:rPr lang="en-US" altLang="zh-CN" sz="2800" b="1" dirty="0">
                <a:cs typeface="Times New Roman" pitchFamily="18" charset="0"/>
              </a:rPr>
              <a:t>int  x, y;</a:t>
            </a:r>
          </a:p>
          <a:p>
            <a:pPr algn="just" eaLnBrk="1" hangingPunct="1">
              <a:lnSpc>
                <a:spcPct val="90000"/>
              </a:lnSpc>
              <a:buFont typeface="Wingdings" pitchFamily="2" charset="2"/>
              <a:buNone/>
            </a:pPr>
            <a:r>
              <a:rPr lang="en-US" altLang="zh-CN" sz="2800" b="1" dirty="0" err="1">
                <a:cs typeface="Times New Roman" pitchFamily="18" charset="0"/>
              </a:rPr>
              <a:t>scanf</a:t>
            </a:r>
            <a:r>
              <a:rPr lang="en-US" altLang="zh-CN" sz="2800" b="1" dirty="0">
                <a:cs typeface="Times New Roman" pitchFamily="18" charset="0"/>
              </a:rPr>
              <a:t>("%d", &amp;x);</a:t>
            </a:r>
          </a:p>
          <a:p>
            <a:pPr algn="just" eaLnBrk="1" hangingPunct="1">
              <a:lnSpc>
                <a:spcPct val="90000"/>
              </a:lnSpc>
              <a:buFont typeface="Wingdings" pitchFamily="2" charset="2"/>
              <a:buNone/>
            </a:pPr>
            <a:r>
              <a:rPr lang="en-US" altLang="zh-CN" sz="2800" b="1" dirty="0">
                <a:cs typeface="Times New Roman" pitchFamily="18" charset="0"/>
              </a:rPr>
              <a:t>if (</a:t>
            </a:r>
            <a:r>
              <a:rPr lang="en-US" altLang="zh-CN" sz="2800" b="1" dirty="0">
                <a:solidFill>
                  <a:srgbClr val="3333FF"/>
                </a:solidFill>
                <a:cs typeface="Times New Roman" pitchFamily="18" charset="0"/>
              </a:rPr>
              <a:t>x == 0</a:t>
            </a:r>
            <a:r>
              <a:rPr lang="en-US" altLang="zh-CN" sz="2800" b="1" dirty="0">
                <a:cs typeface="Times New Roman" pitchFamily="18" charset="0"/>
              </a:rPr>
              <a:t>) {</a:t>
            </a:r>
          </a:p>
          <a:p>
            <a:pPr algn="just" eaLnBrk="1" hangingPunct="1">
              <a:lnSpc>
                <a:spcPct val="90000"/>
              </a:lnSpc>
              <a:buFont typeface="Wingdings" pitchFamily="2" charset="2"/>
              <a:buNone/>
            </a:pPr>
            <a:r>
              <a:rPr lang="en-US" altLang="zh-CN" sz="2800" b="1" dirty="0">
                <a:cs typeface="Times New Roman" pitchFamily="18" charset="0"/>
              </a:rPr>
              <a:t>       y = 1;</a:t>
            </a:r>
          </a:p>
          <a:p>
            <a:pPr eaLnBrk="1" hangingPunct="1">
              <a:lnSpc>
                <a:spcPct val="90000"/>
              </a:lnSpc>
              <a:buFont typeface="Wingdings" pitchFamily="2" charset="2"/>
              <a:buNone/>
            </a:pPr>
            <a:r>
              <a:rPr lang="en-US" altLang="zh-CN" sz="2800" b="1" dirty="0"/>
              <a:t>}</a:t>
            </a:r>
          </a:p>
          <a:p>
            <a:pPr eaLnBrk="1" hangingPunct="1">
              <a:lnSpc>
                <a:spcPct val="90000"/>
              </a:lnSpc>
              <a:buFont typeface="Wingdings" pitchFamily="2" charset="2"/>
              <a:buNone/>
            </a:pPr>
            <a:r>
              <a:rPr lang="en-US" altLang="zh-CN" sz="2800" b="1" dirty="0"/>
              <a:t>else {</a:t>
            </a:r>
            <a:r>
              <a:rPr lang="zh-CN" altLang="en-US" sz="2800" b="1" dirty="0"/>
              <a:t>　　</a:t>
            </a:r>
            <a:endParaRPr lang="zh-CN" altLang="en-US" sz="2400" b="1" dirty="0"/>
          </a:p>
          <a:p>
            <a:pPr eaLnBrk="1" hangingPunct="1">
              <a:lnSpc>
                <a:spcPct val="90000"/>
              </a:lnSpc>
              <a:buFont typeface="Wingdings" pitchFamily="2" charset="2"/>
              <a:buNone/>
            </a:pPr>
            <a:r>
              <a:rPr lang="zh-CN" altLang="en-US" sz="2800" b="1" dirty="0"/>
              <a:t>       </a:t>
            </a:r>
            <a:r>
              <a:rPr lang="en-US" altLang="zh-CN" sz="2800" b="1" dirty="0"/>
              <a:t>y = 2; </a:t>
            </a:r>
          </a:p>
          <a:p>
            <a:pPr eaLnBrk="1" hangingPunct="1">
              <a:lnSpc>
                <a:spcPct val="90000"/>
              </a:lnSpc>
              <a:buFont typeface="Wingdings" pitchFamily="2" charset="2"/>
              <a:buNone/>
            </a:pPr>
            <a:r>
              <a:rPr lang="en-US" altLang="zh-CN" sz="2800" b="1" dirty="0"/>
              <a:t>}</a:t>
            </a:r>
          </a:p>
          <a:p>
            <a:pPr eaLnBrk="1" hangingPunct="1">
              <a:lnSpc>
                <a:spcPct val="90000"/>
              </a:lnSpc>
              <a:buFont typeface="Wingdings" pitchFamily="2" charset="2"/>
              <a:buNone/>
            </a:pPr>
            <a:r>
              <a:rPr lang="en-US" altLang="zh-CN" sz="2800" b="1" dirty="0" err="1"/>
              <a:t>printf</a:t>
            </a:r>
            <a:r>
              <a:rPr lang="en-US" altLang="zh-CN" sz="2800" b="1" dirty="0"/>
              <a:t>("x = %d, y = %d \n", x, y);</a:t>
            </a:r>
          </a:p>
          <a:p>
            <a:pPr algn="just" eaLnBrk="1" hangingPunct="1">
              <a:lnSpc>
                <a:spcPct val="90000"/>
              </a:lnSpc>
              <a:buFont typeface="Wingdings" pitchFamily="2" charset="2"/>
              <a:buNone/>
            </a:pPr>
            <a:endParaRPr lang="en-US" altLang="zh-CN" sz="2800" b="1" dirty="0">
              <a:cs typeface="Times New Roman" pitchFamily="18" charset="0"/>
            </a:endParaRPr>
          </a:p>
          <a:p>
            <a:pPr algn="just">
              <a:buNone/>
            </a:pPr>
            <a:r>
              <a:rPr lang="zh-CN" altLang="en-US" sz="2800" b="1" dirty="0">
                <a:cs typeface="Times New Roman" pitchFamily="18" charset="0"/>
              </a:rPr>
              <a:t>输入：</a:t>
            </a:r>
            <a:r>
              <a:rPr lang="en-US" altLang="zh-CN" sz="2800" b="1" dirty="0">
                <a:cs typeface="Times New Roman" pitchFamily="18" charset="0"/>
              </a:rPr>
              <a:t>5</a:t>
            </a:r>
          </a:p>
          <a:p>
            <a:pPr algn="just">
              <a:buNone/>
            </a:pPr>
            <a:r>
              <a:rPr lang="zh-CN" altLang="en-US" sz="2800" b="1" dirty="0">
                <a:solidFill>
                  <a:prstClr val="black"/>
                </a:solidFill>
                <a:cs typeface="Times New Roman" pitchFamily="18" charset="0"/>
              </a:rPr>
              <a:t>输入：</a:t>
            </a:r>
            <a:r>
              <a:rPr lang="en-US" altLang="zh-CN" sz="2800" b="1" dirty="0">
                <a:solidFill>
                  <a:prstClr val="black"/>
                </a:solidFill>
                <a:cs typeface="Times New Roman" pitchFamily="18" charset="0"/>
              </a:rPr>
              <a:t>0</a:t>
            </a:r>
            <a:r>
              <a:rPr lang="zh-CN" altLang="en-US" sz="2800" b="1" dirty="0">
                <a:solidFill>
                  <a:prstClr val="black"/>
                </a:solidFill>
                <a:cs typeface="Times New Roman" pitchFamily="18" charset="0"/>
              </a:rPr>
              <a:t> </a:t>
            </a:r>
            <a:endParaRPr lang="en-US" altLang="zh-CN" sz="2800" b="1" dirty="0"/>
          </a:p>
        </p:txBody>
      </p:sp>
      <p:sp>
        <p:nvSpPr>
          <p:cNvPr id="68612" name="Rectangle 4"/>
          <p:cNvSpPr>
            <a:spLocks noChangeArrowheads="1"/>
          </p:cNvSpPr>
          <p:nvPr>
            <p:custDataLst>
              <p:tags r:id="rId3"/>
            </p:custDataLst>
          </p:nvPr>
        </p:nvSpPr>
        <p:spPr bwMode="auto">
          <a:xfrm>
            <a:off x="489824" y="2667271"/>
            <a:ext cx="2345335" cy="2252831"/>
          </a:xfrm>
          <a:prstGeom prst="rect">
            <a:avLst/>
          </a:prstGeom>
          <a:noFill/>
          <a:ln w="9525">
            <a:solidFill>
              <a:srgbClr val="007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bg1"/>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eaLnBrk="0" hangingPunct="0">
              <a:spcBef>
                <a:spcPct val="20000"/>
              </a:spcBef>
              <a:buClr>
                <a:schemeClr val="bg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eaLnBrk="0" hangingPunct="0">
              <a:spcBef>
                <a:spcPct val="20000"/>
              </a:spcBef>
              <a:buClr>
                <a:srgbClr val="CC00CC"/>
              </a:buClr>
              <a:buSzPct val="100000"/>
              <a:buChar char="•"/>
              <a:defRPr kumimoji="1" sz="3200" b="1">
                <a:solidFill>
                  <a:schemeClr val="bg2"/>
                </a:solidFill>
                <a:latin typeface="Times New Roman" pitchFamily="18" charset="0"/>
                <a:ea typeface="宋体" pitchFamily="2" charset="-122"/>
              </a:defRPr>
            </a:lvl4pPr>
            <a:lvl5pPr marL="2057400" indent="-228600" eaLnBrk="0" hangingPunct="0">
              <a:spcBef>
                <a:spcPct val="20000"/>
              </a:spcBef>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1" lang="en-US" altLang="en-US" sz="1800" b="1"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68613" name="Text Box 5"/>
          <p:cNvSpPr txBox="1">
            <a:spLocks noChangeArrowheads="1"/>
          </p:cNvSpPr>
          <p:nvPr>
            <p:custDataLst>
              <p:tags r:id="rId4"/>
            </p:custDataLst>
          </p:nvPr>
        </p:nvSpPr>
        <p:spPr bwMode="auto">
          <a:xfrm>
            <a:off x="5267182" y="2638075"/>
            <a:ext cx="2305051" cy="2308324"/>
          </a:xfrm>
          <a:prstGeom prst="rect">
            <a:avLst/>
          </a:prstGeom>
          <a:noFill/>
          <a:ln w="9525">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bg1"/>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eaLnBrk="0" hangingPunct="0">
              <a:spcBef>
                <a:spcPct val="20000"/>
              </a:spcBef>
              <a:buClr>
                <a:schemeClr val="bg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eaLnBrk="0" hangingPunct="0">
              <a:spcBef>
                <a:spcPct val="20000"/>
              </a:spcBef>
              <a:buClr>
                <a:srgbClr val="CC00CC"/>
              </a:buClr>
              <a:buSzPct val="100000"/>
              <a:buChar char="•"/>
              <a:defRPr kumimoji="1" sz="3200" b="1">
                <a:solidFill>
                  <a:schemeClr val="bg2"/>
                </a:solidFill>
                <a:latin typeface="Times New Roman" pitchFamily="18" charset="0"/>
                <a:ea typeface="宋体" pitchFamily="2" charset="-122"/>
              </a:defRPr>
            </a:lvl4pPr>
            <a:lvl5pPr marL="2057400" indent="-228600" eaLnBrk="0" hangingPunct="0">
              <a:spcBef>
                <a:spcPct val="20000"/>
              </a:spcBef>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if (</a:t>
            </a:r>
            <a:r>
              <a:rPr kumimoji="1" lang="en-US" altLang="zh-CN" sz="2400" b="1" i="0" u="none" strike="noStrike" kern="1200" cap="none" spc="0" normalizeH="0" baseline="0" noProof="0" dirty="0">
                <a:ln>
                  <a:noFill/>
                </a:ln>
                <a:solidFill>
                  <a:srgbClr val="EB27C6"/>
                </a:solidFill>
                <a:effectLst/>
                <a:uLnTx/>
                <a:uFillTx/>
                <a:latin typeface="Times New Roman" pitchFamily="18" charset="0"/>
                <a:ea typeface="宋体" pitchFamily="2" charset="-122"/>
                <a:cs typeface="+mn-cs"/>
              </a:rPr>
              <a:t>x = 0</a:t>
            </a:r>
            <a:r>
              <a:rPr kumimoji="1" lang="en-US" altLang="zh-CN"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 {</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      y = 1;</a:t>
            </a:r>
          </a:p>
          <a:p>
            <a:pPr marL="0" marR="0" lvl="0" indent="0" algn="l" defTabSz="914400" rtl="0" eaLnBrk="1" fontAlgn="auto" latinLnBrk="0" hangingPunct="1">
              <a:lnSpc>
                <a:spcPct val="100000"/>
              </a:lnSpc>
              <a:spcBef>
                <a:spcPct val="0"/>
              </a:spcBef>
              <a:spcAft>
                <a:spcPts val="0"/>
              </a:spcAft>
              <a:buClrTx/>
              <a:buSzTx/>
              <a:buFontTx/>
              <a:buNone/>
              <a:tabLst/>
              <a:defRPr/>
            </a:pPr>
            <a:r>
              <a:rPr lang="en-US" altLang="zh-CN" sz="2400" dirty="0">
                <a:solidFill>
                  <a:prstClr val="black"/>
                </a:solidFill>
              </a:rPr>
              <a:t>}</a:t>
            </a:r>
            <a:endParaRPr kumimoji="1" lang="en-US" altLang="zh-CN"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else {</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       y = 2;</a:t>
            </a:r>
          </a:p>
          <a:p>
            <a:pPr marL="0" marR="0" lvl="0" indent="0" algn="l" defTabSz="914400" rtl="0" eaLnBrk="1" fontAlgn="auto" latinLnBrk="0" hangingPunct="1">
              <a:lnSpc>
                <a:spcPct val="100000"/>
              </a:lnSpc>
              <a:spcBef>
                <a:spcPct val="0"/>
              </a:spcBef>
              <a:spcAft>
                <a:spcPts val="0"/>
              </a:spcAft>
              <a:buClrTx/>
              <a:buSzTx/>
              <a:buFontTx/>
              <a:buNone/>
              <a:tabLst/>
              <a:defRPr/>
            </a:pPr>
            <a:r>
              <a:rPr lang="en-US" altLang="zh-CN" sz="2400" dirty="0">
                <a:solidFill>
                  <a:prstClr val="black"/>
                </a:solidFill>
              </a:rPr>
              <a:t>}</a:t>
            </a:r>
            <a:endParaRPr kumimoji="1" lang="en-US" altLang="zh-CN"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endParaRPr>
          </a:p>
        </p:txBody>
      </p:sp>
      <p:sp>
        <p:nvSpPr>
          <p:cNvPr id="6" name="Text Box 5"/>
          <p:cNvSpPr txBox="1">
            <a:spLocks noChangeArrowheads="1"/>
          </p:cNvSpPr>
          <p:nvPr>
            <p:custDataLst>
              <p:tags r:id="rId5"/>
            </p:custDataLst>
          </p:nvPr>
        </p:nvSpPr>
        <p:spPr bwMode="auto">
          <a:xfrm>
            <a:off x="3307165" y="2151058"/>
            <a:ext cx="1339545" cy="523220"/>
          </a:xfrm>
          <a:prstGeom prst="rect">
            <a:avLst/>
          </a:prstGeom>
          <a:noFill/>
          <a:ln w="9525">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bg1"/>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eaLnBrk="0" hangingPunct="0">
              <a:spcBef>
                <a:spcPct val="20000"/>
              </a:spcBef>
              <a:buClr>
                <a:schemeClr val="bg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eaLnBrk="0" hangingPunct="0">
              <a:spcBef>
                <a:spcPct val="20000"/>
              </a:spcBef>
              <a:buClr>
                <a:srgbClr val="CC00CC"/>
              </a:buClr>
              <a:buSzPct val="100000"/>
              <a:buChar char="•"/>
              <a:defRPr kumimoji="1" sz="3200" b="1">
                <a:solidFill>
                  <a:schemeClr val="bg2"/>
                </a:solidFill>
                <a:latin typeface="Times New Roman" pitchFamily="18" charset="0"/>
                <a:ea typeface="宋体" pitchFamily="2" charset="-122"/>
              </a:defRPr>
            </a:lvl4pPr>
            <a:lvl5pPr marL="2057400" indent="-228600" eaLnBrk="0" hangingPunct="0">
              <a:spcBef>
                <a:spcPct val="20000"/>
              </a:spcBef>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28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if( </a:t>
            </a:r>
            <a:r>
              <a:rPr kumimoji="1" lang="en-US" altLang="zh-CN" sz="2800" b="1" i="0" u="none" strike="noStrike" kern="1200" cap="none" spc="0" normalizeH="0" baseline="0" noProof="0" dirty="0">
                <a:ln>
                  <a:noFill/>
                </a:ln>
                <a:solidFill>
                  <a:srgbClr val="EB27C6"/>
                </a:solidFill>
                <a:effectLst/>
                <a:uLnTx/>
                <a:uFillTx/>
                <a:latin typeface="Times New Roman" pitchFamily="18" charset="0"/>
                <a:ea typeface="宋体" pitchFamily="2" charset="-122"/>
                <a:cs typeface="+mn-cs"/>
              </a:rPr>
              <a:t>!x </a:t>
            </a:r>
            <a:r>
              <a:rPr kumimoji="1" lang="en-US" altLang="zh-CN" sz="28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a:t>
            </a:r>
          </a:p>
        </p:txBody>
      </p:sp>
      <p:cxnSp>
        <p:nvCxnSpPr>
          <p:cNvPr id="3" name="直接箭头连接符 2"/>
          <p:cNvCxnSpPr/>
          <p:nvPr/>
        </p:nvCxnSpPr>
        <p:spPr>
          <a:xfrm flipH="1">
            <a:off x="1705023" y="2395028"/>
            <a:ext cx="1599597" cy="41594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2045033" y="5678659"/>
            <a:ext cx="9100457" cy="885371"/>
          </a:xfrm>
          <a:prstGeom prst="rect">
            <a:avLst/>
          </a:prstGeom>
        </p:spPr>
        <p:txBody>
          <a:bodyPr wrap="square">
            <a:spAutoFit/>
          </a:bodyPr>
          <a:lstStyle/>
          <a:p>
            <a:pPr marL="228600" marR="0" lvl="0" indent="-228600" algn="just" defTabSz="914400" rtl="0" eaLnBrk="1" fontAlgn="auto" latinLnBrk="0" hangingPunct="1">
              <a:lnSpc>
                <a:spcPct val="90000"/>
              </a:lnSpc>
              <a:spcBef>
                <a:spcPts val="100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Calibri"/>
                <a:ea typeface="宋体" panose="02010600030101010101" pitchFamily="2" charset="-122"/>
                <a:cs typeface="Times New Roman" pitchFamily="18" charset="0"/>
              </a:rPr>
              <a:t>输出：  </a:t>
            </a:r>
            <a:r>
              <a:rPr kumimoji="0" lang="en-US" altLang="zh-CN" sz="2400" b="1" i="0" u="none" strike="noStrike" kern="1200" cap="none" spc="0" normalizeH="0" baseline="0" noProof="0" dirty="0">
                <a:ln>
                  <a:noFill/>
                </a:ln>
                <a:solidFill>
                  <a:prstClr val="black"/>
                </a:solidFill>
                <a:effectLst/>
                <a:uLnTx/>
                <a:uFillTx/>
                <a:latin typeface="Calibri"/>
                <a:ea typeface="宋体" panose="02010600030101010101" pitchFamily="2" charset="-122"/>
                <a:cs typeface="Times New Roman" pitchFamily="18" charset="0"/>
              </a:rPr>
              <a:t>x  =  5, y  =  2</a:t>
            </a:r>
            <a:r>
              <a:rPr kumimoji="0" lang="zh-CN" altLang="en-US" sz="2400" b="1" i="0" u="none" strike="noStrike" kern="1200" cap="none" spc="0" normalizeH="0" baseline="0" noProof="0" dirty="0">
                <a:ln>
                  <a:noFill/>
                </a:ln>
                <a:solidFill>
                  <a:prstClr val="black"/>
                </a:solidFill>
                <a:effectLst/>
                <a:uLnTx/>
                <a:uFillTx/>
                <a:latin typeface="Calibri"/>
                <a:ea typeface="宋体" panose="02010600030101010101" pitchFamily="2" charset="-122"/>
                <a:cs typeface="Times New Roman" pitchFamily="18" charset="0"/>
              </a:rPr>
              <a:t>                             输出： </a:t>
            </a:r>
            <a:r>
              <a:rPr kumimoji="0" lang="en-US" altLang="zh-CN" sz="2400" b="1" i="0" u="none" strike="noStrike" kern="1200" cap="none" spc="0" normalizeH="0" baseline="0" noProof="0" dirty="0">
                <a:ln>
                  <a:noFill/>
                </a:ln>
                <a:solidFill>
                  <a:prstClr val="black"/>
                </a:solidFill>
                <a:effectLst/>
                <a:uLnTx/>
                <a:uFillTx/>
                <a:latin typeface="Calibri"/>
                <a:ea typeface="宋体" panose="02010600030101010101" pitchFamily="2" charset="-122"/>
                <a:cs typeface="Times New Roman" pitchFamily="18" charset="0"/>
              </a:rPr>
              <a:t>x  =  0, y  =  2</a:t>
            </a:r>
          </a:p>
          <a:p>
            <a:pPr marL="228600" marR="0" lvl="0" indent="-228600" algn="just" defTabSz="914400" rtl="0" eaLnBrk="1" fontAlgn="auto" latinLnBrk="0" hangingPunct="1">
              <a:lnSpc>
                <a:spcPct val="90000"/>
              </a:lnSpc>
              <a:spcBef>
                <a:spcPts val="100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Calibri"/>
                <a:ea typeface="宋体" panose="02010600030101010101" pitchFamily="2" charset="-122"/>
                <a:cs typeface="Times New Roman" pitchFamily="18" charset="0"/>
              </a:rPr>
              <a:t>输出：  </a:t>
            </a:r>
            <a:r>
              <a:rPr kumimoji="0" lang="en-US" altLang="zh-CN" sz="2400" b="1" i="0" u="none" strike="noStrike" kern="1200" cap="none" spc="0" normalizeH="0" baseline="0" noProof="0" dirty="0">
                <a:ln>
                  <a:noFill/>
                </a:ln>
                <a:solidFill>
                  <a:prstClr val="black"/>
                </a:solidFill>
                <a:effectLst/>
                <a:uLnTx/>
                <a:uFillTx/>
                <a:latin typeface="Calibri"/>
                <a:ea typeface="宋体" panose="02010600030101010101" pitchFamily="2" charset="-122"/>
                <a:cs typeface="Times New Roman" pitchFamily="18" charset="0"/>
              </a:rPr>
              <a:t>x  =  0, y  =  1</a:t>
            </a:r>
            <a:r>
              <a:rPr kumimoji="0" lang="zh-CN" altLang="en-US" sz="2400" b="1" i="0" u="none" strike="noStrike" kern="1200" cap="none" spc="0" normalizeH="0" baseline="0" noProof="0" dirty="0">
                <a:ln>
                  <a:noFill/>
                </a:ln>
                <a:solidFill>
                  <a:prstClr val="black"/>
                </a:solidFill>
                <a:effectLst/>
                <a:uLnTx/>
                <a:uFillTx/>
                <a:latin typeface="Calibri"/>
                <a:ea typeface="宋体" panose="02010600030101010101" pitchFamily="2" charset="-122"/>
                <a:cs typeface="Times New Roman" pitchFamily="18" charset="0"/>
              </a:rPr>
              <a:t>                             输出： </a:t>
            </a:r>
            <a:r>
              <a:rPr kumimoji="0" lang="en-US" altLang="zh-CN" sz="2400" b="1" i="0" u="none" strike="noStrike" kern="1200" cap="none" spc="0" normalizeH="0" baseline="0" noProof="0" dirty="0">
                <a:ln>
                  <a:noFill/>
                </a:ln>
                <a:solidFill>
                  <a:prstClr val="black"/>
                </a:solidFill>
                <a:effectLst/>
                <a:uLnTx/>
                <a:uFillTx/>
                <a:latin typeface="Calibri"/>
                <a:ea typeface="宋体" panose="02010600030101010101" pitchFamily="2" charset="-122"/>
                <a:cs typeface="Times New Roman" pitchFamily="18" charset="0"/>
              </a:rPr>
              <a:t>x  =  0, y  =  2</a:t>
            </a:r>
            <a:endParaRPr kumimoji="0" lang="en-US" altLang="zh-CN" sz="2400" b="1" i="0" u="none" strike="noStrike" kern="1200" cap="none" spc="0" normalizeH="0" baseline="0" noProof="0" dirty="0">
              <a:ln>
                <a:noFill/>
              </a:ln>
              <a:solidFill>
                <a:prstClr val="black"/>
              </a:solidFill>
              <a:effectLst/>
              <a:uLnTx/>
              <a:uFillTx/>
              <a:latin typeface="Calibri"/>
              <a:ea typeface="宋体" panose="02010600030101010101" pitchFamily="2" charset="-122"/>
            </a:endParaRPr>
          </a:p>
        </p:txBody>
      </p:sp>
      <p:sp>
        <p:nvSpPr>
          <p:cNvPr id="8" name="Rectangle 2"/>
          <p:cNvSpPr txBox="1">
            <a:spLocks noChangeArrowheads="1"/>
          </p:cNvSpPr>
          <p:nvPr/>
        </p:nvSpPr>
        <p:spPr>
          <a:xfrm>
            <a:off x="812800" y="304800"/>
            <a:ext cx="10363200" cy="609600"/>
          </a:xfrm>
          <a:prstGeom prst="rect">
            <a:avLst/>
          </a:prstGeom>
        </p:spPr>
        <p:txBody>
          <a:bodyPr vert="horz" wrap="square" lIns="90170" tIns="46990" rIns="90170" bIns="46990" rtlCol="0" anchor="ctr" anchorCtr="0">
            <a:noAutofit/>
          </a:bodyPr>
          <a:lstStyle>
            <a:lvl1pPr marL="0" marR="0" algn="l" defTabSz="914400" rtl="0" eaLnBrk="1" fontAlgn="auto" latinLnBrk="0" hangingPunct="1">
              <a:lnSpc>
                <a:spcPct val="100000"/>
              </a:lnSpc>
              <a:spcBef>
                <a:spcPct val="0"/>
              </a:spcBef>
              <a:buNone/>
              <a:defRPr kumimoji="0" lang="zh-CN" altLang="en-US" sz="36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3600" b="1" i="0" u="none" strike="noStrike" kern="1200" cap="none" spc="200" normalizeH="0" baseline="0" noProof="1">
                <a:ln>
                  <a:noFill/>
                </a:ln>
                <a:solidFill>
                  <a:srgbClr val="000000"/>
                </a:solidFill>
                <a:effectLst/>
                <a:uLnTx/>
                <a:uFillTx/>
                <a:latin typeface="Arial" panose="020B0604020202020204" pitchFamily="34" charset="0"/>
                <a:ea typeface="微软雅黑" panose="020B0503020204020204" charset="-122"/>
                <a:cs typeface="+mj-cs"/>
                <a:sym typeface="+mn-ea"/>
              </a:rPr>
              <a:t>5. if </a:t>
            </a:r>
            <a:r>
              <a:rPr kumimoji="0" lang="zh-CN" altLang="en-US" sz="3600" b="1" i="0" u="none" strike="noStrike" kern="1200" cap="none" spc="200" normalizeH="0" baseline="0" noProof="1">
                <a:ln>
                  <a:noFill/>
                </a:ln>
                <a:solidFill>
                  <a:srgbClr val="000000"/>
                </a:solidFill>
                <a:effectLst/>
                <a:uLnTx/>
                <a:uFillTx/>
                <a:latin typeface="Arial" panose="020B0604020202020204" pitchFamily="34" charset="0"/>
                <a:ea typeface="微软雅黑" panose="020B0503020204020204" charset="-122"/>
                <a:cs typeface="+mj-cs"/>
                <a:sym typeface="+mn-ea"/>
              </a:rPr>
              <a:t>后面的表达式中的</a:t>
            </a:r>
            <a:r>
              <a:rPr kumimoji="0" lang="en-US" altLang="zh-CN" sz="3600" b="1" i="0" u="none" strike="noStrike" kern="1200" cap="none" spc="200" normalizeH="0" baseline="0" noProof="1">
                <a:ln>
                  <a:noFill/>
                </a:ln>
                <a:solidFill>
                  <a:srgbClr val="000000"/>
                </a:solidFill>
                <a:effectLst/>
                <a:uLnTx/>
                <a:uFillTx/>
                <a:latin typeface="Arial" panose="020B0604020202020204" pitchFamily="34" charset="0"/>
                <a:ea typeface="微软雅黑" panose="020B0503020204020204" charset="-122"/>
                <a:cs typeface="+mj-cs"/>
                <a:sym typeface="+mn-ea"/>
              </a:rPr>
              <a:t>==</a:t>
            </a:r>
            <a:r>
              <a:rPr kumimoji="0" lang="zh-CN" altLang="en-US" sz="3600" b="1" i="0" u="none" strike="noStrike" kern="1200" cap="none" spc="200" normalizeH="0" baseline="0" noProof="1">
                <a:ln>
                  <a:noFill/>
                </a:ln>
                <a:solidFill>
                  <a:srgbClr val="000000"/>
                </a:solidFill>
                <a:effectLst/>
                <a:uLnTx/>
                <a:uFillTx/>
                <a:latin typeface="Arial" panose="020B0604020202020204" pitchFamily="34" charset="0"/>
                <a:ea typeface="微软雅黑" panose="020B0503020204020204" charset="-122"/>
                <a:cs typeface="+mj-cs"/>
                <a:sym typeface="+mn-ea"/>
              </a:rPr>
              <a:t>、</a:t>
            </a:r>
            <a:r>
              <a:rPr kumimoji="0" lang="en-US" altLang="zh-CN" sz="3600" b="1" i="0" u="none" strike="noStrike" kern="1200" cap="none" spc="200" normalizeH="0" baseline="0" noProof="1">
                <a:ln>
                  <a:noFill/>
                </a:ln>
                <a:solidFill>
                  <a:srgbClr val="000000"/>
                </a:solidFill>
                <a:effectLst/>
                <a:uLnTx/>
                <a:uFillTx/>
                <a:latin typeface="Arial" panose="020B0604020202020204" pitchFamily="34" charset="0"/>
                <a:ea typeface="微软雅黑" panose="020B0503020204020204" charset="-122"/>
                <a:cs typeface="+mj-cs"/>
                <a:sym typeface="+mn-ea"/>
              </a:rPr>
              <a:t>=</a:t>
            </a:r>
            <a:r>
              <a:rPr kumimoji="0" lang="zh-CN" altLang="en-US" sz="3600" b="1" i="0" u="none" strike="noStrike" kern="1200" cap="none" spc="200" normalizeH="0" baseline="0" noProof="1">
                <a:ln>
                  <a:noFill/>
                </a:ln>
                <a:solidFill>
                  <a:srgbClr val="000000"/>
                </a:solidFill>
                <a:effectLst/>
                <a:uLnTx/>
                <a:uFillTx/>
                <a:latin typeface="Arial" panose="020B0604020202020204" pitchFamily="34" charset="0"/>
                <a:ea typeface="微软雅黑" panose="020B0503020204020204" charset="-122"/>
                <a:cs typeface="+mj-cs"/>
                <a:sym typeface="+mn-ea"/>
              </a:rPr>
              <a:t>的区别</a:t>
            </a:r>
          </a:p>
        </p:txBody>
      </p:sp>
    </p:spTree>
    <p:custDataLst>
      <p:tags r:id="rId1"/>
    </p:custDataLst>
    <p:extLst>
      <p:ext uri="{BB962C8B-B14F-4D97-AF65-F5344CB8AC3E}">
        <p14:creationId xmlns:p14="http://schemas.microsoft.com/office/powerpoint/2010/main" val="689418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3"/>
          <p:cNvSpPr>
            <a:spLocks noGrp="1" noChangeArrowheads="1"/>
          </p:cNvSpPr>
          <p:nvPr>
            <p:ph type="body" idx="1"/>
          </p:nvPr>
        </p:nvSpPr>
        <p:spPr>
          <a:xfrm>
            <a:off x="192626" y="1116012"/>
            <a:ext cx="11999383" cy="5589588"/>
          </a:xfrm>
        </p:spPr>
        <p:txBody>
          <a:bodyPr>
            <a:normAutofit lnSpcReduction="10000"/>
          </a:bodyPr>
          <a:lstStyle/>
          <a:p>
            <a:pPr algn="just" eaLnBrk="1" hangingPunct="1">
              <a:lnSpc>
                <a:spcPct val="90000"/>
              </a:lnSpc>
              <a:buFont typeface="Wingdings" pitchFamily="2" charset="2"/>
              <a:buNone/>
            </a:pPr>
            <a:r>
              <a:rPr lang="zh-CN" altLang="en-US" sz="2400" dirty="0"/>
              <a:t>多路分支－嵌套的</a:t>
            </a:r>
            <a:r>
              <a:rPr lang="en-US" altLang="zh-CN" sz="2400" dirty="0"/>
              <a:t>if</a:t>
            </a:r>
            <a:r>
              <a:rPr lang="zh-CN" altLang="en-US" sz="2400" dirty="0"/>
              <a:t>语句，程序的可读性较低</a:t>
            </a:r>
          </a:p>
          <a:p>
            <a:pPr algn="just" eaLnBrk="1" hangingPunct="1">
              <a:lnSpc>
                <a:spcPct val="90000"/>
              </a:lnSpc>
              <a:buFont typeface="Wingdings" pitchFamily="2" charset="2"/>
              <a:buNone/>
            </a:pPr>
            <a:endParaRPr lang="zh-CN" altLang="en-US" sz="1400" dirty="0"/>
          </a:p>
          <a:p>
            <a:pPr algn="just" eaLnBrk="1" hangingPunct="1">
              <a:lnSpc>
                <a:spcPct val="90000"/>
              </a:lnSpc>
              <a:buFont typeface="Wingdings" pitchFamily="2" charset="2"/>
              <a:buNone/>
            </a:pPr>
            <a:r>
              <a:rPr lang="en-US" altLang="zh-CN" sz="2400" dirty="0"/>
              <a:t>switch</a:t>
            </a:r>
            <a:r>
              <a:rPr lang="zh-CN" altLang="en-US" sz="2400" dirty="0"/>
              <a:t>的一般形式：</a:t>
            </a:r>
          </a:p>
          <a:p>
            <a:pPr algn="just" eaLnBrk="1" hangingPunct="1">
              <a:lnSpc>
                <a:spcPct val="90000"/>
              </a:lnSpc>
              <a:buFont typeface="Wingdings" pitchFamily="2" charset="2"/>
              <a:buNone/>
            </a:pPr>
            <a:r>
              <a:rPr lang="zh-CN" altLang="en-US" sz="2400" dirty="0">
                <a:solidFill>
                  <a:srgbClr val="FF3300"/>
                </a:solidFill>
              </a:rPr>
              <a:t>　   </a:t>
            </a:r>
            <a:r>
              <a:rPr lang="en-US" altLang="zh-CN" sz="2400" dirty="0">
                <a:solidFill>
                  <a:srgbClr val="CC00CC"/>
                </a:solidFill>
              </a:rPr>
              <a:t>switch (</a:t>
            </a:r>
            <a:r>
              <a:rPr lang="zh-CN" altLang="en-US" sz="2400" dirty="0">
                <a:solidFill>
                  <a:srgbClr val="CC00CC"/>
                </a:solidFill>
              </a:rPr>
              <a:t>表达式</a:t>
            </a:r>
            <a:r>
              <a:rPr lang="en-US" altLang="zh-CN" sz="2400" dirty="0">
                <a:solidFill>
                  <a:srgbClr val="CC00CC"/>
                </a:solidFill>
              </a:rPr>
              <a:t>) {                                 </a:t>
            </a:r>
            <a:r>
              <a:rPr lang="en-US" altLang="zh-CN" sz="2000" dirty="0">
                <a:solidFill>
                  <a:srgbClr val="3333FF"/>
                </a:solidFill>
              </a:rPr>
              <a:t>//</a:t>
            </a:r>
            <a:r>
              <a:rPr lang="zh-CN" altLang="en-US" sz="2000" dirty="0">
                <a:solidFill>
                  <a:srgbClr val="3333FF"/>
                </a:solidFill>
              </a:rPr>
              <a:t>表达式值为整型或字符型</a:t>
            </a:r>
            <a:r>
              <a:rPr lang="en-US" altLang="zh-CN" sz="2000" dirty="0">
                <a:solidFill>
                  <a:srgbClr val="3333FF"/>
                </a:solidFill>
              </a:rPr>
              <a:t>'  '</a:t>
            </a:r>
            <a:endParaRPr lang="zh-CN" altLang="en-US" sz="2000" dirty="0">
              <a:solidFill>
                <a:srgbClr val="3333FF"/>
              </a:solidFill>
              <a:cs typeface="Times New Roman" pitchFamily="18" charset="0"/>
            </a:endParaRPr>
          </a:p>
          <a:p>
            <a:pPr algn="just" eaLnBrk="1" hangingPunct="1">
              <a:lnSpc>
                <a:spcPct val="90000"/>
              </a:lnSpc>
              <a:buFont typeface="Wingdings" pitchFamily="2" charset="2"/>
              <a:buNone/>
            </a:pPr>
            <a:r>
              <a:rPr lang="zh-CN" altLang="en-US" sz="2400" dirty="0">
                <a:solidFill>
                  <a:srgbClr val="CC00CC"/>
                </a:solidFill>
              </a:rPr>
              <a:t>　     　 </a:t>
            </a:r>
            <a:r>
              <a:rPr lang="en-US" altLang="zh-CN" sz="2400" dirty="0">
                <a:solidFill>
                  <a:srgbClr val="CC00CC"/>
                </a:solidFill>
              </a:rPr>
              <a:t>case  </a:t>
            </a:r>
            <a:r>
              <a:rPr lang="zh-CN" altLang="en-US" sz="2400" dirty="0">
                <a:solidFill>
                  <a:srgbClr val="CC00CC"/>
                </a:solidFill>
              </a:rPr>
              <a:t>常量表达式</a:t>
            </a:r>
            <a:r>
              <a:rPr lang="en-US" altLang="zh-CN" sz="2400" dirty="0">
                <a:solidFill>
                  <a:srgbClr val="CC00CC"/>
                </a:solidFill>
              </a:rPr>
              <a:t>1</a:t>
            </a:r>
            <a:r>
              <a:rPr lang="zh-CN" altLang="en-US" sz="2400" dirty="0">
                <a:solidFill>
                  <a:srgbClr val="CC00CC"/>
                </a:solidFill>
              </a:rPr>
              <a:t>：语句组</a:t>
            </a:r>
            <a:r>
              <a:rPr lang="en-US" altLang="zh-CN" sz="2400" dirty="0">
                <a:solidFill>
                  <a:srgbClr val="CC00CC"/>
                </a:solidFill>
              </a:rPr>
              <a:t>1       </a:t>
            </a:r>
            <a:r>
              <a:rPr lang="en-US" altLang="zh-CN" sz="2400" dirty="0">
                <a:solidFill>
                  <a:srgbClr val="3333FF"/>
                </a:solidFill>
              </a:rPr>
              <a:t>//</a:t>
            </a:r>
            <a:r>
              <a:rPr lang="zh-CN" altLang="en-US" sz="1800" dirty="0">
                <a:solidFill>
                  <a:srgbClr val="3333FF"/>
                </a:solidFill>
              </a:rPr>
              <a:t>语句组可为空或多条语句</a:t>
            </a:r>
            <a:r>
              <a:rPr lang="zh-CN" altLang="en-US" sz="2400" dirty="0">
                <a:solidFill>
                  <a:srgbClr val="CC00CC"/>
                </a:solidFill>
              </a:rPr>
              <a:t>　　</a:t>
            </a:r>
            <a:endParaRPr lang="zh-CN" altLang="en-US" sz="2000" dirty="0">
              <a:solidFill>
                <a:srgbClr val="CC00CC"/>
              </a:solidFill>
              <a:cs typeface="Times New Roman" pitchFamily="18" charset="0"/>
            </a:endParaRPr>
          </a:p>
          <a:p>
            <a:pPr algn="just" eaLnBrk="1" hangingPunct="1">
              <a:lnSpc>
                <a:spcPct val="90000"/>
              </a:lnSpc>
              <a:buFont typeface="Wingdings" pitchFamily="2" charset="2"/>
              <a:buNone/>
            </a:pPr>
            <a:r>
              <a:rPr lang="zh-CN" altLang="en-US" sz="2400" dirty="0">
                <a:solidFill>
                  <a:srgbClr val="CC00CC"/>
                </a:solidFill>
              </a:rPr>
              <a:t>     　　 </a:t>
            </a:r>
            <a:r>
              <a:rPr lang="en-US" altLang="zh-CN" sz="2400" dirty="0">
                <a:solidFill>
                  <a:srgbClr val="CC00CC"/>
                </a:solidFill>
              </a:rPr>
              <a:t>case  </a:t>
            </a:r>
            <a:r>
              <a:rPr lang="zh-CN" altLang="en-US" sz="2400" dirty="0">
                <a:solidFill>
                  <a:srgbClr val="CC00CC"/>
                </a:solidFill>
              </a:rPr>
              <a:t>常量表达式</a:t>
            </a:r>
            <a:r>
              <a:rPr lang="en-US" altLang="zh-CN" sz="2400" dirty="0">
                <a:solidFill>
                  <a:srgbClr val="CC00CC"/>
                </a:solidFill>
              </a:rPr>
              <a:t>2</a:t>
            </a:r>
            <a:r>
              <a:rPr lang="zh-CN" altLang="en-US" sz="2400" dirty="0">
                <a:solidFill>
                  <a:srgbClr val="CC00CC"/>
                </a:solidFill>
              </a:rPr>
              <a:t>：语句组</a:t>
            </a:r>
            <a:r>
              <a:rPr lang="en-US" altLang="zh-CN" sz="2400" dirty="0">
                <a:solidFill>
                  <a:srgbClr val="CC00CC"/>
                </a:solidFill>
              </a:rPr>
              <a:t>2 </a:t>
            </a:r>
            <a:r>
              <a:rPr lang="zh-CN" altLang="en-US" sz="2400" dirty="0">
                <a:solidFill>
                  <a:srgbClr val="CC00CC"/>
                </a:solidFill>
              </a:rPr>
              <a:t>　</a:t>
            </a:r>
            <a:endParaRPr lang="zh-CN" altLang="en-US" sz="2400" dirty="0">
              <a:solidFill>
                <a:srgbClr val="CC00CC"/>
              </a:solidFill>
              <a:cs typeface="Times New Roman" pitchFamily="18" charset="0"/>
            </a:endParaRPr>
          </a:p>
          <a:p>
            <a:pPr algn="just" eaLnBrk="1" hangingPunct="1">
              <a:lnSpc>
                <a:spcPct val="90000"/>
              </a:lnSpc>
              <a:buFont typeface="Wingdings" pitchFamily="2" charset="2"/>
              <a:buNone/>
            </a:pPr>
            <a:r>
              <a:rPr lang="zh-CN" altLang="en-US" sz="2400" b="0" dirty="0">
                <a:solidFill>
                  <a:srgbClr val="CC00CC"/>
                </a:solidFill>
              </a:rPr>
              <a:t>　           　</a:t>
            </a:r>
            <a:r>
              <a:rPr lang="en-US" altLang="zh-CN" sz="2400" b="0" dirty="0">
                <a:solidFill>
                  <a:srgbClr val="CC00CC"/>
                </a:solidFill>
              </a:rPr>
              <a:t>…</a:t>
            </a:r>
            <a:endParaRPr lang="en-US" altLang="zh-CN" sz="2400" b="0" dirty="0">
              <a:solidFill>
                <a:srgbClr val="CC00CC"/>
              </a:solidFill>
              <a:cs typeface="Times New Roman" pitchFamily="18" charset="0"/>
            </a:endParaRPr>
          </a:p>
          <a:p>
            <a:pPr algn="just" eaLnBrk="1" hangingPunct="1">
              <a:lnSpc>
                <a:spcPct val="90000"/>
              </a:lnSpc>
              <a:buFont typeface="Wingdings" pitchFamily="2" charset="2"/>
              <a:buNone/>
            </a:pPr>
            <a:r>
              <a:rPr lang="zh-CN" altLang="en-US" sz="2400" dirty="0">
                <a:solidFill>
                  <a:srgbClr val="CC00CC"/>
                </a:solidFill>
              </a:rPr>
              <a:t>　      　</a:t>
            </a:r>
            <a:r>
              <a:rPr lang="en-US" altLang="zh-CN" sz="2400" dirty="0">
                <a:solidFill>
                  <a:srgbClr val="CC00CC"/>
                </a:solidFill>
              </a:rPr>
              <a:t>case  </a:t>
            </a:r>
            <a:r>
              <a:rPr lang="zh-CN" altLang="en-US" sz="2400" dirty="0">
                <a:solidFill>
                  <a:srgbClr val="CC00CC"/>
                </a:solidFill>
              </a:rPr>
              <a:t>常量表达式</a:t>
            </a:r>
            <a:r>
              <a:rPr lang="en-US" altLang="zh-CN" sz="2400" dirty="0">
                <a:solidFill>
                  <a:srgbClr val="CC00CC"/>
                </a:solidFill>
              </a:rPr>
              <a:t>n</a:t>
            </a:r>
            <a:r>
              <a:rPr lang="zh-CN" altLang="en-US" sz="2400" dirty="0">
                <a:solidFill>
                  <a:srgbClr val="CC00CC"/>
                </a:solidFill>
              </a:rPr>
              <a:t>：语句组</a:t>
            </a:r>
            <a:r>
              <a:rPr lang="en-US" altLang="zh-CN" sz="2400" dirty="0">
                <a:solidFill>
                  <a:srgbClr val="CC00CC"/>
                </a:solidFill>
              </a:rPr>
              <a:t>n</a:t>
            </a:r>
            <a:endParaRPr lang="en-US" altLang="zh-CN" sz="2400" dirty="0">
              <a:solidFill>
                <a:srgbClr val="CC00CC"/>
              </a:solidFill>
              <a:cs typeface="Times New Roman" pitchFamily="18" charset="0"/>
            </a:endParaRPr>
          </a:p>
          <a:p>
            <a:pPr algn="just" eaLnBrk="1" hangingPunct="1">
              <a:lnSpc>
                <a:spcPct val="90000"/>
              </a:lnSpc>
              <a:buFont typeface="Wingdings" pitchFamily="2" charset="2"/>
              <a:buNone/>
            </a:pPr>
            <a:r>
              <a:rPr lang="zh-CN" altLang="en-US" sz="2400" dirty="0">
                <a:solidFill>
                  <a:srgbClr val="CC00CC"/>
                </a:solidFill>
              </a:rPr>
              <a:t>　     　 </a:t>
            </a:r>
            <a:r>
              <a:rPr lang="en-US" altLang="zh-CN" sz="2400" dirty="0">
                <a:solidFill>
                  <a:srgbClr val="CC00CC"/>
                </a:solidFill>
              </a:rPr>
              <a:t>default</a:t>
            </a:r>
            <a:r>
              <a:rPr lang="zh-CN" altLang="en-US" sz="2400" dirty="0">
                <a:solidFill>
                  <a:srgbClr val="CC00CC"/>
                </a:solidFill>
              </a:rPr>
              <a:t>：语句组</a:t>
            </a:r>
            <a:r>
              <a:rPr lang="en-US" altLang="zh-CN" sz="2400" dirty="0">
                <a:solidFill>
                  <a:srgbClr val="CC00CC"/>
                </a:solidFill>
              </a:rPr>
              <a:t>n+1</a:t>
            </a:r>
            <a:r>
              <a:rPr lang="zh-CN" altLang="en-US" sz="2400" dirty="0">
                <a:solidFill>
                  <a:srgbClr val="CC00CC"/>
                </a:solidFill>
              </a:rPr>
              <a:t>　　  　       </a:t>
            </a:r>
            <a:r>
              <a:rPr lang="en-US" altLang="zh-CN" sz="2000" dirty="0">
                <a:solidFill>
                  <a:srgbClr val="3333FF"/>
                </a:solidFill>
              </a:rPr>
              <a:t>//</a:t>
            </a:r>
            <a:r>
              <a:rPr lang="zh-CN" altLang="en-US" sz="2000" dirty="0">
                <a:solidFill>
                  <a:srgbClr val="3333FF"/>
                </a:solidFill>
              </a:rPr>
              <a:t>可缺省，处理</a:t>
            </a:r>
            <a:r>
              <a:rPr lang="en-US" altLang="zh-CN" sz="2000" dirty="0">
                <a:solidFill>
                  <a:srgbClr val="3333FF"/>
                </a:solidFill>
              </a:rPr>
              <a:t>"</a:t>
            </a:r>
            <a:r>
              <a:rPr lang="zh-CN" altLang="en-US" sz="2000" dirty="0">
                <a:solidFill>
                  <a:srgbClr val="3333FF"/>
                </a:solidFill>
              </a:rPr>
              <a:t>非上述情况</a:t>
            </a:r>
            <a:r>
              <a:rPr lang="en-US" altLang="zh-CN" sz="2000" dirty="0">
                <a:solidFill>
                  <a:srgbClr val="3333FF"/>
                </a:solidFill>
              </a:rPr>
              <a:t>"</a:t>
            </a:r>
            <a:endParaRPr lang="zh-CN" altLang="en-US" sz="2000" dirty="0">
              <a:solidFill>
                <a:srgbClr val="3333FF"/>
              </a:solidFill>
              <a:cs typeface="Times New Roman" pitchFamily="18" charset="0"/>
            </a:endParaRPr>
          </a:p>
          <a:p>
            <a:pPr eaLnBrk="1" hangingPunct="1">
              <a:lnSpc>
                <a:spcPct val="90000"/>
              </a:lnSpc>
              <a:buFont typeface="Wingdings" pitchFamily="2" charset="2"/>
              <a:buNone/>
            </a:pPr>
            <a:r>
              <a:rPr lang="zh-CN" altLang="en-US" sz="2400" dirty="0">
                <a:solidFill>
                  <a:srgbClr val="CC00CC"/>
                </a:solidFill>
              </a:rPr>
              <a:t>  　</a:t>
            </a:r>
            <a:r>
              <a:rPr lang="en-US" altLang="zh-CN" sz="2400" dirty="0">
                <a:solidFill>
                  <a:srgbClr val="CC00CC"/>
                </a:solidFill>
              </a:rPr>
              <a:t>} </a:t>
            </a:r>
          </a:p>
          <a:p>
            <a:pPr eaLnBrk="1" hangingPunct="1">
              <a:lnSpc>
                <a:spcPct val="90000"/>
              </a:lnSpc>
              <a:buFont typeface="Wingdings" pitchFamily="2" charset="2"/>
              <a:buNone/>
            </a:pPr>
            <a:endParaRPr lang="en-US" altLang="zh-CN" sz="2000" dirty="0">
              <a:solidFill>
                <a:srgbClr val="CC00CC"/>
              </a:solidFill>
            </a:endParaRPr>
          </a:p>
          <a:p>
            <a:pPr eaLnBrk="1" hangingPunct="1">
              <a:lnSpc>
                <a:spcPct val="90000"/>
              </a:lnSpc>
              <a:buFont typeface="Wingdings" pitchFamily="2" charset="2"/>
              <a:buNone/>
            </a:pPr>
            <a:r>
              <a:rPr lang="zh-CN" altLang="en-US" sz="2000" dirty="0"/>
              <a:t>功能：表达式值</a:t>
            </a:r>
            <a:r>
              <a:rPr lang="en-US" altLang="zh-CN" sz="2000" dirty="0"/>
              <a:t> = </a:t>
            </a:r>
            <a:r>
              <a:rPr lang="zh-CN" altLang="en-US" sz="2000" dirty="0"/>
              <a:t>常量表达式</a:t>
            </a:r>
            <a:r>
              <a:rPr lang="en-US" altLang="zh-CN" sz="2000" dirty="0" err="1"/>
              <a:t>i</a:t>
            </a:r>
            <a:r>
              <a:rPr lang="en-US" altLang="zh-CN" sz="2000" dirty="0"/>
              <a:t>             </a:t>
            </a:r>
            <a:r>
              <a:rPr lang="zh-CN" altLang="en-US" sz="2000" dirty="0"/>
              <a:t>从语句组</a:t>
            </a:r>
            <a:r>
              <a:rPr lang="en-US" altLang="zh-CN" sz="2000" dirty="0" err="1"/>
              <a:t>i</a:t>
            </a:r>
            <a:r>
              <a:rPr lang="zh-CN" altLang="en-US" sz="2000" dirty="0"/>
              <a:t>执行至</a:t>
            </a:r>
            <a:r>
              <a:rPr lang="en-US" altLang="zh-CN" sz="2000" dirty="0">
                <a:solidFill>
                  <a:srgbClr val="CC00CC"/>
                </a:solidFill>
              </a:rPr>
              <a:t>break</a:t>
            </a:r>
            <a:r>
              <a:rPr lang="zh-CN" altLang="en-US" sz="2000" dirty="0"/>
              <a:t>语句或</a:t>
            </a:r>
            <a:r>
              <a:rPr lang="en-US" altLang="zh-CN" sz="2000" dirty="0"/>
              <a:t>switch</a:t>
            </a:r>
            <a:r>
              <a:rPr lang="zh-CN" altLang="en-US" sz="2000" dirty="0"/>
              <a:t>结束</a:t>
            </a:r>
          </a:p>
          <a:p>
            <a:pPr eaLnBrk="1" hangingPunct="1">
              <a:lnSpc>
                <a:spcPct val="90000"/>
              </a:lnSpc>
              <a:buFont typeface="Wingdings" pitchFamily="2" charset="2"/>
              <a:buNone/>
            </a:pPr>
            <a:r>
              <a:rPr lang="zh-CN" altLang="en-US" sz="2000" dirty="0"/>
              <a:t>                               互不相同</a:t>
            </a:r>
            <a:endParaRPr lang="en-US" altLang="zh-CN" sz="2000" dirty="0"/>
          </a:p>
        </p:txBody>
      </p:sp>
      <p:sp>
        <p:nvSpPr>
          <p:cNvPr id="2052" name="AutoShape 4">
            <a:hlinkClick r:id="" action="ppaction://hlinkshowjump?jump=nextslide" highlightClick="1"/>
          </p:cNvPr>
          <p:cNvSpPr>
            <a:spLocks noChangeArrowheads="1"/>
          </p:cNvSpPr>
          <p:nvPr/>
        </p:nvSpPr>
        <p:spPr bwMode="auto">
          <a:xfrm>
            <a:off x="11277600" y="6553200"/>
            <a:ext cx="914400" cy="304800"/>
          </a:xfrm>
          <a:prstGeom prst="actionButtonBlank">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954F72"/>
                </a:solidFill>
                <a:effectLst>
                  <a:outerShdw blurRad="38100" dist="38100" dir="2700000" algn="tl">
                    <a:srgbClr val="000000"/>
                  </a:outerShdw>
                </a:effectLst>
                <a:uLnTx/>
                <a:uFillTx/>
                <a:latin typeface="Calibri"/>
                <a:ea typeface="宋体" panose="02010600030101010101" pitchFamily="2" charset="-122"/>
                <a:cs typeface="+mn-cs"/>
              </a:rPr>
              <a:t>下一张</a:t>
            </a:r>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05800" y="2510071"/>
            <a:ext cx="3886200" cy="1866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ctangle 2"/>
          <p:cNvSpPr txBox="1">
            <a:spLocks noChangeArrowheads="1"/>
          </p:cNvSpPr>
          <p:nvPr/>
        </p:nvSpPr>
        <p:spPr>
          <a:xfrm>
            <a:off x="812800" y="304800"/>
            <a:ext cx="10363200" cy="609600"/>
          </a:xfrm>
          <a:prstGeom prst="rect">
            <a:avLst/>
          </a:prstGeom>
        </p:spPr>
        <p:txBody>
          <a:bodyPr vert="horz" wrap="square" lIns="90170" tIns="46990" rIns="90170" bIns="46990" rtlCol="0" anchor="ctr" anchorCtr="0">
            <a:noAutofit/>
          </a:bodyPr>
          <a:lstStyle>
            <a:lvl1pPr marL="0" marR="0" algn="l" defTabSz="914400" rtl="0" eaLnBrk="1" fontAlgn="auto" latinLnBrk="0" hangingPunct="1">
              <a:lnSpc>
                <a:spcPct val="100000"/>
              </a:lnSpc>
              <a:spcBef>
                <a:spcPct val="0"/>
              </a:spcBef>
              <a:buNone/>
              <a:defRPr kumimoji="0" lang="zh-CN" altLang="en-US" sz="36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3600" b="1" i="0" u="none" strike="noStrike" kern="1200" cap="none" spc="200" normalizeH="0" baseline="0" noProof="1">
                <a:ln>
                  <a:noFill/>
                </a:ln>
                <a:solidFill>
                  <a:srgbClr val="000000"/>
                </a:solidFill>
                <a:effectLst/>
                <a:uLnTx/>
                <a:uFillTx/>
                <a:latin typeface="Arial" panose="020B0604020202020204" pitchFamily="34" charset="0"/>
                <a:ea typeface="微软雅黑" panose="020B0503020204020204" charset="-122"/>
                <a:cs typeface="+mj-cs"/>
                <a:sym typeface="+mn-ea"/>
              </a:rPr>
              <a:t>3.2.2 switch</a:t>
            </a:r>
            <a:r>
              <a:rPr kumimoji="0" lang="zh-CN" altLang="en-US" sz="3600" b="1" i="0" u="none" strike="noStrike" kern="1200" cap="none" spc="200" normalizeH="0" baseline="0" noProof="1">
                <a:ln>
                  <a:noFill/>
                </a:ln>
                <a:solidFill>
                  <a:srgbClr val="000000"/>
                </a:solidFill>
                <a:effectLst/>
                <a:uLnTx/>
                <a:uFillTx/>
                <a:latin typeface="Arial" panose="020B0604020202020204" pitchFamily="34" charset="0"/>
                <a:ea typeface="微软雅黑" panose="020B0503020204020204" charset="-122"/>
                <a:cs typeface="+mj-cs"/>
                <a:sym typeface="+mn-ea"/>
              </a:rPr>
              <a:t>语句</a:t>
            </a:r>
          </a:p>
        </p:txBody>
      </p:sp>
      <p:pic>
        <p:nvPicPr>
          <p:cNvPr id="2" name="图片 1">
            <a:extLst>
              <a:ext uri="{FF2B5EF4-FFF2-40B4-BE49-F238E27FC236}">
                <a16:creationId xmlns:a16="http://schemas.microsoft.com/office/drawing/2014/main" id="{18790E61-FCA5-1E37-9506-F5B1548FC4F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452306" y="166572"/>
            <a:ext cx="4636461" cy="2050280"/>
          </a:xfrm>
          <a:prstGeom prst="rect">
            <a:avLst/>
          </a:prstGeom>
        </p:spPr>
      </p:pic>
      <p:sp>
        <p:nvSpPr>
          <p:cNvPr id="8" name="文本框 7">
            <a:extLst>
              <a:ext uri="{FF2B5EF4-FFF2-40B4-BE49-F238E27FC236}">
                <a16:creationId xmlns:a16="http://schemas.microsoft.com/office/drawing/2014/main" id="{458B3EA1-F67F-95A1-759E-1C2EC219BEC4}"/>
              </a:ext>
            </a:extLst>
          </p:cNvPr>
          <p:cNvSpPr txBox="1"/>
          <p:nvPr/>
        </p:nvSpPr>
        <p:spPr>
          <a:xfrm>
            <a:off x="8538824" y="2232836"/>
            <a:ext cx="3745319" cy="338554"/>
          </a:xfrm>
          <a:prstGeom prst="rect">
            <a:avLst/>
          </a:prstGeom>
          <a:noFill/>
        </p:spPr>
        <p:txBody>
          <a:bodyPr wrap="square">
            <a:spAutoFit/>
          </a:bodyPr>
          <a:lstStyle/>
          <a:p>
            <a:r>
              <a:rPr lang="en-US" altLang="zh-CN" sz="1600" kern="1050" dirty="0">
                <a:effectLst/>
                <a:highlight>
                  <a:srgbClr val="D3D3D3"/>
                </a:highlight>
                <a:latin typeface="Times New Roman" panose="02020603050405020304" pitchFamily="18" charset="0"/>
                <a:ea typeface="宋体" panose="02010600030101010101" pitchFamily="2" charset="-122"/>
              </a:rPr>
              <a:t>switch </a:t>
            </a:r>
            <a:r>
              <a:rPr lang="zh-CN" altLang="zh-CN" sz="1600" kern="1050" dirty="0">
                <a:effectLst/>
                <a:highlight>
                  <a:srgbClr val="D3D3D3"/>
                </a:highlight>
                <a:latin typeface="Times New Roman" panose="02020603050405020304" pitchFamily="18" charset="0"/>
                <a:ea typeface="宋体" panose="02010600030101010101" pitchFamily="2" charset="-122"/>
                <a:cs typeface="Times New Roman" panose="02020603050405020304" pitchFamily="18" charset="0"/>
              </a:rPr>
              <a:t>语句的流程图（有</a:t>
            </a:r>
            <a:r>
              <a:rPr lang="en-US" altLang="zh-CN" sz="1600" kern="1050" dirty="0">
                <a:effectLst/>
                <a:highlight>
                  <a:srgbClr val="D3D3D3"/>
                </a:highlight>
                <a:latin typeface="Times New Roman" panose="02020603050405020304" pitchFamily="18" charset="0"/>
                <a:ea typeface="宋体" panose="02010600030101010101" pitchFamily="2" charset="-122"/>
              </a:rPr>
              <a:t> break </a:t>
            </a:r>
            <a:r>
              <a:rPr lang="zh-CN" altLang="zh-CN" sz="1600" kern="1050" dirty="0">
                <a:effectLst/>
                <a:highlight>
                  <a:srgbClr val="D3D3D3"/>
                </a:highlight>
                <a:latin typeface="Times New Roman" panose="02020603050405020304" pitchFamily="18" charset="0"/>
                <a:ea typeface="宋体" panose="02010600030101010101" pitchFamily="2" charset="-122"/>
                <a:cs typeface="Times New Roman" panose="02020603050405020304" pitchFamily="18" charset="0"/>
              </a:rPr>
              <a:t>语句）</a:t>
            </a:r>
            <a:endParaRPr lang="zh-CN" altLang="en-US" sz="1600" dirty="0"/>
          </a:p>
        </p:txBody>
      </p:sp>
      <p:sp>
        <p:nvSpPr>
          <p:cNvPr id="9" name="文本框 8">
            <a:extLst>
              <a:ext uri="{FF2B5EF4-FFF2-40B4-BE49-F238E27FC236}">
                <a16:creationId xmlns:a16="http://schemas.microsoft.com/office/drawing/2014/main" id="{6863D867-0CFA-B3CC-AE1C-3B0B82EAAA98}"/>
              </a:ext>
            </a:extLst>
          </p:cNvPr>
          <p:cNvSpPr txBox="1"/>
          <p:nvPr/>
        </p:nvSpPr>
        <p:spPr>
          <a:xfrm>
            <a:off x="8538825" y="4331636"/>
            <a:ext cx="3745319" cy="338554"/>
          </a:xfrm>
          <a:prstGeom prst="rect">
            <a:avLst/>
          </a:prstGeom>
          <a:noFill/>
        </p:spPr>
        <p:txBody>
          <a:bodyPr wrap="square">
            <a:spAutoFit/>
          </a:bodyPr>
          <a:lstStyle/>
          <a:p>
            <a:r>
              <a:rPr lang="en-US" altLang="zh-CN" sz="1600" kern="1050" dirty="0">
                <a:effectLst/>
                <a:highlight>
                  <a:srgbClr val="D3D3D3"/>
                </a:highlight>
                <a:latin typeface="Times New Roman" panose="02020603050405020304" pitchFamily="18" charset="0"/>
                <a:ea typeface="宋体" panose="02010600030101010101" pitchFamily="2" charset="-122"/>
              </a:rPr>
              <a:t>switch </a:t>
            </a:r>
            <a:r>
              <a:rPr lang="zh-CN" altLang="zh-CN" sz="1600" kern="1050" dirty="0">
                <a:effectLst/>
                <a:highlight>
                  <a:srgbClr val="D3D3D3"/>
                </a:highlight>
                <a:latin typeface="Times New Roman" panose="02020603050405020304" pitchFamily="18" charset="0"/>
                <a:ea typeface="宋体" panose="02010600030101010101" pitchFamily="2" charset="-122"/>
                <a:cs typeface="Times New Roman" panose="02020603050405020304" pitchFamily="18" charset="0"/>
              </a:rPr>
              <a:t>语句的流程图（</a:t>
            </a:r>
            <a:r>
              <a:rPr lang="zh-CN" altLang="en-US" sz="1600" kern="1050" dirty="0">
                <a:effectLst/>
                <a:highlight>
                  <a:srgbClr val="D3D3D3"/>
                </a:highlight>
                <a:latin typeface="Times New Roman" panose="02020603050405020304" pitchFamily="18" charset="0"/>
                <a:ea typeface="宋体" panose="02010600030101010101" pitchFamily="2" charset="-122"/>
                <a:cs typeface="Times New Roman" panose="02020603050405020304" pitchFamily="18" charset="0"/>
              </a:rPr>
              <a:t>无</a:t>
            </a:r>
            <a:r>
              <a:rPr lang="en-US" altLang="zh-CN" sz="1600" kern="1050" dirty="0">
                <a:effectLst/>
                <a:highlight>
                  <a:srgbClr val="D3D3D3"/>
                </a:highlight>
                <a:latin typeface="Times New Roman" panose="02020603050405020304" pitchFamily="18" charset="0"/>
                <a:ea typeface="宋体" panose="02010600030101010101" pitchFamily="2" charset="-122"/>
              </a:rPr>
              <a:t> break </a:t>
            </a:r>
            <a:r>
              <a:rPr lang="zh-CN" altLang="zh-CN" sz="1600" kern="1050" dirty="0">
                <a:effectLst/>
                <a:highlight>
                  <a:srgbClr val="D3D3D3"/>
                </a:highlight>
                <a:latin typeface="Times New Roman" panose="02020603050405020304" pitchFamily="18" charset="0"/>
                <a:ea typeface="宋体" panose="02010600030101010101" pitchFamily="2" charset="-122"/>
                <a:cs typeface="Times New Roman" panose="02020603050405020304" pitchFamily="18" charset="0"/>
              </a:rPr>
              <a:t>语句）</a:t>
            </a:r>
            <a:endParaRPr lang="zh-CN" altLang="en-US" sz="1600" dirty="0"/>
          </a:p>
        </p:txBody>
      </p:sp>
    </p:spTree>
    <p:extLst>
      <p:ext uri="{BB962C8B-B14F-4D97-AF65-F5344CB8AC3E}">
        <p14:creationId xmlns:p14="http://schemas.microsoft.com/office/powerpoint/2010/main" val="367959550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500"/>
                                  </p:stCondLst>
                                  <p:childTnLst>
                                    <p:set>
                                      <p:cBhvr>
                                        <p:cTn id="6" dur="1" fill="hold">
                                          <p:stCondLst>
                                            <p:cond delay="0"/>
                                          </p:stCondLst>
                                        </p:cTn>
                                        <p:tgtEl>
                                          <p:spTgt spid="2051">
                                            <p:txEl>
                                              <p:pRg st="11" end="11"/>
                                            </p:txEl>
                                          </p:spTgt>
                                        </p:tgtEl>
                                        <p:attrNameLst>
                                          <p:attrName>style.visibility</p:attrName>
                                        </p:attrNameLst>
                                      </p:cBhvr>
                                      <p:to>
                                        <p:strVal val="visible"/>
                                      </p:to>
                                    </p:set>
                                  </p:childTnLst>
                                </p:cTn>
                              </p:par>
                            </p:childTnLst>
                          </p:cTn>
                        </p:par>
                        <p:par>
                          <p:cTn id="7" fill="hold" nodeType="afterGroup">
                            <p:stCondLst>
                              <p:cond delay="500"/>
                            </p:stCondLst>
                            <p:childTnLst>
                              <p:par>
                                <p:cTn id="8" presetID="1" presetClass="entr" presetSubtype="0" fill="hold" nodeType="afterEffect">
                                  <p:stCondLst>
                                    <p:cond delay="500"/>
                                  </p:stCondLst>
                                  <p:childTnLst>
                                    <p:set>
                                      <p:cBhvr>
                                        <p:cTn id="9" dur="1" fill="hold">
                                          <p:stCondLst>
                                            <p:cond delay="0"/>
                                          </p:stCondLst>
                                        </p:cTn>
                                        <p:tgtEl>
                                          <p:spTgt spid="2051">
                                            <p:txEl>
                                              <p:pRg st="12" end="12"/>
                                            </p:txEl>
                                          </p:spTgt>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10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2"/>
          <p:cNvSpPr txBox="1">
            <a:spLocks noChangeArrowheads="1"/>
          </p:cNvSpPr>
          <p:nvPr/>
        </p:nvSpPr>
        <p:spPr bwMode="auto">
          <a:xfrm>
            <a:off x="334442" y="37223"/>
            <a:ext cx="11857567"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l"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algn="l" eaLnBrk="0" hangingPunct="0">
              <a:spcBef>
                <a:spcPct val="20000"/>
              </a:spcBef>
              <a:buClr>
                <a:srgbClr val="3333FF"/>
              </a:buClr>
              <a:buFont typeface="Times New Roman" pitchFamily="18" charset="0"/>
              <a:buChar char="–"/>
              <a:defRPr kumimoji="1" sz="2800" b="1">
                <a:solidFill>
                  <a:schemeClr val="bg2"/>
                </a:solidFill>
                <a:latin typeface="Times New Roman" pitchFamily="18" charset="0"/>
                <a:ea typeface="宋体" pitchFamily="2" charset="-122"/>
              </a:defRPr>
            </a:lvl2pPr>
            <a:lvl3pPr marL="1143000" indent="-228600" algn="l" eaLnBrk="0" hangingPunct="0">
              <a:spcBef>
                <a:spcPct val="20000"/>
              </a:spcBef>
              <a:buClr>
                <a:srgbClr val="CC00CC"/>
              </a:buClr>
              <a:buFont typeface="Times New Roman" pitchFamily="18" charset="0"/>
              <a:buChar char="»"/>
              <a:defRPr kumimoji="1" sz="2400" b="1">
                <a:solidFill>
                  <a:schemeClr val="bg2"/>
                </a:solidFill>
                <a:latin typeface="Times New Roman" pitchFamily="18" charset="0"/>
                <a:ea typeface="宋体" pitchFamily="2" charset="-122"/>
              </a:defRPr>
            </a:lvl3pPr>
            <a:lvl4pPr marL="1600200" indent="-228600" algn="l" eaLnBrk="0" hangingPunct="0">
              <a:spcBef>
                <a:spcPct val="20000"/>
              </a:spcBef>
              <a:buClr>
                <a:srgbClr val="3333FF"/>
              </a:buClr>
              <a:buSzPct val="75000"/>
              <a:buFont typeface="Wingdings" pitchFamily="2" charset="2"/>
              <a:buChar char="n"/>
              <a:defRPr kumimoji="1" sz="2000" b="1">
                <a:solidFill>
                  <a:schemeClr val="bg2"/>
                </a:solidFill>
                <a:latin typeface="Times New Roman" pitchFamily="18" charset="0"/>
                <a:ea typeface="宋体" pitchFamily="2" charset="-122"/>
              </a:defRPr>
            </a:lvl4pPr>
            <a:lvl5pPr marL="2057400" indent="-228600" algn="l" eaLnBrk="0" hangingPunct="0">
              <a:spcBef>
                <a:spcPct val="20000"/>
              </a:spcBef>
              <a:buClr>
                <a:srgbClr val="CC00CC"/>
              </a:buClr>
              <a:buFont typeface="Times New Roman" pitchFamily="18" charset="0"/>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rgbClr val="CC00CC"/>
              </a:buClr>
              <a:buFont typeface="Times New Roman" pitchFamily="18" charset="0"/>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rgbClr val="CC00CC"/>
              </a:buClr>
              <a:buFont typeface="Times New Roman" pitchFamily="18" charset="0"/>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rgbClr val="CC00CC"/>
              </a:buClr>
              <a:buFont typeface="Times New Roman" pitchFamily="18" charset="0"/>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rgbClr val="CC00CC"/>
              </a:buClr>
              <a:buFont typeface="Times New Roman" pitchFamily="18" charset="0"/>
              <a:buChar char="–"/>
              <a:defRPr kumimoji="1" sz="2000" b="1">
                <a:solidFill>
                  <a:schemeClr val="bg2"/>
                </a:solidFill>
                <a:latin typeface="Times New Roman" pitchFamily="18" charset="0"/>
                <a:ea typeface="宋体"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2800" b="1" i="0" u="none" strike="noStrike" kern="1200" cap="none" spc="0" normalizeH="0" baseline="0" noProof="0" dirty="0" err="1">
                <a:ln>
                  <a:noFill/>
                </a:ln>
                <a:solidFill>
                  <a:srgbClr val="6600CC"/>
                </a:solidFill>
                <a:effectLst/>
                <a:uLnTx/>
                <a:uFillTx/>
                <a:latin typeface="Times New Roman" pitchFamily="18" charset="0"/>
                <a:ea typeface="宋体" pitchFamily="2" charset="-122"/>
                <a:cs typeface="+mn-cs"/>
              </a:rPr>
              <a:t>eg</a:t>
            </a:r>
            <a:r>
              <a:rPr kumimoji="1" lang="en-US" altLang="zh-CN" sz="28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mn-cs"/>
              </a:rPr>
              <a:t> 3.4.</a:t>
            </a:r>
            <a:r>
              <a:rPr kumimoji="1" lang="zh-CN" altLang="en-US" sz="28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mn-cs"/>
              </a:rPr>
              <a:t>设计一个简易的计算器程序，可进行两个实数的</a:t>
            </a:r>
            <a:r>
              <a:rPr kumimoji="1" lang="en-US" altLang="zh-CN" sz="28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mn-cs"/>
              </a:rPr>
              <a:t>+</a:t>
            </a:r>
            <a:r>
              <a:rPr kumimoji="1" lang="zh-CN" altLang="en-US" sz="28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mn-cs"/>
              </a:rPr>
              <a:t>、</a:t>
            </a:r>
            <a:r>
              <a:rPr kumimoji="1" lang="en-US" altLang="zh-CN" sz="28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mn-cs"/>
              </a:rPr>
              <a:t>-</a:t>
            </a:r>
            <a:r>
              <a:rPr kumimoji="1" lang="zh-CN" altLang="en-US" sz="28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mn-cs"/>
              </a:rPr>
              <a:t>、*、</a:t>
            </a:r>
            <a:r>
              <a:rPr kumimoji="1" lang="en-US" altLang="zh-CN" sz="28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mn-cs"/>
              </a:rPr>
              <a:t>/ </a:t>
            </a:r>
            <a:r>
              <a:rPr kumimoji="1" lang="zh-CN" altLang="en-US" sz="28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mn-cs"/>
              </a:rPr>
              <a:t>运算。　</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zh-CN" altLang="en-US" sz="28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mn-cs"/>
              </a:rPr>
              <a:t>要求能处理除数为 </a:t>
            </a:r>
            <a:r>
              <a:rPr kumimoji="1" lang="en-US" altLang="zh-CN" sz="28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mn-cs"/>
              </a:rPr>
              <a:t>0 </a:t>
            </a:r>
            <a:r>
              <a:rPr kumimoji="1" lang="zh-CN" altLang="en-US" sz="28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mn-cs"/>
              </a:rPr>
              <a:t>的情况。输入时的计算式：实数　运算符　实数。</a:t>
            </a:r>
            <a:endParaRPr kumimoji="1" lang="en-US" altLang="zh-CN" sz="28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mn-cs"/>
            </a:endParaRPr>
          </a:p>
        </p:txBody>
      </p:sp>
      <p:sp>
        <p:nvSpPr>
          <p:cNvPr id="6154" name="Text Box 10"/>
          <p:cNvSpPr txBox="1">
            <a:spLocks noChangeArrowheads="1"/>
          </p:cNvSpPr>
          <p:nvPr/>
        </p:nvSpPr>
        <p:spPr bwMode="auto">
          <a:xfrm>
            <a:off x="7866693" y="2276488"/>
            <a:ext cx="4085771" cy="4401205"/>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l"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algn="l" eaLnBrk="0" hangingPunct="0">
              <a:spcBef>
                <a:spcPct val="20000"/>
              </a:spcBef>
              <a:buClr>
                <a:srgbClr val="3333FF"/>
              </a:buClr>
              <a:buFont typeface="Times New Roman" pitchFamily="18" charset="0"/>
              <a:buChar char="–"/>
              <a:defRPr kumimoji="1" sz="2800" b="1">
                <a:solidFill>
                  <a:schemeClr val="bg2"/>
                </a:solidFill>
                <a:latin typeface="Times New Roman" pitchFamily="18" charset="0"/>
                <a:ea typeface="宋体" pitchFamily="2" charset="-122"/>
              </a:defRPr>
            </a:lvl2pPr>
            <a:lvl3pPr marL="1143000" indent="-228600" algn="l" eaLnBrk="0" hangingPunct="0">
              <a:spcBef>
                <a:spcPct val="20000"/>
              </a:spcBef>
              <a:buClr>
                <a:srgbClr val="CC00CC"/>
              </a:buClr>
              <a:buFont typeface="Times New Roman" pitchFamily="18" charset="0"/>
              <a:buChar char="»"/>
              <a:defRPr kumimoji="1" sz="2400" b="1">
                <a:solidFill>
                  <a:schemeClr val="bg2"/>
                </a:solidFill>
                <a:latin typeface="Times New Roman" pitchFamily="18" charset="0"/>
                <a:ea typeface="宋体" pitchFamily="2" charset="-122"/>
              </a:defRPr>
            </a:lvl3pPr>
            <a:lvl4pPr marL="1600200" indent="-228600" algn="l" eaLnBrk="0" hangingPunct="0">
              <a:spcBef>
                <a:spcPct val="20000"/>
              </a:spcBef>
              <a:buClr>
                <a:srgbClr val="3333FF"/>
              </a:buClr>
              <a:buSzPct val="75000"/>
              <a:buFont typeface="Wingdings" pitchFamily="2" charset="2"/>
              <a:buChar char="n"/>
              <a:defRPr kumimoji="1" sz="2000" b="1">
                <a:solidFill>
                  <a:schemeClr val="bg2"/>
                </a:solidFill>
                <a:latin typeface="Times New Roman" pitchFamily="18" charset="0"/>
                <a:ea typeface="宋体" pitchFamily="2" charset="-122"/>
              </a:defRPr>
            </a:lvl4pPr>
            <a:lvl5pPr marL="2057400" indent="-228600" algn="l" eaLnBrk="0" hangingPunct="0">
              <a:spcBef>
                <a:spcPct val="20000"/>
              </a:spcBef>
              <a:buClr>
                <a:srgbClr val="CC00CC"/>
              </a:buClr>
              <a:buFont typeface="Times New Roman" pitchFamily="18" charset="0"/>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rgbClr val="CC00CC"/>
              </a:buClr>
              <a:buFont typeface="Times New Roman" pitchFamily="18" charset="0"/>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rgbClr val="CC00CC"/>
              </a:buClr>
              <a:buFont typeface="Times New Roman" pitchFamily="18" charset="0"/>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rgbClr val="CC00CC"/>
              </a:buClr>
              <a:buFont typeface="Times New Roman" pitchFamily="18" charset="0"/>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rgbClr val="CC00CC"/>
              </a:buClr>
              <a:buFont typeface="Times New Roman" pitchFamily="18" charset="0"/>
              <a:buChar char="–"/>
              <a:defRPr kumimoji="1" sz="2000" b="1">
                <a:solidFill>
                  <a:schemeClr val="bg2"/>
                </a:solidFill>
                <a:latin typeface="Times New Roman" pitchFamily="18" charset="0"/>
                <a:ea typeface="宋体"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zh-CN" altLang="en-US" sz="20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mn-cs"/>
              </a:rPr>
              <a:t>程序执行</a:t>
            </a:r>
            <a:r>
              <a:rPr kumimoji="1" lang="en-US" altLang="zh-CN" sz="20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mn-cs"/>
              </a:rPr>
              <a:t>1</a:t>
            </a:r>
            <a:r>
              <a:rPr kumimoji="1" lang="zh-CN" altLang="en-US" sz="20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mn-cs"/>
              </a:rPr>
              <a:t>：</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20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mn-cs"/>
              </a:rPr>
              <a:t>Input expression: a </a:t>
            </a:r>
            <a:r>
              <a:rPr kumimoji="1" lang="en-US" altLang="zh-CN" sz="2000" b="1" i="0" u="none" strike="noStrike" kern="1200" cap="none" spc="0" normalizeH="0" baseline="0" noProof="0" dirty="0" err="1">
                <a:ln>
                  <a:noFill/>
                </a:ln>
                <a:solidFill>
                  <a:srgbClr val="CC00CC"/>
                </a:solidFill>
                <a:effectLst/>
                <a:uLnTx/>
                <a:uFillTx/>
                <a:latin typeface="Times New Roman" pitchFamily="18" charset="0"/>
                <a:ea typeface="宋体" pitchFamily="2" charset="-122"/>
                <a:cs typeface="+mn-cs"/>
              </a:rPr>
              <a:t>oper</a:t>
            </a:r>
            <a:r>
              <a:rPr kumimoji="1" lang="en-US" altLang="zh-CN" sz="20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mn-cs"/>
              </a:rPr>
              <a:t> b</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2000" b="1" i="0" u="sng" strike="noStrike" kern="1200" cap="none" spc="0" normalizeH="0" baseline="0" noProof="0" dirty="0">
                <a:ln>
                  <a:noFill/>
                </a:ln>
                <a:solidFill>
                  <a:srgbClr val="CC00CC"/>
                </a:solidFill>
                <a:effectLst/>
                <a:uLnTx/>
                <a:uFillTx/>
                <a:latin typeface="Times New Roman" pitchFamily="18" charset="0"/>
                <a:ea typeface="宋体" pitchFamily="2" charset="-122"/>
                <a:cs typeface="+mn-cs"/>
              </a:rPr>
              <a:t>8-25↙</a:t>
            </a:r>
            <a:endParaRPr kumimoji="1" lang="en-US" altLang="zh-CN" sz="20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mn-cs"/>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20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mn-cs"/>
              </a:rPr>
              <a:t> = -17.00</a:t>
            </a:r>
          </a:p>
          <a:p>
            <a:pPr marL="0" marR="0" lvl="0" indent="0" algn="l" defTabSz="914400" rtl="0" eaLnBrk="1" fontAlgn="auto" latinLnBrk="0" hangingPunct="1">
              <a:lnSpc>
                <a:spcPct val="100000"/>
              </a:lnSpc>
              <a:spcBef>
                <a:spcPct val="0"/>
              </a:spcBef>
              <a:spcAft>
                <a:spcPts val="0"/>
              </a:spcAft>
              <a:buClrTx/>
              <a:buSzTx/>
              <a:buFontTx/>
              <a:buNone/>
              <a:tabLst/>
              <a:defRPr/>
            </a:pPr>
            <a:endParaRPr kumimoji="1" lang="en-US" altLang="zh-CN" sz="20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mn-cs"/>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zh-CN" altLang="en-US" sz="20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mn-cs"/>
              </a:rPr>
              <a:t>程序执行</a:t>
            </a:r>
            <a:r>
              <a:rPr kumimoji="1" lang="en-US" altLang="zh-CN" sz="20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mn-cs"/>
              </a:rPr>
              <a:t>2</a:t>
            </a:r>
            <a:r>
              <a:rPr kumimoji="1" lang="zh-CN" altLang="en-US" sz="20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mn-cs"/>
              </a:rPr>
              <a:t>：</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20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mn-cs"/>
              </a:rPr>
              <a:t>Input expression: a </a:t>
            </a:r>
            <a:r>
              <a:rPr kumimoji="1" lang="en-US" altLang="zh-CN" sz="2000" b="1" i="0" u="none" strike="noStrike" kern="1200" cap="none" spc="0" normalizeH="0" baseline="0" noProof="0" dirty="0" err="1">
                <a:ln>
                  <a:noFill/>
                </a:ln>
                <a:solidFill>
                  <a:srgbClr val="3333FF"/>
                </a:solidFill>
                <a:effectLst/>
                <a:uLnTx/>
                <a:uFillTx/>
                <a:latin typeface="Times New Roman" pitchFamily="18" charset="0"/>
                <a:ea typeface="宋体" pitchFamily="2" charset="-122"/>
                <a:cs typeface="+mn-cs"/>
              </a:rPr>
              <a:t>oper</a:t>
            </a:r>
            <a:r>
              <a:rPr kumimoji="1" lang="en-US" altLang="zh-CN" sz="20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mn-cs"/>
              </a:rPr>
              <a:t> b</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2000" b="1" i="0" u="sng" strike="noStrike" kern="1200" cap="none" spc="0" normalizeH="0" baseline="0" noProof="0" dirty="0">
                <a:ln>
                  <a:noFill/>
                </a:ln>
                <a:solidFill>
                  <a:srgbClr val="3333FF"/>
                </a:solidFill>
                <a:effectLst/>
                <a:uLnTx/>
                <a:uFillTx/>
                <a:latin typeface="Times New Roman" pitchFamily="18" charset="0"/>
                <a:ea typeface="宋体" pitchFamily="2" charset="-122"/>
                <a:cs typeface="+mn-cs"/>
              </a:rPr>
              <a:t>7#4↙</a:t>
            </a:r>
            <a:endParaRPr kumimoji="1" lang="en-US" altLang="zh-CN" sz="20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mn-cs"/>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20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mn-cs"/>
              </a:rPr>
              <a:t>the operator or the data is error!</a:t>
            </a:r>
          </a:p>
          <a:p>
            <a:pPr marL="0" marR="0" lvl="0" indent="0" algn="l" defTabSz="914400" rtl="0" eaLnBrk="1" fontAlgn="auto" latinLnBrk="0" hangingPunct="1">
              <a:lnSpc>
                <a:spcPct val="100000"/>
              </a:lnSpc>
              <a:spcBef>
                <a:spcPct val="0"/>
              </a:spcBef>
              <a:spcAft>
                <a:spcPts val="0"/>
              </a:spcAft>
              <a:buClrTx/>
              <a:buSzTx/>
              <a:buFontTx/>
              <a:buNone/>
              <a:tabLst/>
              <a:defRPr/>
            </a:pPr>
            <a:endParaRPr kumimoji="1" lang="en-US" altLang="zh-CN" sz="2000" b="1" i="0" u="none" strike="noStrike" kern="1200" cap="none" spc="0" normalizeH="0" baseline="0" noProof="0" dirty="0">
              <a:ln>
                <a:noFill/>
              </a:ln>
              <a:solidFill>
                <a:srgbClr val="44546A"/>
              </a:solidFill>
              <a:effectLst/>
              <a:uLnTx/>
              <a:uFillTx/>
              <a:latin typeface="Times New Roman" pitchFamily="18" charset="0"/>
              <a:ea typeface="宋体" pitchFamily="2" charset="-122"/>
              <a:cs typeface="+mn-cs"/>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zh-CN" altLang="en-US" sz="20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mn-cs"/>
              </a:rPr>
              <a:t>程序执行</a:t>
            </a:r>
            <a:r>
              <a:rPr kumimoji="1" lang="en-US" altLang="zh-CN" sz="20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mn-cs"/>
              </a:rPr>
              <a:t>3</a:t>
            </a:r>
            <a:r>
              <a:rPr kumimoji="1" lang="zh-CN" altLang="en-US" sz="20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mn-cs"/>
              </a:rPr>
              <a:t>：</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20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mn-cs"/>
              </a:rPr>
              <a:t>Input expression: a </a:t>
            </a:r>
            <a:r>
              <a:rPr kumimoji="1" lang="en-US" altLang="zh-CN" sz="2000" b="1" i="0" u="none" strike="noStrike" kern="1200" cap="none" spc="0" normalizeH="0" baseline="0" noProof="0" dirty="0" err="1">
                <a:ln>
                  <a:noFill/>
                </a:ln>
                <a:solidFill>
                  <a:srgbClr val="6600CC"/>
                </a:solidFill>
                <a:effectLst/>
                <a:uLnTx/>
                <a:uFillTx/>
                <a:latin typeface="Times New Roman" pitchFamily="18" charset="0"/>
                <a:ea typeface="宋体" pitchFamily="2" charset="-122"/>
                <a:cs typeface="+mn-cs"/>
              </a:rPr>
              <a:t>oper</a:t>
            </a:r>
            <a:r>
              <a:rPr kumimoji="1" lang="en-US" altLang="zh-CN" sz="20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mn-cs"/>
              </a:rPr>
              <a:t> b</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2000" b="1" i="0" u="sng" strike="noStrike" kern="1200" cap="none" spc="0" normalizeH="0" baseline="0" noProof="0" dirty="0">
                <a:ln>
                  <a:noFill/>
                </a:ln>
                <a:solidFill>
                  <a:srgbClr val="6600CC"/>
                </a:solidFill>
                <a:effectLst/>
                <a:uLnTx/>
                <a:uFillTx/>
                <a:latin typeface="Times New Roman" pitchFamily="18" charset="0"/>
                <a:ea typeface="宋体" pitchFamily="2" charset="-122"/>
                <a:cs typeface="+mn-cs"/>
              </a:rPr>
              <a:t>356</a:t>
            </a:r>
            <a:r>
              <a:rPr kumimoji="1" lang="en-US" altLang="zh-CN" sz="2000" b="1" i="0" u="sng" strike="noStrike" kern="1200" cap="none" spc="0" normalizeH="0" baseline="0" noProof="0" dirty="0">
                <a:ln>
                  <a:noFill/>
                </a:ln>
                <a:solidFill>
                  <a:srgbClr val="CC00CC"/>
                </a:solidFill>
                <a:effectLst/>
                <a:uLnTx/>
                <a:uFillTx/>
                <a:latin typeface="Times New Roman" pitchFamily="18" charset="0"/>
                <a:ea typeface="宋体" pitchFamily="2" charset="-122"/>
                <a:cs typeface="+mn-cs"/>
              </a:rPr>
              <a:t>/0</a:t>
            </a:r>
            <a:r>
              <a:rPr kumimoji="1" lang="en-US" altLang="zh-CN" sz="2000" b="1" i="0" u="sng" strike="noStrike" kern="1200" cap="none" spc="0" normalizeH="0" baseline="0" noProof="0" dirty="0">
                <a:ln>
                  <a:noFill/>
                </a:ln>
                <a:solidFill>
                  <a:srgbClr val="6600CC"/>
                </a:solidFill>
                <a:effectLst/>
                <a:uLnTx/>
                <a:uFillTx/>
                <a:latin typeface="Times New Roman" pitchFamily="18" charset="0"/>
                <a:ea typeface="宋体" pitchFamily="2" charset="-122"/>
                <a:cs typeface="+mn-cs"/>
              </a:rPr>
              <a:t>↙</a:t>
            </a:r>
            <a:endParaRPr kumimoji="1" lang="en-US" altLang="zh-CN" sz="20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mn-cs"/>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20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mn-cs"/>
              </a:rPr>
              <a:t>divisor is zero!</a:t>
            </a:r>
          </a:p>
        </p:txBody>
      </p:sp>
      <p:sp>
        <p:nvSpPr>
          <p:cNvPr id="125" name="Rectangle 3"/>
          <p:cNvSpPr txBox="1">
            <a:spLocks noChangeArrowheads="1"/>
          </p:cNvSpPr>
          <p:nvPr/>
        </p:nvSpPr>
        <p:spPr>
          <a:xfrm>
            <a:off x="167434" y="3057730"/>
            <a:ext cx="6407543" cy="2323147"/>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Wingdings" pitchFamily="2" charset="2"/>
              <a:buNone/>
              <a:tabLst/>
              <a:defRPr/>
            </a:pPr>
            <a:r>
              <a:rPr kumimoji="0" lang="zh-CN" altLang="en-US" sz="20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a:t>
            </a:r>
            <a:r>
              <a:rPr kumimoji="0" lang="en-US" altLang="zh-CN" sz="20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a:t>
            </a:r>
            <a:r>
              <a:rPr kumimoji="0" lang="zh-CN" altLang="en-US" sz="20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a:t>
            </a:r>
            <a:r>
              <a:rPr kumimoji="0" lang="en-US" altLang="zh-CN" sz="20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 </a:t>
            </a:r>
            <a:r>
              <a:rPr kumimoji="0" lang="zh-CN" altLang="en-US" sz="20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a:t>
            </a:r>
            <a:r>
              <a:rPr kumimoji="0" lang="en-US" altLang="zh-CN" sz="20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 </a:t>
            </a:r>
            <a:r>
              <a:rPr kumimoji="0" lang="zh-CN" altLang="en-US" sz="20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a:t>
            </a:r>
            <a:r>
              <a:rPr kumimoji="0" lang="en-US" altLang="zh-CN" sz="20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 </a:t>
            </a:r>
            <a:r>
              <a:rPr kumimoji="0" lang="zh-CN" altLang="en-US" sz="20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a:t>
            </a:r>
            <a:r>
              <a:rPr kumimoji="0" lang="en-US" altLang="zh-CN" sz="20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default</a:t>
            </a:r>
          </a:p>
          <a:p>
            <a:pPr marL="228600" marR="0" lvl="0" indent="-228600" algn="l" defTabSz="914400" rtl="0" eaLnBrk="1" fontAlgn="auto" latinLnBrk="0" hangingPunct="1">
              <a:lnSpc>
                <a:spcPct val="90000"/>
              </a:lnSpc>
              <a:spcBef>
                <a:spcPts val="1000"/>
              </a:spcBef>
              <a:spcAft>
                <a:spcPts val="0"/>
              </a:spcAft>
              <a:buClrTx/>
              <a:buSzTx/>
              <a:buFont typeface="Wingdings" pitchFamily="2" charset="2"/>
              <a:buNone/>
              <a:tabLst/>
              <a:defRPr/>
            </a:pPr>
            <a:endParaRPr kumimoji="0" lang="en-US" altLang="zh-CN" sz="20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a:p>
            <a:pPr marL="228600" marR="0" lvl="0" indent="-228600" algn="l" defTabSz="914400" rtl="0" eaLnBrk="1" fontAlgn="auto" latinLnBrk="0" hangingPunct="1">
              <a:lnSpc>
                <a:spcPct val="90000"/>
              </a:lnSpc>
              <a:spcBef>
                <a:spcPts val="1000"/>
              </a:spcBef>
              <a:spcAft>
                <a:spcPts val="0"/>
              </a:spcAft>
              <a:buClrTx/>
              <a:buSzTx/>
              <a:buFont typeface="Wingdings" pitchFamily="2" charset="2"/>
              <a:buNone/>
              <a:tabLst/>
              <a:defRPr/>
            </a:pPr>
            <a:r>
              <a:rPr kumimoji="0" lang="en-US" altLang="zh-CN" sz="20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d = a + b     d = a - b</a:t>
            </a:r>
            <a:r>
              <a:rPr kumimoji="0" lang="zh-CN" altLang="en-US" sz="20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a:t>
            </a:r>
            <a:r>
              <a:rPr kumimoji="0" lang="en-US" altLang="zh-CN" sz="20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d = a * b</a:t>
            </a:r>
          </a:p>
          <a:p>
            <a:pPr marL="228600" marR="0" lvl="0" indent="-228600" algn="l" defTabSz="914400" rtl="0" eaLnBrk="1" fontAlgn="auto" latinLnBrk="0" hangingPunct="1">
              <a:lnSpc>
                <a:spcPct val="90000"/>
              </a:lnSpc>
              <a:spcBef>
                <a:spcPts val="1000"/>
              </a:spcBef>
              <a:spcAft>
                <a:spcPts val="0"/>
              </a:spcAft>
              <a:buClrTx/>
              <a:buSzTx/>
              <a:buFont typeface="Wingdings" pitchFamily="2" charset="2"/>
              <a:buNone/>
              <a:tabLst/>
              <a:defRPr/>
            </a:pPr>
            <a:endParaRPr kumimoji="0" lang="en-US" altLang="zh-CN" sz="20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a:p>
            <a:pPr marL="228600" marR="0" lvl="0" indent="-228600" algn="l" defTabSz="914400" rtl="0" eaLnBrk="1" fontAlgn="auto" latinLnBrk="0" hangingPunct="1">
              <a:lnSpc>
                <a:spcPct val="90000"/>
              </a:lnSpc>
              <a:spcBef>
                <a:spcPts val="1000"/>
              </a:spcBef>
              <a:spcAft>
                <a:spcPts val="0"/>
              </a:spcAft>
              <a:buClrTx/>
              <a:buSzTx/>
              <a:buFont typeface="Wingdings" pitchFamily="2" charset="2"/>
              <a:buNone/>
              <a:tabLst/>
              <a:defRPr/>
            </a:pPr>
            <a:endParaRPr kumimoji="0" lang="en-US" altLang="zh-CN" sz="20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a:p>
            <a:pPr marL="228600" marR="0" lvl="0" indent="-228600" algn="l" defTabSz="914400" rtl="0" eaLnBrk="1" fontAlgn="auto" latinLnBrk="0" hangingPunct="1">
              <a:lnSpc>
                <a:spcPct val="90000"/>
              </a:lnSpc>
              <a:spcBef>
                <a:spcPts val="1000"/>
              </a:spcBef>
              <a:spcAft>
                <a:spcPts val="0"/>
              </a:spcAft>
              <a:buClrTx/>
              <a:buSzTx/>
              <a:buFont typeface="Wingdings" pitchFamily="2" charset="2"/>
              <a:buNone/>
              <a:tabLst/>
              <a:defRPr/>
            </a:pPr>
            <a:r>
              <a:rPr kumimoji="0" lang="en-US" altLang="zh-CN" sz="20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break</a:t>
            </a:r>
            <a:r>
              <a:rPr kumimoji="0" lang="zh-CN" altLang="en-US" sz="20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a:t>
            </a:r>
            <a:r>
              <a:rPr kumimoji="0" lang="en-US" altLang="zh-CN" sz="2000" b="1" i="0" u="none" strike="noStrike" kern="1200" cap="none" spc="0" normalizeH="0" baseline="0" noProof="0" dirty="0">
                <a:ln>
                  <a:noFill/>
                </a:ln>
                <a:solidFill>
                  <a:prstClr val="white"/>
                </a:solidFill>
                <a:effectLst/>
                <a:uLnTx/>
                <a:uFillTx/>
                <a:latin typeface="Calibri"/>
                <a:ea typeface="宋体" panose="02010600030101010101" pitchFamily="2" charset="-122"/>
                <a:cs typeface="+mn-cs"/>
              </a:rPr>
              <a:t>    break</a:t>
            </a:r>
            <a:endParaRPr kumimoji="0" lang="en-US" altLang="zh-CN" sz="20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a:p>
            <a:pPr marL="228600" marR="0" lvl="0" indent="-228600" algn="l" defTabSz="914400" rtl="0" eaLnBrk="1" fontAlgn="auto" latinLnBrk="0" hangingPunct="1">
              <a:lnSpc>
                <a:spcPct val="90000"/>
              </a:lnSpc>
              <a:spcBef>
                <a:spcPts val="1000"/>
              </a:spcBef>
              <a:spcAft>
                <a:spcPts val="0"/>
              </a:spcAft>
              <a:buClrTx/>
              <a:buSzTx/>
              <a:buFont typeface="Wingdings" pitchFamily="2" charset="2"/>
              <a:buNone/>
              <a:tabLst/>
              <a:defRPr/>
            </a:pPr>
            <a:r>
              <a:rPr kumimoji="0" lang="zh-CN" altLang="en-US" sz="20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a:t>
            </a:r>
          </a:p>
        </p:txBody>
      </p:sp>
      <p:sp>
        <p:nvSpPr>
          <p:cNvPr id="126" name="AutoShape 57"/>
          <p:cNvSpPr>
            <a:spLocks noChangeArrowheads="1"/>
          </p:cNvSpPr>
          <p:nvPr/>
        </p:nvSpPr>
        <p:spPr bwMode="auto">
          <a:xfrm>
            <a:off x="2483324" y="2345880"/>
            <a:ext cx="1584325" cy="647700"/>
          </a:xfrm>
          <a:prstGeom prst="flowChartDecision">
            <a:avLst/>
          </a:prstGeom>
          <a:noFill/>
          <a:ln w="12700" cap="sq" algn="ctr">
            <a:solidFill>
              <a:srgbClr val="00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lgn="l"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algn="l" eaLnBrk="0" hangingPunct="0">
              <a:spcBef>
                <a:spcPct val="20000"/>
              </a:spcBef>
              <a:buClr>
                <a:srgbClr val="3333FF"/>
              </a:buClr>
              <a:buFont typeface="Times New Roman" pitchFamily="18" charset="0"/>
              <a:buChar char="–"/>
              <a:defRPr kumimoji="1" sz="2800" b="1">
                <a:solidFill>
                  <a:schemeClr val="bg2"/>
                </a:solidFill>
                <a:latin typeface="Times New Roman" pitchFamily="18" charset="0"/>
                <a:ea typeface="宋体" pitchFamily="2" charset="-122"/>
              </a:defRPr>
            </a:lvl2pPr>
            <a:lvl3pPr marL="1143000" indent="-228600" algn="l" eaLnBrk="0" hangingPunct="0">
              <a:spcBef>
                <a:spcPct val="20000"/>
              </a:spcBef>
              <a:buClr>
                <a:srgbClr val="CC00CC"/>
              </a:buClr>
              <a:buFont typeface="Times New Roman" pitchFamily="18" charset="0"/>
              <a:buChar char="»"/>
              <a:defRPr kumimoji="1" sz="2400" b="1">
                <a:solidFill>
                  <a:schemeClr val="bg2"/>
                </a:solidFill>
                <a:latin typeface="Times New Roman" pitchFamily="18" charset="0"/>
                <a:ea typeface="宋体" pitchFamily="2" charset="-122"/>
              </a:defRPr>
            </a:lvl3pPr>
            <a:lvl4pPr marL="1600200" indent="-228600" algn="l" eaLnBrk="0" hangingPunct="0">
              <a:spcBef>
                <a:spcPct val="20000"/>
              </a:spcBef>
              <a:buClr>
                <a:srgbClr val="3333FF"/>
              </a:buClr>
              <a:buSzPct val="75000"/>
              <a:buFont typeface="Wingdings" pitchFamily="2" charset="2"/>
              <a:buChar char="n"/>
              <a:defRPr kumimoji="1" sz="2000" b="1">
                <a:solidFill>
                  <a:schemeClr val="bg2"/>
                </a:solidFill>
                <a:latin typeface="Times New Roman" pitchFamily="18" charset="0"/>
                <a:ea typeface="宋体" pitchFamily="2" charset="-122"/>
              </a:defRPr>
            </a:lvl4pPr>
            <a:lvl5pPr marL="2057400" indent="-228600" algn="l" eaLnBrk="0" hangingPunct="0">
              <a:spcBef>
                <a:spcPct val="20000"/>
              </a:spcBef>
              <a:buClr>
                <a:srgbClr val="CC00CC"/>
              </a:buClr>
              <a:buFont typeface="Times New Roman" pitchFamily="18" charset="0"/>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rgbClr val="CC00CC"/>
              </a:buClr>
              <a:buFont typeface="Times New Roman" pitchFamily="18" charset="0"/>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rgbClr val="CC00CC"/>
              </a:buClr>
              <a:buFont typeface="Times New Roman" pitchFamily="18" charset="0"/>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rgbClr val="CC00CC"/>
              </a:buClr>
              <a:buFont typeface="Times New Roman" pitchFamily="18" charset="0"/>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rgbClr val="CC00CC"/>
              </a:buClr>
              <a:buFont typeface="Times New Roman" pitchFamily="18" charset="0"/>
              <a:buChar char="–"/>
              <a:defRPr kumimoji="1" sz="2000" b="1">
                <a:solidFill>
                  <a:schemeClr val="bg2"/>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dirty="0" err="1">
                <a:ln>
                  <a:noFill/>
                </a:ln>
                <a:solidFill>
                  <a:srgbClr val="000000"/>
                </a:solidFill>
                <a:effectLst/>
                <a:uLnTx/>
                <a:uFillTx/>
                <a:latin typeface="Times New Roman" pitchFamily="18" charset="0"/>
                <a:ea typeface="宋体" pitchFamily="2" charset="-122"/>
                <a:cs typeface="+mn-cs"/>
              </a:rPr>
              <a:t>oper</a:t>
            </a:r>
            <a:endParaRPr kumimoji="1" lang="zh-CN" altLang="en-US" sz="20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127" name="Line 58"/>
          <p:cNvSpPr>
            <a:spLocks noChangeShapeType="1"/>
          </p:cNvSpPr>
          <p:nvPr/>
        </p:nvSpPr>
        <p:spPr bwMode="auto">
          <a:xfrm flipH="1">
            <a:off x="3275484" y="2129980"/>
            <a:ext cx="8053" cy="215900"/>
          </a:xfrm>
          <a:prstGeom prst="line">
            <a:avLst/>
          </a:prstGeom>
          <a:noFill/>
          <a:ln w="12700" cap="sq">
            <a:solidFill>
              <a:srgbClr val="00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0" cap="none" spc="0" normalizeH="0" baseline="0" noProof="0">
              <a:ln>
                <a:noFill/>
              </a:ln>
              <a:solidFill>
                <a:srgbClr val="FFFFFF"/>
              </a:solidFill>
              <a:effectLst/>
              <a:uLnTx/>
              <a:uFillTx/>
              <a:latin typeface="Times New Roman" pitchFamily="18" charset="0"/>
              <a:ea typeface="宋体" pitchFamily="2" charset="-122"/>
              <a:cs typeface="+mn-cs"/>
            </a:endParaRPr>
          </a:p>
        </p:txBody>
      </p:sp>
      <p:sp>
        <p:nvSpPr>
          <p:cNvPr id="128" name="Line 59"/>
          <p:cNvSpPr>
            <a:spLocks noChangeShapeType="1"/>
          </p:cNvSpPr>
          <p:nvPr/>
        </p:nvSpPr>
        <p:spPr bwMode="auto">
          <a:xfrm>
            <a:off x="3275485" y="2993580"/>
            <a:ext cx="0" cy="431800"/>
          </a:xfrm>
          <a:prstGeom prst="line">
            <a:avLst/>
          </a:prstGeom>
          <a:noFill/>
          <a:ln w="12700" cap="sq">
            <a:solidFill>
              <a:srgbClr val="00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0" cap="none" spc="0" normalizeH="0" baseline="0" noProof="0">
              <a:ln>
                <a:noFill/>
              </a:ln>
              <a:solidFill>
                <a:srgbClr val="FFFFFF"/>
              </a:solidFill>
              <a:effectLst/>
              <a:uLnTx/>
              <a:uFillTx/>
              <a:latin typeface="Times New Roman" pitchFamily="18" charset="0"/>
              <a:ea typeface="宋体" pitchFamily="2" charset="-122"/>
              <a:cs typeface="+mn-cs"/>
            </a:endParaRPr>
          </a:p>
        </p:txBody>
      </p:sp>
      <p:sp>
        <p:nvSpPr>
          <p:cNvPr id="129" name="Line 60"/>
          <p:cNvSpPr>
            <a:spLocks noChangeShapeType="1"/>
          </p:cNvSpPr>
          <p:nvPr/>
        </p:nvSpPr>
        <p:spPr bwMode="auto">
          <a:xfrm>
            <a:off x="899006" y="3425380"/>
            <a:ext cx="4752975" cy="0"/>
          </a:xfrm>
          <a:prstGeom prst="line">
            <a:avLst/>
          </a:prstGeom>
          <a:noFill/>
          <a:ln w="12700" cap="sq">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0" cap="none" spc="0" normalizeH="0" baseline="0" noProof="0">
              <a:ln>
                <a:noFill/>
              </a:ln>
              <a:solidFill>
                <a:srgbClr val="FFFFFF"/>
              </a:solidFill>
              <a:effectLst/>
              <a:uLnTx/>
              <a:uFillTx/>
              <a:latin typeface="Times New Roman" pitchFamily="18" charset="0"/>
              <a:ea typeface="宋体" pitchFamily="2" charset="-122"/>
              <a:cs typeface="+mn-cs"/>
            </a:endParaRPr>
          </a:p>
        </p:txBody>
      </p:sp>
      <p:sp>
        <p:nvSpPr>
          <p:cNvPr id="130" name="Line 61"/>
          <p:cNvSpPr>
            <a:spLocks noChangeShapeType="1"/>
          </p:cNvSpPr>
          <p:nvPr/>
        </p:nvSpPr>
        <p:spPr bwMode="auto">
          <a:xfrm>
            <a:off x="3275485" y="3425380"/>
            <a:ext cx="0" cy="431800"/>
          </a:xfrm>
          <a:prstGeom prst="line">
            <a:avLst/>
          </a:prstGeom>
          <a:noFill/>
          <a:ln w="12700" cap="sq">
            <a:solidFill>
              <a:srgbClr val="00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0" cap="none" spc="0" normalizeH="0" baseline="0" noProof="0">
              <a:ln>
                <a:noFill/>
              </a:ln>
              <a:solidFill>
                <a:srgbClr val="FFFFFF"/>
              </a:solidFill>
              <a:effectLst/>
              <a:uLnTx/>
              <a:uFillTx/>
              <a:latin typeface="Times New Roman" pitchFamily="18" charset="0"/>
              <a:ea typeface="宋体" pitchFamily="2" charset="-122"/>
              <a:cs typeface="+mn-cs"/>
            </a:endParaRPr>
          </a:p>
        </p:txBody>
      </p:sp>
      <p:sp>
        <p:nvSpPr>
          <p:cNvPr id="131" name="Line 62"/>
          <p:cNvSpPr>
            <a:spLocks noChangeShapeType="1"/>
          </p:cNvSpPr>
          <p:nvPr/>
        </p:nvSpPr>
        <p:spPr bwMode="auto">
          <a:xfrm flipH="1">
            <a:off x="2170499" y="6078548"/>
            <a:ext cx="7260" cy="215900"/>
          </a:xfrm>
          <a:prstGeom prst="line">
            <a:avLst/>
          </a:prstGeom>
          <a:noFill/>
          <a:ln w="12700" cap="sq">
            <a:solidFill>
              <a:srgbClr val="00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0" cap="none" spc="0" normalizeH="0" baseline="0" noProof="0">
              <a:ln>
                <a:noFill/>
              </a:ln>
              <a:solidFill>
                <a:srgbClr val="FFFFFF"/>
              </a:solidFill>
              <a:effectLst/>
              <a:uLnTx/>
              <a:uFillTx/>
              <a:latin typeface="Times New Roman" pitchFamily="18" charset="0"/>
              <a:ea typeface="宋体" pitchFamily="2" charset="-122"/>
              <a:cs typeface="+mn-cs"/>
            </a:endParaRPr>
          </a:p>
        </p:txBody>
      </p:sp>
      <p:sp>
        <p:nvSpPr>
          <p:cNvPr id="132" name="Line 63"/>
          <p:cNvSpPr>
            <a:spLocks noChangeShapeType="1"/>
          </p:cNvSpPr>
          <p:nvPr/>
        </p:nvSpPr>
        <p:spPr bwMode="auto">
          <a:xfrm>
            <a:off x="2122960" y="3425380"/>
            <a:ext cx="0" cy="431800"/>
          </a:xfrm>
          <a:prstGeom prst="line">
            <a:avLst/>
          </a:prstGeom>
          <a:noFill/>
          <a:ln w="12700" cap="sq">
            <a:solidFill>
              <a:srgbClr val="00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0" cap="none" spc="0" normalizeH="0" baseline="0" noProof="0">
              <a:ln>
                <a:noFill/>
              </a:ln>
              <a:solidFill>
                <a:srgbClr val="FFFFFF"/>
              </a:solidFill>
              <a:effectLst/>
              <a:uLnTx/>
              <a:uFillTx/>
              <a:latin typeface="Times New Roman" pitchFamily="18" charset="0"/>
              <a:ea typeface="宋体" pitchFamily="2" charset="-122"/>
              <a:cs typeface="+mn-cs"/>
            </a:endParaRPr>
          </a:p>
        </p:txBody>
      </p:sp>
      <p:sp>
        <p:nvSpPr>
          <p:cNvPr id="133" name="Line 64"/>
          <p:cNvSpPr>
            <a:spLocks noChangeShapeType="1"/>
          </p:cNvSpPr>
          <p:nvPr/>
        </p:nvSpPr>
        <p:spPr bwMode="auto">
          <a:xfrm>
            <a:off x="898997" y="3425380"/>
            <a:ext cx="0" cy="431800"/>
          </a:xfrm>
          <a:prstGeom prst="line">
            <a:avLst/>
          </a:prstGeom>
          <a:noFill/>
          <a:ln w="12700" cap="sq">
            <a:solidFill>
              <a:srgbClr val="00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0" cap="none" spc="0" normalizeH="0" baseline="0" noProof="0">
              <a:ln>
                <a:noFill/>
              </a:ln>
              <a:solidFill>
                <a:srgbClr val="FFFFFF"/>
              </a:solidFill>
              <a:effectLst/>
              <a:uLnTx/>
              <a:uFillTx/>
              <a:latin typeface="Times New Roman" pitchFamily="18" charset="0"/>
              <a:ea typeface="宋体" pitchFamily="2" charset="-122"/>
              <a:cs typeface="+mn-cs"/>
            </a:endParaRPr>
          </a:p>
        </p:txBody>
      </p:sp>
      <p:sp>
        <p:nvSpPr>
          <p:cNvPr id="134" name="Line 65"/>
          <p:cNvSpPr>
            <a:spLocks noChangeShapeType="1"/>
          </p:cNvSpPr>
          <p:nvPr/>
        </p:nvSpPr>
        <p:spPr bwMode="auto">
          <a:xfrm>
            <a:off x="5651972" y="3425380"/>
            <a:ext cx="0" cy="431800"/>
          </a:xfrm>
          <a:prstGeom prst="line">
            <a:avLst/>
          </a:prstGeom>
          <a:noFill/>
          <a:ln w="12700" cap="sq">
            <a:solidFill>
              <a:srgbClr val="00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0" cap="none" spc="0" normalizeH="0" baseline="0" noProof="0">
              <a:ln>
                <a:noFill/>
              </a:ln>
              <a:solidFill>
                <a:srgbClr val="FFFFFF"/>
              </a:solidFill>
              <a:effectLst/>
              <a:uLnTx/>
              <a:uFillTx/>
              <a:latin typeface="Times New Roman" pitchFamily="18" charset="0"/>
              <a:ea typeface="宋体" pitchFamily="2" charset="-122"/>
              <a:cs typeface="+mn-cs"/>
            </a:endParaRPr>
          </a:p>
        </p:txBody>
      </p:sp>
      <p:sp>
        <p:nvSpPr>
          <p:cNvPr id="135" name="Rectangle 66"/>
          <p:cNvSpPr>
            <a:spLocks noChangeArrowheads="1"/>
          </p:cNvSpPr>
          <p:nvPr/>
        </p:nvSpPr>
        <p:spPr bwMode="auto">
          <a:xfrm>
            <a:off x="1619732" y="3857183"/>
            <a:ext cx="936625" cy="360363"/>
          </a:xfrm>
          <a:prstGeom prst="rect">
            <a:avLst/>
          </a:prstGeom>
          <a:noFill/>
          <a:ln w="12700" cap="sq">
            <a:solidFill>
              <a:srgbClr val="00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algn="l" eaLnBrk="0" hangingPunct="0">
              <a:spcBef>
                <a:spcPct val="20000"/>
              </a:spcBef>
              <a:buClr>
                <a:srgbClr val="3333FF"/>
              </a:buClr>
              <a:buFont typeface="Times New Roman" pitchFamily="18" charset="0"/>
              <a:buChar char="–"/>
              <a:defRPr kumimoji="1" sz="2800" b="1">
                <a:solidFill>
                  <a:schemeClr val="bg2"/>
                </a:solidFill>
                <a:latin typeface="Times New Roman" pitchFamily="18" charset="0"/>
                <a:ea typeface="宋体" pitchFamily="2" charset="-122"/>
              </a:defRPr>
            </a:lvl2pPr>
            <a:lvl3pPr marL="1143000" indent="-228600" algn="l" eaLnBrk="0" hangingPunct="0">
              <a:spcBef>
                <a:spcPct val="20000"/>
              </a:spcBef>
              <a:buClr>
                <a:srgbClr val="CC00CC"/>
              </a:buClr>
              <a:buFont typeface="Times New Roman" pitchFamily="18" charset="0"/>
              <a:buChar char="»"/>
              <a:defRPr kumimoji="1" sz="2400" b="1">
                <a:solidFill>
                  <a:schemeClr val="bg2"/>
                </a:solidFill>
                <a:latin typeface="Times New Roman" pitchFamily="18" charset="0"/>
                <a:ea typeface="宋体" pitchFamily="2" charset="-122"/>
              </a:defRPr>
            </a:lvl3pPr>
            <a:lvl4pPr marL="1600200" indent="-228600" algn="l" eaLnBrk="0" hangingPunct="0">
              <a:spcBef>
                <a:spcPct val="20000"/>
              </a:spcBef>
              <a:buClr>
                <a:srgbClr val="3333FF"/>
              </a:buClr>
              <a:buSzPct val="75000"/>
              <a:buFont typeface="Wingdings" pitchFamily="2" charset="2"/>
              <a:buChar char="n"/>
              <a:defRPr kumimoji="1" sz="2000" b="1">
                <a:solidFill>
                  <a:schemeClr val="bg2"/>
                </a:solidFill>
                <a:latin typeface="Times New Roman" pitchFamily="18" charset="0"/>
                <a:ea typeface="宋体" pitchFamily="2" charset="-122"/>
              </a:defRPr>
            </a:lvl4pPr>
            <a:lvl5pPr marL="2057400" indent="-228600" algn="l" eaLnBrk="0" hangingPunct="0">
              <a:spcBef>
                <a:spcPct val="20000"/>
              </a:spcBef>
              <a:buClr>
                <a:srgbClr val="CC00CC"/>
              </a:buClr>
              <a:buFont typeface="Times New Roman" pitchFamily="18" charset="0"/>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rgbClr val="CC00CC"/>
              </a:buClr>
              <a:buFont typeface="Times New Roman" pitchFamily="18" charset="0"/>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rgbClr val="CC00CC"/>
              </a:buClr>
              <a:buFont typeface="Times New Roman" pitchFamily="18" charset="0"/>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rgbClr val="CC00CC"/>
              </a:buClr>
              <a:buFont typeface="Times New Roman" pitchFamily="18" charset="0"/>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rgbClr val="CC00CC"/>
              </a:buClr>
              <a:buFont typeface="Times New Roman" pitchFamily="18" charset="0"/>
              <a:buChar char="–"/>
              <a:defRPr kumimoji="1" sz="2000" b="1">
                <a:solidFill>
                  <a:schemeClr val="bg2"/>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altLang="en-US" sz="2400" b="0" i="0" u="none" strike="noStrike" kern="0" cap="none" spc="0" normalizeH="0" baseline="0" noProof="0">
              <a:ln>
                <a:noFill/>
              </a:ln>
              <a:solidFill>
                <a:srgbClr val="FFFFFF"/>
              </a:solidFill>
              <a:effectLst/>
              <a:uLnTx/>
              <a:uFillTx/>
              <a:latin typeface="Times New Roman" pitchFamily="18" charset="0"/>
              <a:ea typeface="宋体" pitchFamily="2" charset="-122"/>
              <a:cs typeface="+mn-cs"/>
            </a:endParaRPr>
          </a:p>
        </p:txBody>
      </p:sp>
      <p:sp>
        <p:nvSpPr>
          <p:cNvPr id="136" name="Rectangle 67"/>
          <p:cNvSpPr>
            <a:spLocks noChangeArrowheads="1"/>
          </p:cNvSpPr>
          <p:nvPr/>
        </p:nvSpPr>
        <p:spPr bwMode="auto">
          <a:xfrm>
            <a:off x="395769" y="3857183"/>
            <a:ext cx="1008063" cy="360363"/>
          </a:xfrm>
          <a:prstGeom prst="rect">
            <a:avLst/>
          </a:prstGeom>
          <a:noFill/>
          <a:ln w="12700" cap="sq">
            <a:solidFill>
              <a:srgbClr val="00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algn="l" eaLnBrk="0" hangingPunct="0">
              <a:spcBef>
                <a:spcPct val="20000"/>
              </a:spcBef>
              <a:buClr>
                <a:srgbClr val="3333FF"/>
              </a:buClr>
              <a:buFont typeface="Times New Roman" pitchFamily="18" charset="0"/>
              <a:buChar char="–"/>
              <a:defRPr kumimoji="1" sz="2800" b="1">
                <a:solidFill>
                  <a:schemeClr val="bg2"/>
                </a:solidFill>
                <a:latin typeface="Times New Roman" pitchFamily="18" charset="0"/>
                <a:ea typeface="宋体" pitchFamily="2" charset="-122"/>
              </a:defRPr>
            </a:lvl2pPr>
            <a:lvl3pPr marL="1143000" indent="-228600" algn="l" eaLnBrk="0" hangingPunct="0">
              <a:spcBef>
                <a:spcPct val="20000"/>
              </a:spcBef>
              <a:buClr>
                <a:srgbClr val="CC00CC"/>
              </a:buClr>
              <a:buFont typeface="Times New Roman" pitchFamily="18" charset="0"/>
              <a:buChar char="»"/>
              <a:defRPr kumimoji="1" sz="2400" b="1">
                <a:solidFill>
                  <a:schemeClr val="bg2"/>
                </a:solidFill>
                <a:latin typeface="Times New Roman" pitchFamily="18" charset="0"/>
                <a:ea typeface="宋体" pitchFamily="2" charset="-122"/>
              </a:defRPr>
            </a:lvl3pPr>
            <a:lvl4pPr marL="1600200" indent="-228600" algn="l" eaLnBrk="0" hangingPunct="0">
              <a:spcBef>
                <a:spcPct val="20000"/>
              </a:spcBef>
              <a:buClr>
                <a:srgbClr val="3333FF"/>
              </a:buClr>
              <a:buSzPct val="75000"/>
              <a:buFont typeface="Wingdings" pitchFamily="2" charset="2"/>
              <a:buChar char="n"/>
              <a:defRPr kumimoji="1" sz="2000" b="1">
                <a:solidFill>
                  <a:schemeClr val="bg2"/>
                </a:solidFill>
                <a:latin typeface="Times New Roman" pitchFamily="18" charset="0"/>
                <a:ea typeface="宋体" pitchFamily="2" charset="-122"/>
              </a:defRPr>
            </a:lvl4pPr>
            <a:lvl5pPr marL="2057400" indent="-228600" algn="l" eaLnBrk="0" hangingPunct="0">
              <a:spcBef>
                <a:spcPct val="20000"/>
              </a:spcBef>
              <a:buClr>
                <a:srgbClr val="CC00CC"/>
              </a:buClr>
              <a:buFont typeface="Times New Roman" pitchFamily="18" charset="0"/>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rgbClr val="CC00CC"/>
              </a:buClr>
              <a:buFont typeface="Times New Roman" pitchFamily="18" charset="0"/>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rgbClr val="CC00CC"/>
              </a:buClr>
              <a:buFont typeface="Times New Roman" pitchFamily="18" charset="0"/>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rgbClr val="CC00CC"/>
              </a:buClr>
              <a:buFont typeface="Times New Roman" pitchFamily="18" charset="0"/>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rgbClr val="CC00CC"/>
              </a:buClr>
              <a:buFont typeface="Times New Roman" pitchFamily="18" charset="0"/>
              <a:buChar char="–"/>
              <a:defRPr kumimoji="1" sz="2000" b="1">
                <a:solidFill>
                  <a:schemeClr val="bg2"/>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altLang="en-US" sz="2400" b="0" i="0" u="none" strike="noStrike" kern="0" cap="none" spc="0" normalizeH="0" baseline="0" noProof="0">
              <a:ln>
                <a:noFill/>
              </a:ln>
              <a:solidFill>
                <a:srgbClr val="FFFFFF"/>
              </a:solidFill>
              <a:effectLst/>
              <a:uLnTx/>
              <a:uFillTx/>
              <a:latin typeface="Times New Roman" pitchFamily="18" charset="0"/>
              <a:ea typeface="宋体" pitchFamily="2" charset="-122"/>
              <a:cs typeface="+mn-cs"/>
            </a:endParaRPr>
          </a:p>
        </p:txBody>
      </p:sp>
      <p:sp>
        <p:nvSpPr>
          <p:cNvPr id="137" name="Rectangle 68"/>
          <p:cNvSpPr>
            <a:spLocks noChangeArrowheads="1"/>
          </p:cNvSpPr>
          <p:nvPr/>
        </p:nvSpPr>
        <p:spPr bwMode="auto">
          <a:xfrm>
            <a:off x="2772257" y="3857183"/>
            <a:ext cx="1008063" cy="360363"/>
          </a:xfrm>
          <a:prstGeom prst="rect">
            <a:avLst/>
          </a:prstGeom>
          <a:noFill/>
          <a:ln w="12700" cap="sq">
            <a:solidFill>
              <a:srgbClr val="00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algn="l" eaLnBrk="0" hangingPunct="0">
              <a:spcBef>
                <a:spcPct val="20000"/>
              </a:spcBef>
              <a:buClr>
                <a:srgbClr val="3333FF"/>
              </a:buClr>
              <a:buFont typeface="Times New Roman" pitchFamily="18" charset="0"/>
              <a:buChar char="–"/>
              <a:defRPr kumimoji="1" sz="2800" b="1">
                <a:solidFill>
                  <a:schemeClr val="bg2"/>
                </a:solidFill>
                <a:latin typeface="Times New Roman" pitchFamily="18" charset="0"/>
                <a:ea typeface="宋体" pitchFamily="2" charset="-122"/>
              </a:defRPr>
            </a:lvl2pPr>
            <a:lvl3pPr marL="1143000" indent="-228600" algn="l" eaLnBrk="0" hangingPunct="0">
              <a:spcBef>
                <a:spcPct val="20000"/>
              </a:spcBef>
              <a:buClr>
                <a:srgbClr val="CC00CC"/>
              </a:buClr>
              <a:buFont typeface="Times New Roman" pitchFamily="18" charset="0"/>
              <a:buChar char="»"/>
              <a:defRPr kumimoji="1" sz="2400" b="1">
                <a:solidFill>
                  <a:schemeClr val="bg2"/>
                </a:solidFill>
                <a:latin typeface="Times New Roman" pitchFamily="18" charset="0"/>
                <a:ea typeface="宋体" pitchFamily="2" charset="-122"/>
              </a:defRPr>
            </a:lvl3pPr>
            <a:lvl4pPr marL="1600200" indent="-228600" algn="l" eaLnBrk="0" hangingPunct="0">
              <a:spcBef>
                <a:spcPct val="20000"/>
              </a:spcBef>
              <a:buClr>
                <a:srgbClr val="3333FF"/>
              </a:buClr>
              <a:buSzPct val="75000"/>
              <a:buFont typeface="Wingdings" pitchFamily="2" charset="2"/>
              <a:buChar char="n"/>
              <a:defRPr kumimoji="1" sz="2000" b="1">
                <a:solidFill>
                  <a:schemeClr val="bg2"/>
                </a:solidFill>
                <a:latin typeface="Times New Roman" pitchFamily="18" charset="0"/>
                <a:ea typeface="宋体" pitchFamily="2" charset="-122"/>
              </a:defRPr>
            </a:lvl4pPr>
            <a:lvl5pPr marL="2057400" indent="-228600" algn="l" eaLnBrk="0" hangingPunct="0">
              <a:spcBef>
                <a:spcPct val="20000"/>
              </a:spcBef>
              <a:buClr>
                <a:srgbClr val="CC00CC"/>
              </a:buClr>
              <a:buFont typeface="Times New Roman" pitchFamily="18" charset="0"/>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rgbClr val="CC00CC"/>
              </a:buClr>
              <a:buFont typeface="Times New Roman" pitchFamily="18" charset="0"/>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rgbClr val="CC00CC"/>
              </a:buClr>
              <a:buFont typeface="Times New Roman" pitchFamily="18" charset="0"/>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rgbClr val="CC00CC"/>
              </a:buClr>
              <a:buFont typeface="Times New Roman" pitchFamily="18" charset="0"/>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rgbClr val="CC00CC"/>
              </a:buClr>
              <a:buFont typeface="Times New Roman" pitchFamily="18" charset="0"/>
              <a:buChar char="–"/>
              <a:defRPr kumimoji="1" sz="2000" b="1">
                <a:solidFill>
                  <a:schemeClr val="bg2"/>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altLang="en-US" sz="2400" b="0" i="0" u="none" strike="noStrike" kern="0" cap="none" spc="0" normalizeH="0" baseline="0" noProof="0">
              <a:ln>
                <a:noFill/>
              </a:ln>
              <a:solidFill>
                <a:srgbClr val="FFFFFF"/>
              </a:solidFill>
              <a:effectLst/>
              <a:uLnTx/>
              <a:uFillTx/>
              <a:latin typeface="Times New Roman" pitchFamily="18" charset="0"/>
              <a:ea typeface="宋体" pitchFamily="2" charset="-122"/>
              <a:cs typeface="+mn-cs"/>
            </a:endParaRPr>
          </a:p>
        </p:txBody>
      </p:sp>
      <p:sp>
        <p:nvSpPr>
          <p:cNvPr id="138" name="Line 71"/>
          <p:cNvSpPr>
            <a:spLocks noChangeShapeType="1"/>
          </p:cNvSpPr>
          <p:nvPr/>
        </p:nvSpPr>
        <p:spPr bwMode="auto">
          <a:xfrm flipH="1">
            <a:off x="899005" y="5469387"/>
            <a:ext cx="2380513" cy="7254"/>
          </a:xfrm>
          <a:prstGeom prst="line">
            <a:avLst/>
          </a:prstGeom>
          <a:noFill/>
          <a:ln w="12700" cap="sq">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0" cap="none" spc="0" normalizeH="0" baseline="0" noProof="0">
              <a:ln>
                <a:noFill/>
              </a:ln>
              <a:solidFill>
                <a:srgbClr val="FFFFFF"/>
              </a:solidFill>
              <a:effectLst/>
              <a:uLnTx/>
              <a:uFillTx/>
              <a:latin typeface="Times New Roman" pitchFamily="18" charset="0"/>
              <a:ea typeface="宋体" pitchFamily="2" charset="-122"/>
              <a:cs typeface="+mn-cs"/>
            </a:endParaRPr>
          </a:p>
        </p:txBody>
      </p:sp>
      <p:sp>
        <p:nvSpPr>
          <p:cNvPr id="139" name="Line 72"/>
          <p:cNvSpPr>
            <a:spLocks noChangeShapeType="1"/>
          </p:cNvSpPr>
          <p:nvPr/>
        </p:nvSpPr>
        <p:spPr bwMode="auto">
          <a:xfrm flipH="1">
            <a:off x="3275493" y="4230031"/>
            <a:ext cx="793" cy="1246623"/>
          </a:xfrm>
          <a:prstGeom prst="line">
            <a:avLst/>
          </a:prstGeom>
          <a:noFill/>
          <a:ln w="12700" cap="sq">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0" cap="none" spc="0" normalizeH="0" baseline="0" noProof="0">
              <a:ln>
                <a:noFill/>
              </a:ln>
              <a:solidFill>
                <a:srgbClr val="FFFFFF"/>
              </a:solidFill>
              <a:effectLst/>
              <a:uLnTx/>
              <a:uFillTx/>
              <a:latin typeface="Times New Roman" pitchFamily="18" charset="0"/>
              <a:ea typeface="宋体" pitchFamily="2" charset="-122"/>
              <a:cs typeface="+mn-cs"/>
            </a:endParaRPr>
          </a:p>
        </p:txBody>
      </p:sp>
      <p:sp>
        <p:nvSpPr>
          <p:cNvPr id="140" name="Line 73"/>
          <p:cNvSpPr>
            <a:spLocks noChangeShapeType="1"/>
          </p:cNvSpPr>
          <p:nvPr/>
        </p:nvSpPr>
        <p:spPr bwMode="auto">
          <a:xfrm flipH="1">
            <a:off x="4499447" y="5044854"/>
            <a:ext cx="0" cy="1141657"/>
          </a:xfrm>
          <a:prstGeom prst="line">
            <a:avLst/>
          </a:prstGeom>
          <a:noFill/>
          <a:ln w="12700" cap="sq">
            <a:solidFill>
              <a:srgbClr val="0070C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0" cap="none" spc="0" normalizeH="0" baseline="0" noProof="0">
              <a:ln>
                <a:noFill/>
              </a:ln>
              <a:solidFill>
                <a:srgbClr val="FFFFFF"/>
              </a:solidFill>
              <a:effectLst/>
              <a:uLnTx/>
              <a:uFillTx/>
              <a:latin typeface="Times New Roman" pitchFamily="18" charset="0"/>
              <a:ea typeface="宋体" pitchFamily="2" charset="-122"/>
              <a:cs typeface="+mn-cs"/>
            </a:endParaRPr>
          </a:p>
        </p:txBody>
      </p:sp>
      <p:sp>
        <p:nvSpPr>
          <p:cNvPr id="141" name="Line 74"/>
          <p:cNvSpPr>
            <a:spLocks noChangeShapeType="1"/>
          </p:cNvSpPr>
          <p:nvPr/>
        </p:nvSpPr>
        <p:spPr bwMode="auto">
          <a:xfrm flipH="1">
            <a:off x="2122960" y="4230017"/>
            <a:ext cx="0" cy="1246624"/>
          </a:xfrm>
          <a:prstGeom prst="line">
            <a:avLst/>
          </a:prstGeom>
          <a:noFill/>
          <a:ln w="12700" cap="sq">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0" cap="none" spc="0" normalizeH="0" baseline="0" noProof="0">
              <a:ln>
                <a:noFill/>
              </a:ln>
              <a:solidFill>
                <a:srgbClr val="FFFFFF"/>
              </a:solidFill>
              <a:effectLst/>
              <a:uLnTx/>
              <a:uFillTx/>
              <a:latin typeface="Times New Roman" pitchFamily="18" charset="0"/>
              <a:ea typeface="宋体" pitchFamily="2" charset="-122"/>
              <a:cs typeface="+mn-cs"/>
            </a:endParaRPr>
          </a:p>
        </p:txBody>
      </p:sp>
      <p:sp>
        <p:nvSpPr>
          <p:cNvPr id="142" name="Line 75"/>
          <p:cNvSpPr>
            <a:spLocks noChangeShapeType="1"/>
          </p:cNvSpPr>
          <p:nvPr/>
        </p:nvSpPr>
        <p:spPr bwMode="auto">
          <a:xfrm flipH="1">
            <a:off x="898997" y="4230017"/>
            <a:ext cx="795" cy="1246624"/>
          </a:xfrm>
          <a:prstGeom prst="line">
            <a:avLst/>
          </a:prstGeom>
          <a:noFill/>
          <a:ln w="12700" cap="sq">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0" cap="none" spc="0" normalizeH="0" baseline="0" noProof="0">
              <a:ln>
                <a:noFill/>
              </a:ln>
              <a:solidFill>
                <a:srgbClr val="FFFFFF"/>
              </a:solidFill>
              <a:effectLst/>
              <a:uLnTx/>
              <a:uFillTx/>
              <a:latin typeface="Times New Roman" pitchFamily="18" charset="0"/>
              <a:ea typeface="宋体" pitchFamily="2" charset="-122"/>
              <a:cs typeface="+mn-cs"/>
            </a:endParaRPr>
          </a:p>
        </p:txBody>
      </p:sp>
      <p:sp>
        <p:nvSpPr>
          <p:cNvPr id="143" name="Line 72"/>
          <p:cNvSpPr>
            <a:spLocks noChangeShapeType="1"/>
          </p:cNvSpPr>
          <p:nvPr/>
        </p:nvSpPr>
        <p:spPr bwMode="auto">
          <a:xfrm flipH="1">
            <a:off x="5651981" y="4195080"/>
            <a:ext cx="1" cy="1991418"/>
          </a:xfrm>
          <a:prstGeom prst="line">
            <a:avLst/>
          </a:prstGeom>
          <a:noFill/>
          <a:ln w="12700" cap="sq">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0" cap="none" spc="0" normalizeH="0" baseline="0" noProof="0">
              <a:ln>
                <a:noFill/>
              </a:ln>
              <a:solidFill>
                <a:srgbClr val="FFFFFF"/>
              </a:solidFill>
              <a:effectLst/>
              <a:uLnTx/>
              <a:uFillTx/>
              <a:latin typeface="Times New Roman" pitchFamily="18" charset="0"/>
              <a:ea typeface="宋体" pitchFamily="2" charset="-122"/>
              <a:cs typeface="+mn-cs"/>
            </a:endParaRPr>
          </a:p>
        </p:txBody>
      </p:sp>
      <p:sp>
        <p:nvSpPr>
          <p:cNvPr id="144" name="Line 72"/>
          <p:cNvSpPr>
            <a:spLocks noChangeShapeType="1"/>
          </p:cNvSpPr>
          <p:nvPr/>
        </p:nvSpPr>
        <p:spPr bwMode="auto">
          <a:xfrm flipH="1">
            <a:off x="2122969" y="5469400"/>
            <a:ext cx="2097" cy="281567"/>
          </a:xfrm>
          <a:prstGeom prst="line">
            <a:avLst/>
          </a:prstGeom>
          <a:noFill/>
          <a:ln w="12700" cap="sq">
            <a:solidFill>
              <a:srgbClr val="00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0" cap="none" spc="0" normalizeH="0" baseline="0" noProof="0">
              <a:ln>
                <a:noFill/>
              </a:ln>
              <a:solidFill>
                <a:srgbClr val="FFFFFF"/>
              </a:solidFill>
              <a:effectLst/>
              <a:uLnTx/>
              <a:uFillTx/>
              <a:latin typeface="Times New Roman" pitchFamily="18" charset="0"/>
              <a:ea typeface="宋体" pitchFamily="2" charset="-122"/>
              <a:cs typeface="+mn-cs"/>
            </a:endParaRPr>
          </a:p>
        </p:txBody>
      </p:sp>
      <p:grpSp>
        <p:nvGrpSpPr>
          <p:cNvPr id="145" name="Group 4"/>
          <p:cNvGrpSpPr>
            <a:grpSpLocks/>
          </p:cNvGrpSpPr>
          <p:nvPr>
            <p:custDataLst>
              <p:tags r:id="rId1"/>
            </p:custDataLst>
          </p:nvPr>
        </p:nvGrpSpPr>
        <p:grpSpPr bwMode="auto">
          <a:xfrm>
            <a:off x="3545175" y="3425122"/>
            <a:ext cx="1793375" cy="1483226"/>
            <a:chOff x="1118" y="8507"/>
            <a:chExt cx="1933" cy="2250"/>
          </a:xfrm>
        </p:grpSpPr>
        <p:sp>
          <p:nvSpPr>
            <p:cNvPr id="146" name="Text Box 5"/>
            <p:cNvSpPr txBox="1">
              <a:spLocks noChangeArrowheads="1"/>
            </p:cNvSpPr>
            <p:nvPr/>
          </p:nvSpPr>
          <p:spPr bwMode="auto">
            <a:xfrm>
              <a:off x="1118" y="10461"/>
              <a:ext cx="609" cy="296"/>
            </a:xfrm>
            <a:prstGeom prst="rect">
              <a:avLst/>
            </a:prstGeom>
            <a:noFill/>
            <a:ln w="9525" algn="ctr">
              <a:solidFill>
                <a:schemeClr val="accent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bg1"/>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eaLnBrk="0" hangingPunct="0">
                <a:spcBef>
                  <a:spcPct val="20000"/>
                </a:spcBef>
                <a:buClr>
                  <a:schemeClr val="bg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eaLnBrk="0" hangingPunct="0">
                <a:spcBef>
                  <a:spcPct val="20000"/>
                </a:spcBef>
                <a:buClr>
                  <a:srgbClr val="CC00CC"/>
                </a:buClr>
                <a:buSzPct val="100000"/>
                <a:buChar char="•"/>
                <a:defRPr kumimoji="1" sz="3200" b="1">
                  <a:solidFill>
                    <a:schemeClr val="bg2"/>
                  </a:solidFill>
                  <a:latin typeface="Times New Roman" pitchFamily="18" charset="0"/>
                  <a:ea typeface="宋体" pitchFamily="2" charset="-122"/>
                </a:defRPr>
              </a:lvl4pPr>
              <a:lvl5pPr marL="2057400" indent="-228600" eaLnBrk="0" hangingPunct="0">
                <a:spcBef>
                  <a:spcPct val="20000"/>
                </a:spcBef>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9pPr>
            </a:lstStyle>
            <a:p>
              <a:pPr marL="0" marR="0" lvl="0" indent="0" algn="ctr" defTabSz="914400" rtl="0" eaLnBrk="0" fontAlgn="auto" latinLnBrk="0" hangingPunct="0">
                <a:lnSpc>
                  <a:spcPct val="100000"/>
                </a:lnSpc>
                <a:spcBef>
                  <a:spcPct val="0"/>
                </a:spcBef>
                <a:spcAft>
                  <a:spcPts val="0"/>
                </a:spcAft>
                <a:buClrTx/>
                <a:buSzTx/>
                <a:buFontTx/>
                <a:buNone/>
                <a:tabLst/>
                <a:defRPr/>
              </a:pPr>
              <a:r>
                <a:rPr kumimoji="0" lang="en-US" altLang="zh-CN" sz="1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d = a/b</a:t>
              </a:r>
            </a:p>
          </p:txBody>
        </p:sp>
        <p:sp>
          <p:nvSpPr>
            <p:cNvPr id="147" name="Line 7"/>
            <p:cNvSpPr>
              <a:spLocks noChangeShapeType="1"/>
            </p:cNvSpPr>
            <p:nvPr/>
          </p:nvSpPr>
          <p:spPr bwMode="auto">
            <a:xfrm>
              <a:off x="1427" y="10024"/>
              <a:ext cx="0" cy="444"/>
            </a:xfrm>
            <a:prstGeom prst="line">
              <a:avLst/>
            </a:prstGeom>
            <a:noFill/>
            <a:ln w="9525">
              <a:solidFill>
                <a:schemeClr val="accent1"/>
              </a:solidFill>
              <a:round/>
              <a:headEnd/>
              <a:tailEnd type="triangle" w="sm" len="med"/>
            </a:ln>
            <a:extLst>
              <a:ext uri="{909E8E84-426E-40DD-AFC4-6F175D3DCCD1}">
                <a14:hiddenFill xmlns:a14="http://schemas.microsoft.com/office/drawing/2010/main">
                  <a:noFill/>
                </a14:hiddenFill>
              </a:ext>
            </a:extLst>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148" name="Line 8"/>
            <p:cNvSpPr>
              <a:spLocks noChangeShapeType="1"/>
            </p:cNvSpPr>
            <p:nvPr/>
          </p:nvSpPr>
          <p:spPr bwMode="auto">
            <a:xfrm>
              <a:off x="2848" y="10024"/>
              <a:ext cx="0" cy="444"/>
            </a:xfrm>
            <a:prstGeom prst="line">
              <a:avLst/>
            </a:prstGeom>
            <a:noFill/>
            <a:ln w="9525">
              <a:solidFill>
                <a:schemeClr val="accent1"/>
              </a:solidFill>
              <a:round/>
              <a:headEnd/>
              <a:tailEnd type="triangle" w="sm" len="med"/>
            </a:ln>
            <a:extLst>
              <a:ext uri="{909E8E84-426E-40DD-AFC4-6F175D3DCCD1}">
                <a14:hiddenFill xmlns:a14="http://schemas.microsoft.com/office/drawing/2010/main">
                  <a:noFill/>
                </a14:hiddenFill>
              </a:ext>
            </a:extLst>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grpSp>
          <p:nvGrpSpPr>
            <p:cNvPr id="149" name="Group 9"/>
            <p:cNvGrpSpPr>
              <a:grpSpLocks/>
            </p:cNvGrpSpPr>
            <p:nvPr/>
          </p:nvGrpSpPr>
          <p:grpSpPr bwMode="auto">
            <a:xfrm>
              <a:off x="1427" y="8507"/>
              <a:ext cx="1429" cy="1740"/>
              <a:chOff x="1427" y="8507"/>
              <a:chExt cx="1429" cy="1740"/>
            </a:xfrm>
          </p:grpSpPr>
          <p:grpSp>
            <p:nvGrpSpPr>
              <p:cNvPr id="151" name="Group 10"/>
              <p:cNvGrpSpPr>
                <a:grpSpLocks/>
              </p:cNvGrpSpPr>
              <p:nvPr/>
            </p:nvGrpSpPr>
            <p:grpSpPr bwMode="auto">
              <a:xfrm>
                <a:off x="1427" y="9803"/>
                <a:ext cx="1429" cy="444"/>
                <a:chOff x="1427" y="9803"/>
                <a:chExt cx="1429" cy="444"/>
              </a:xfrm>
            </p:grpSpPr>
            <p:sp>
              <p:nvSpPr>
                <p:cNvPr id="153" name="AutoShape 11"/>
                <p:cNvSpPr>
                  <a:spLocks noChangeArrowheads="1"/>
                </p:cNvSpPr>
                <p:nvPr/>
              </p:nvSpPr>
              <p:spPr bwMode="auto">
                <a:xfrm>
                  <a:off x="1636" y="9803"/>
                  <a:ext cx="1015" cy="444"/>
                </a:xfrm>
                <a:prstGeom prst="flowChartDecision">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bg1"/>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eaLnBrk="0" hangingPunct="0">
                    <a:spcBef>
                      <a:spcPct val="20000"/>
                    </a:spcBef>
                    <a:buClr>
                      <a:schemeClr val="bg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eaLnBrk="0" hangingPunct="0">
                    <a:spcBef>
                      <a:spcPct val="20000"/>
                    </a:spcBef>
                    <a:buClr>
                      <a:srgbClr val="CC00CC"/>
                    </a:buClr>
                    <a:buSzPct val="100000"/>
                    <a:buChar char="•"/>
                    <a:defRPr kumimoji="1" sz="3200" b="1">
                      <a:solidFill>
                        <a:schemeClr val="bg2"/>
                      </a:solidFill>
                      <a:latin typeface="Times New Roman" pitchFamily="18" charset="0"/>
                      <a:ea typeface="宋体" pitchFamily="2" charset="-122"/>
                    </a:defRPr>
                  </a:lvl4pPr>
                  <a:lvl5pPr marL="2057400" indent="-228600" eaLnBrk="0" hangingPunct="0">
                    <a:spcBef>
                      <a:spcPct val="20000"/>
                    </a:spcBef>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1" lang="en-US" altLang="en-US" sz="1400" b="1"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154" name="Text Box 12"/>
                <p:cNvSpPr txBox="1">
                  <a:spLocks noChangeArrowheads="1"/>
                </p:cNvSpPr>
                <p:nvPr/>
              </p:nvSpPr>
              <p:spPr bwMode="auto">
                <a:xfrm>
                  <a:off x="1873" y="9878"/>
                  <a:ext cx="812" cy="296"/>
                </a:xfrm>
                <a:prstGeom prst="rect">
                  <a:avLst/>
                </a:prstGeom>
                <a:noFill/>
                <a:ln w="9525" algn="ctr">
                  <a:no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bg1"/>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eaLnBrk="0" hangingPunct="0">
                    <a:spcBef>
                      <a:spcPct val="20000"/>
                    </a:spcBef>
                    <a:buClr>
                      <a:schemeClr val="bg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eaLnBrk="0" hangingPunct="0">
                    <a:spcBef>
                      <a:spcPct val="20000"/>
                    </a:spcBef>
                    <a:buClr>
                      <a:srgbClr val="CC00CC"/>
                    </a:buClr>
                    <a:buSzPct val="100000"/>
                    <a:buChar char="•"/>
                    <a:defRPr kumimoji="1" sz="3200" b="1">
                      <a:solidFill>
                        <a:schemeClr val="bg2"/>
                      </a:solidFill>
                      <a:latin typeface="Times New Roman" pitchFamily="18" charset="0"/>
                      <a:ea typeface="宋体" pitchFamily="2" charset="-122"/>
                    </a:defRPr>
                  </a:lvl4pPr>
                  <a:lvl5pPr marL="2057400" indent="-228600" eaLnBrk="0" hangingPunct="0">
                    <a:spcBef>
                      <a:spcPct val="20000"/>
                    </a:spcBef>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9pPr>
                </a:lstStyle>
                <a:p>
                  <a:pPr marL="0" marR="0" lvl="0" indent="0" algn="just" defTabSz="914400" rtl="0" eaLnBrk="0" fontAlgn="auto" latinLnBrk="0" hangingPunct="0">
                    <a:lnSpc>
                      <a:spcPct val="100000"/>
                    </a:lnSpc>
                    <a:spcBef>
                      <a:spcPct val="0"/>
                    </a:spcBef>
                    <a:spcAft>
                      <a:spcPts val="0"/>
                    </a:spcAft>
                    <a:buClrTx/>
                    <a:buSzTx/>
                    <a:buFontTx/>
                    <a:buNone/>
                    <a:tabLst/>
                    <a:defRPr/>
                  </a:pPr>
                  <a:r>
                    <a:rPr kumimoji="0" lang="en-US" altLang="zh-CN" sz="1400" b="1" i="0" u="none" strike="noStrike" kern="1200" cap="none" spc="0" normalizeH="0" baseline="0" noProof="0" dirty="0">
                      <a:ln>
                        <a:noFill/>
                      </a:ln>
                      <a:solidFill>
                        <a:prstClr val="black"/>
                      </a:solidFill>
                      <a:effectLst/>
                      <a:uLnTx/>
                      <a:uFillTx/>
                      <a:latin typeface="Times New Roman" pitchFamily="18" charset="0"/>
                      <a:ea typeface="黑体" pitchFamily="49" charset="-122"/>
                      <a:cs typeface="+mn-cs"/>
                    </a:rPr>
                    <a:t>b !=  0</a:t>
                  </a:r>
                  <a:endParaRPr kumimoji="0" lang="zh-CN" altLang="en-US" sz="1400" b="1" i="0" u="none" strike="noStrike" kern="1200" cap="none" spc="0" normalizeH="0" baseline="0" noProof="0" dirty="0">
                    <a:ln>
                      <a:noFill/>
                    </a:ln>
                    <a:solidFill>
                      <a:prstClr val="black"/>
                    </a:solidFill>
                    <a:effectLst/>
                    <a:uLnTx/>
                    <a:uFillTx/>
                    <a:latin typeface="Times New Roman" pitchFamily="18" charset="0"/>
                    <a:ea typeface="黑体" pitchFamily="49" charset="-122"/>
                    <a:cs typeface="+mn-cs"/>
                  </a:endParaRPr>
                </a:p>
              </p:txBody>
            </p:sp>
            <p:sp>
              <p:nvSpPr>
                <p:cNvPr id="155" name="Line 13"/>
                <p:cNvSpPr>
                  <a:spLocks noChangeShapeType="1"/>
                </p:cNvSpPr>
                <p:nvPr/>
              </p:nvSpPr>
              <p:spPr bwMode="auto">
                <a:xfrm>
                  <a:off x="2653" y="10020"/>
                  <a:ext cx="203" cy="0"/>
                </a:xfrm>
                <a:prstGeom prst="line">
                  <a:avLst/>
                </a:prstGeom>
                <a:noFill/>
                <a:ln w="9525">
                  <a:solidFill>
                    <a:schemeClr val="accent1"/>
                  </a:solidFill>
                  <a:round/>
                  <a:headEnd/>
                  <a:tailEnd/>
                </a:ln>
                <a:extLst>
                  <a:ext uri="{909E8E84-426E-40DD-AFC4-6F175D3DCCD1}">
                    <a14:hiddenFill xmlns:a14="http://schemas.microsoft.com/office/drawing/2010/main">
                      <a:noFill/>
                    </a14:hiddenFill>
                  </a:ext>
                </a:extLst>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156" name="Line 14"/>
                <p:cNvSpPr>
                  <a:spLocks noChangeShapeType="1"/>
                </p:cNvSpPr>
                <p:nvPr/>
              </p:nvSpPr>
              <p:spPr bwMode="auto">
                <a:xfrm>
                  <a:off x="1427" y="10024"/>
                  <a:ext cx="203" cy="0"/>
                </a:xfrm>
                <a:prstGeom prst="line">
                  <a:avLst/>
                </a:prstGeom>
                <a:noFill/>
                <a:ln w="9525">
                  <a:solidFill>
                    <a:schemeClr val="accent1"/>
                  </a:solidFill>
                  <a:round/>
                  <a:headEnd/>
                  <a:tailEnd/>
                </a:ln>
                <a:extLst>
                  <a:ext uri="{909E8E84-426E-40DD-AFC4-6F175D3DCCD1}">
                    <a14:hiddenFill xmlns:a14="http://schemas.microsoft.com/office/drawing/2010/main">
                      <a:noFill/>
                    </a14:hiddenFill>
                  </a:ext>
                </a:extLst>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grpSp>
          <p:sp>
            <p:nvSpPr>
              <p:cNvPr id="152" name="Line 15"/>
              <p:cNvSpPr>
                <a:spLocks noChangeShapeType="1"/>
              </p:cNvSpPr>
              <p:nvPr/>
            </p:nvSpPr>
            <p:spPr bwMode="auto">
              <a:xfrm>
                <a:off x="2135" y="8507"/>
                <a:ext cx="10" cy="1316"/>
              </a:xfrm>
              <a:prstGeom prst="line">
                <a:avLst/>
              </a:prstGeom>
              <a:noFill/>
              <a:ln w="9525">
                <a:solidFill>
                  <a:schemeClr val="accent1"/>
                </a:solidFill>
                <a:round/>
                <a:headEnd/>
                <a:tailEnd type="triangle" w="sm" len="med"/>
              </a:ln>
              <a:extLst>
                <a:ext uri="{909E8E84-426E-40DD-AFC4-6F175D3DCCD1}">
                  <a14:hiddenFill xmlns:a14="http://schemas.microsoft.com/office/drawing/2010/main">
                    <a:noFill/>
                  </a14:hiddenFill>
                </a:ext>
              </a:extLst>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grpSp>
        <p:sp>
          <p:nvSpPr>
            <p:cNvPr id="150" name="Text Box 16"/>
            <p:cNvSpPr txBox="1">
              <a:spLocks noChangeArrowheads="1"/>
            </p:cNvSpPr>
            <p:nvPr/>
          </p:nvSpPr>
          <p:spPr bwMode="auto">
            <a:xfrm>
              <a:off x="1427" y="9728"/>
              <a:ext cx="1624" cy="296"/>
            </a:xfrm>
            <a:prstGeom prst="rect">
              <a:avLst/>
            </a:prstGeom>
            <a:noFill/>
            <a:ln w="9525" algn="ctr">
              <a:no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bg1"/>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eaLnBrk="0" hangingPunct="0">
                <a:spcBef>
                  <a:spcPct val="20000"/>
                </a:spcBef>
                <a:buClr>
                  <a:schemeClr val="bg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eaLnBrk="0" hangingPunct="0">
                <a:spcBef>
                  <a:spcPct val="20000"/>
                </a:spcBef>
                <a:buClr>
                  <a:srgbClr val="CC00CC"/>
                </a:buClr>
                <a:buSzPct val="100000"/>
                <a:buChar char="•"/>
                <a:defRPr kumimoji="1" sz="3200" b="1">
                  <a:solidFill>
                    <a:schemeClr val="bg2"/>
                  </a:solidFill>
                  <a:latin typeface="Times New Roman" pitchFamily="18" charset="0"/>
                  <a:ea typeface="宋体" pitchFamily="2" charset="-122"/>
                </a:defRPr>
              </a:lvl4pPr>
              <a:lvl5pPr marL="2057400" indent="-228600" eaLnBrk="0" hangingPunct="0">
                <a:spcBef>
                  <a:spcPct val="20000"/>
                </a:spcBef>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9pPr>
            </a:lstStyle>
            <a:p>
              <a:pPr marL="0" marR="0" lvl="0" indent="0" algn="just" defTabSz="914400" rtl="0" eaLnBrk="0" fontAlgn="auto" latinLnBrk="0" hangingPunct="0">
                <a:lnSpc>
                  <a:spcPct val="100000"/>
                </a:lnSpc>
                <a:spcBef>
                  <a:spcPct val="0"/>
                </a:spcBef>
                <a:spcAft>
                  <a:spcPts val="0"/>
                </a:spcAft>
                <a:buClrTx/>
                <a:buSzTx/>
                <a:buFontTx/>
                <a:buNone/>
                <a:tabLst/>
                <a:defRPr/>
              </a:pPr>
              <a:r>
                <a:rPr kumimoji="0" lang="en-US" altLang="zh-CN" sz="1400" b="1" i="0" u="none" strike="noStrike" kern="1200" cap="none" spc="0" normalizeH="0" baseline="0" noProof="0" dirty="0">
                  <a:ln>
                    <a:noFill/>
                  </a:ln>
                  <a:solidFill>
                    <a:prstClr val="black"/>
                  </a:solidFill>
                  <a:effectLst/>
                  <a:uLnTx/>
                  <a:uFillTx/>
                  <a:latin typeface="Times New Roman" pitchFamily="18" charset="0"/>
                  <a:ea typeface="黑体" pitchFamily="49" charset="-122"/>
                  <a:cs typeface="+mn-cs"/>
                </a:rPr>
                <a:t>   y                          n</a:t>
              </a:r>
            </a:p>
          </p:txBody>
        </p:sp>
      </p:grpSp>
      <p:sp>
        <p:nvSpPr>
          <p:cNvPr id="157" name="Line 14"/>
          <p:cNvSpPr>
            <a:spLocks noChangeShapeType="1"/>
          </p:cNvSpPr>
          <p:nvPr/>
        </p:nvSpPr>
        <p:spPr bwMode="auto">
          <a:xfrm>
            <a:off x="3271663" y="1645083"/>
            <a:ext cx="0" cy="146965"/>
          </a:xfrm>
          <a:prstGeom prst="line">
            <a:avLst/>
          </a:prstGeom>
          <a:noFill/>
          <a:ln w="12700" cap="sq">
            <a:solidFill>
              <a:srgbClr val="00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0" cap="none" spc="0" normalizeH="0" baseline="0" noProof="0">
              <a:ln>
                <a:noFill/>
              </a:ln>
              <a:solidFill>
                <a:srgbClr val="FFFFFF"/>
              </a:solidFill>
              <a:effectLst/>
              <a:uLnTx/>
              <a:uFillTx/>
              <a:latin typeface="Times New Roman" pitchFamily="18" charset="0"/>
              <a:ea typeface="宋体" pitchFamily="2" charset="-122"/>
              <a:cs typeface="+mn-cs"/>
            </a:endParaRPr>
          </a:p>
        </p:txBody>
      </p:sp>
      <p:grpSp>
        <p:nvGrpSpPr>
          <p:cNvPr id="158" name="Group 15"/>
          <p:cNvGrpSpPr>
            <a:grpSpLocks/>
          </p:cNvGrpSpPr>
          <p:nvPr/>
        </p:nvGrpSpPr>
        <p:grpSpPr bwMode="auto">
          <a:xfrm>
            <a:off x="2927479" y="1319656"/>
            <a:ext cx="697600" cy="325437"/>
            <a:chOff x="2877" y="1122"/>
            <a:chExt cx="680" cy="285"/>
          </a:xfrm>
        </p:grpSpPr>
        <p:sp>
          <p:nvSpPr>
            <p:cNvPr id="159" name="AutoShape 16"/>
            <p:cNvSpPr>
              <a:spLocks noChangeArrowheads="1"/>
            </p:cNvSpPr>
            <p:nvPr/>
          </p:nvSpPr>
          <p:spPr bwMode="auto">
            <a:xfrm>
              <a:off x="2877" y="1122"/>
              <a:ext cx="680" cy="285"/>
            </a:xfrm>
            <a:prstGeom prst="flowChartTerminator">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bg1"/>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eaLnBrk="0" hangingPunct="0">
                <a:spcBef>
                  <a:spcPct val="20000"/>
                </a:spcBef>
                <a:buClr>
                  <a:schemeClr val="bg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eaLnBrk="0" hangingPunct="0">
                <a:spcBef>
                  <a:spcPct val="20000"/>
                </a:spcBef>
                <a:buClr>
                  <a:srgbClr val="CC00CC"/>
                </a:buClr>
                <a:buSzPct val="100000"/>
                <a:buChar char="•"/>
                <a:defRPr kumimoji="1" sz="3200" b="1">
                  <a:solidFill>
                    <a:schemeClr val="bg2"/>
                  </a:solidFill>
                  <a:latin typeface="Times New Roman" pitchFamily="18" charset="0"/>
                  <a:ea typeface="宋体" pitchFamily="2" charset="-122"/>
                </a:defRPr>
              </a:lvl4pPr>
              <a:lvl5pPr marL="2057400" indent="-228600" eaLnBrk="0" hangingPunct="0">
                <a:spcBef>
                  <a:spcPct val="20000"/>
                </a:spcBef>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1" lang="en-US" altLang="en-US" sz="1800" b="1" i="0" u="none" strike="noStrike" kern="1200" cap="none" spc="0" normalizeH="0" baseline="0" noProof="0">
                <a:ln>
                  <a:noFill/>
                </a:ln>
                <a:solidFill>
                  <a:srgbClr val="FFFFFF"/>
                </a:solidFill>
                <a:effectLst/>
                <a:uLnTx/>
                <a:uFillTx/>
                <a:latin typeface="Times New Roman" pitchFamily="18" charset="0"/>
                <a:ea typeface="宋体" pitchFamily="2" charset="-122"/>
                <a:cs typeface="+mn-cs"/>
              </a:endParaRPr>
            </a:p>
          </p:txBody>
        </p:sp>
        <p:sp>
          <p:nvSpPr>
            <p:cNvPr id="160" name="Text Box 17"/>
            <p:cNvSpPr txBox="1">
              <a:spLocks noChangeArrowheads="1"/>
            </p:cNvSpPr>
            <p:nvPr/>
          </p:nvSpPr>
          <p:spPr bwMode="auto">
            <a:xfrm>
              <a:off x="2976" y="1167"/>
              <a:ext cx="505" cy="239"/>
            </a:xfrm>
            <a:prstGeom prst="rect">
              <a:avLst/>
            </a:prstGeom>
            <a:noFill/>
            <a:ln w="9525" algn="ctr">
              <a:no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bg1"/>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eaLnBrk="0" hangingPunct="0">
                <a:spcBef>
                  <a:spcPct val="20000"/>
                </a:spcBef>
                <a:buClr>
                  <a:schemeClr val="bg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eaLnBrk="0" hangingPunct="0">
                <a:spcBef>
                  <a:spcPct val="20000"/>
                </a:spcBef>
                <a:buClr>
                  <a:srgbClr val="CC00CC"/>
                </a:buClr>
                <a:buSzPct val="100000"/>
                <a:buChar char="•"/>
                <a:defRPr kumimoji="1" sz="3200" b="1">
                  <a:solidFill>
                    <a:schemeClr val="bg2"/>
                  </a:solidFill>
                  <a:latin typeface="Times New Roman" pitchFamily="18" charset="0"/>
                  <a:ea typeface="宋体" pitchFamily="2" charset="-122"/>
                </a:defRPr>
              </a:lvl4pPr>
              <a:lvl5pPr marL="2057400" indent="-228600" eaLnBrk="0" hangingPunct="0">
                <a:spcBef>
                  <a:spcPct val="20000"/>
                </a:spcBef>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9pPr>
            </a:lstStyle>
            <a:p>
              <a:pPr marL="0" marR="0" lvl="0" indent="0" algn="ctr" defTabSz="914400" rtl="0" eaLnBrk="0" fontAlgn="auto" latinLnBrk="0" hangingPunct="0">
                <a:lnSpc>
                  <a:spcPct val="100000"/>
                </a:lnSpc>
                <a:spcBef>
                  <a:spcPct val="0"/>
                </a:spcBef>
                <a:spcAft>
                  <a:spcPts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开始</a:t>
              </a:r>
            </a:p>
          </p:txBody>
        </p:sp>
      </p:grpSp>
      <p:grpSp>
        <p:nvGrpSpPr>
          <p:cNvPr id="161" name="Group 21"/>
          <p:cNvGrpSpPr>
            <a:grpSpLocks/>
          </p:cNvGrpSpPr>
          <p:nvPr/>
        </p:nvGrpSpPr>
        <p:grpSpPr bwMode="auto">
          <a:xfrm>
            <a:off x="2135326" y="1791125"/>
            <a:ext cx="2274441" cy="331571"/>
            <a:chOff x="7335" y="10077"/>
            <a:chExt cx="1984" cy="340"/>
          </a:xfrm>
        </p:grpSpPr>
        <p:grpSp>
          <p:nvGrpSpPr>
            <p:cNvPr id="162" name="Group 22"/>
            <p:cNvGrpSpPr>
              <a:grpSpLocks/>
            </p:cNvGrpSpPr>
            <p:nvPr/>
          </p:nvGrpSpPr>
          <p:grpSpPr bwMode="auto">
            <a:xfrm>
              <a:off x="7335" y="10077"/>
              <a:ext cx="1984" cy="340"/>
              <a:chOff x="2157" y="10329"/>
              <a:chExt cx="2268" cy="459"/>
            </a:xfrm>
          </p:grpSpPr>
          <p:sp>
            <p:nvSpPr>
              <p:cNvPr id="164" name="Line 23"/>
              <p:cNvSpPr>
                <a:spLocks noChangeShapeType="1"/>
              </p:cNvSpPr>
              <p:nvPr/>
            </p:nvSpPr>
            <p:spPr bwMode="auto">
              <a:xfrm flipH="1">
                <a:off x="2157" y="10329"/>
                <a:ext cx="454" cy="4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65" name="Line 24"/>
              <p:cNvSpPr>
                <a:spLocks noChangeShapeType="1"/>
              </p:cNvSpPr>
              <p:nvPr/>
            </p:nvSpPr>
            <p:spPr bwMode="auto">
              <a:xfrm flipH="1">
                <a:off x="3971" y="10332"/>
                <a:ext cx="454" cy="4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66" name="Line 25"/>
              <p:cNvSpPr>
                <a:spLocks noChangeShapeType="1"/>
              </p:cNvSpPr>
              <p:nvPr/>
            </p:nvSpPr>
            <p:spPr bwMode="auto">
              <a:xfrm>
                <a:off x="2625" y="10332"/>
                <a:ext cx="1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67" name="Line 26"/>
              <p:cNvSpPr>
                <a:spLocks noChangeShapeType="1"/>
              </p:cNvSpPr>
              <p:nvPr/>
            </p:nvSpPr>
            <p:spPr bwMode="auto">
              <a:xfrm>
                <a:off x="2190" y="10788"/>
                <a:ext cx="1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63" name="Text Box 27"/>
            <p:cNvSpPr txBox="1">
              <a:spLocks noChangeArrowheads="1"/>
            </p:cNvSpPr>
            <p:nvPr/>
          </p:nvSpPr>
          <p:spPr bwMode="auto">
            <a:xfrm>
              <a:off x="7661" y="10139"/>
              <a:ext cx="1279" cy="242"/>
            </a:xfrm>
            <a:prstGeom prst="rect">
              <a:avLst/>
            </a:prstGeom>
            <a:noFill/>
            <a:ln w="9525" algn="ctr">
              <a:no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bg1"/>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eaLnBrk="0" hangingPunct="0">
                <a:spcBef>
                  <a:spcPct val="20000"/>
                </a:spcBef>
                <a:buClr>
                  <a:schemeClr val="bg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eaLnBrk="0" hangingPunct="0">
                <a:spcBef>
                  <a:spcPct val="20000"/>
                </a:spcBef>
                <a:buClr>
                  <a:srgbClr val="CC00CC"/>
                </a:buClr>
                <a:buSzPct val="100000"/>
                <a:buChar char="•"/>
                <a:defRPr kumimoji="1" sz="3200" b="1">
                  <a:solidFill>
                    <a:schemeClr val="bg2"/>
                  </a:solidFill>
                  <a:latin typeface="Times New Roman" pitchFamily="18" charset="0"/>
                  <a:ea typeface="宋体" pitchFamily="2" charset="-122"/>
                </a:defRPr>
              </a:lvl4pPr>
              <a:lvl5pPr marL="2057400" indent="-228600" eaLnBrk="0" hangingPunct="0">
                <a:spcBef>
                  <a:spcPct val="20000"/>
                </a:spcBef>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9pPr>
            </a:lstStyle>
            <a:p>
              <a:pPr marL="0" marR="0" lvl="0" indent="0" algn="ctr" defTabSz="914400" rtl="0" eaLnBrk="0" fontAlgn="auto" latinLnBrk="0" hangingPunct="0">
                <a:lnSpc>
                  <a:spcPct val="100000"/>
                </a:lnSpc>
                <a:spcBef>
                  <a:spcPct val="0"/>
                </a:spcBef>
                <a:spcAft>
                  <a:spcPts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输入</a:t>
              </a:r>
              <a:r>
                <a:rPr kumimoji="0"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a </a:t>
              </a:r>
              <a:r>
                <a:rPr kumimoji="0" lang="en-US" altLang="zh-CN" sz="18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oper</a:t>
              </a:r>
              <a:r>
                <a:rPr kumimoji="0"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b</a:t>
              </a:r>
              <a:endParaRPr kumimoji="0" lang="zh-CN" altLang="en-US"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grpSp>
      <p:grpSp>
        <p:nvGrpSpPr>
          <p:cNvPr id="168" name="Group 21"/>
          <p:cNvGrpSpPr>
            <a:grpSpLocks/>
          </p:cNvGrpSpPr>
          <p:nvPr/>
        </p:nvGrpSpPr>
        <p:grpSpPr bwMode="auto">
          <a:xfrm>
            <a:off x="4893657" y="3857184"/>
            <a:ext cx="2274441" cy="331571"/>
            <a:chOff x="7335" y="10077"/>
            <a:chExt cx="1984" cy="340"/>
          </a:xfrm>
        </p:grpSpPr>
        <p:grpSp>
          <p:nvGrpSpPr>
            <p:cNvPr id="169" name="Group 22"/>
            <p:cNvGrpSpPr>
              <a:grpSpLocks/>
            </p:cNvGrpSpPr>
            <p:nvPr/>
          </p:nvGrpSpPr>
          <p:grpSpPr bwMode="auto">
            <a:xfrm>
              <a:off x="7335" y="10077"/>
              <a:ext cx="1984" cy="340"/>
              <a:chOff x="2157" y="10329"/>
              <a:chExt cx="2268" cy="459"/>
            </a:xfrm>
          </p:grpSpPr>
          <p:sp>
            <p:nvSpPr>
              <p:cNvPr id="171" name="Line 23"/>
              <p:cNvSpPr>
                <a:spLocks noChangeShapeType="1"/>
              </p:cNvSpPr>
              <p:nvPr/>
            </p:nvSpPr>
            <p:spPr bwMode="auto">
              <a:xfrm flipH="1">
                <a:off x="2157" y="10329"/>
                <a:ext cx="454" cy="4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72" name="Line 24"/>
              <p:cNvSpPr>
                <a:spLocks noChangeShapeType="1"/>
              </p:cNvSpPr>
              <p:nvPr/>
            </p:nvSpPr>
            <p:spPr bwMode="auto">
              <a:xfrm flipH="1">
                <a:off x="3971" y="10332"/>
                <a:ext cx="454" cy="4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73" name="Line 25"/>
              <p:cNvSpPr>
                <a:spLocks noChangeShapeType="1"/>
              </p:cNvSpPr>
              <p:nvPr/>
            </p:nvSpPr>
            <p:spPr bwMode="auto">
              <a:xfrm>
                <a:off x="2625" y="10332"/>
                <a:ext cx="1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74" name="Line 26"/>
              <p:cNvSpPr>
                <a:spLocks noChangeShapeType="1"/>
              </p:cNvSpPr>
              <p:nvPr/>
            </p:nvSpPr>
            <p:spPr bwMode="auto">
              <a:xfrm>
                <a:off x="2190" y="10788"/>
                <a:ext cx="1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70" name="Text Box 27"/>
            <p:cNvSpPr txBox="1">
              <a:spLocks noChangeArrowheads="1"/>
            </p:cNvSpPr>
            <p:nvPr/>
          </p:nvSpPr>
          <p:spPr bwMode="auto">
            <a:xfrm>
              <a:off x="7661" y="10139"/>
              <a:ext cx="1279" cy="242"/>
            </a:xfrm>
            <a:prstGeom prst="rect">
              <a:avLst/>
            </a:prstGeom>
            <a:noFill/>
            <a:ln w="9525" algn="ctr">
              <a:no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bg1"/>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eaLnBrk="0" hangingPunct="0">
                <a:spcBef>
                  <a:spcPct val="20000"/>
                </a:spcBef>
                <a:buClr>
                  <a:schemeClr val="bg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eaLnBrk="0" hangingPunct="0">
                <a:spcBef>
                  <a:spcPct val="20000"/>
                </a:spcBef>
                <a:buClr>
                  <a:srgbClr val="CC00CC"/>
                </a:buClr>
                <a:buSzPct val="100000"/>
                <a:buChar char="•"/>
                <a:defRPr kumimoji="1" sz="3200" b="1">
                  <a:solidFill>
                    <a:schemeClr val="bg2"/>
                  </a:solidFill>
                  <a:latin typeface="Times New Roman" pitchFamily="18" charset="0"/>
                  <a:ea typeface="宋体" pitchFamily="2" charset="-122"/>
                </a:defRPr>
              </a:lvl4pPr>
              <a:lvl5pPr marL="2057400" indent="-228600" eaLnBrk="0" hangingPunct="0">
                <a:spcBef>
                  <a:spcPct val="20000"/>
                </a:spcBef>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9pPr>
            </a:lstStyle>
            <a:p>
              <a:pPr marL="0" marR="0" lvl="0" indent="0" algn="ctr" defTabSz="914400" rtl="0" eaLnBrk="0" fontAlgn="auto" latinLnBrk="0" hangingPunct="0">
                <a:lnSpc>
                  <a:spcPct val="100000"/>
                </a:lnSpc>
                <a:spcBef>
                  <a:spcPct val="0"/>
                </a:spcBef>
                <a:spcAft>
                  <a:spcPts val="0"/>
                </a:spcAft>
                <a:buClrTx/>
                <a:buSzTx/>
                <a:buFontTx/>
                <a:buNone/>
                <a:tabLst/>
                <a:defRPr/>
              </a:pPr>
              <a:r>
                <a:rPr kumimoji="0" lang="en-US" altLang="zh-CN" sz="1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the operator or the data is error!</a:t>
              </a:r>
            </a:p>
          </p:txBody>
        </p:sp>
      </p:grpSp>
      <p:grpSp>
        <p:nvGrpSpPr>
          <p:cNvPr id="175" name="Group 21"/>
          <p:cNvGrpSpPr>
            <a:grpSpLocks/>
          </p:cNvGrpSpPr>
          <p:nvPr/>
        </p:nvGrpSpPr>
        <p:grpSpPr bwMode="auto">
          <a:xfrm>
            <a:off x="1018772" y="5748801"/>
            <a:ext cx="2274441" cy="331571"/>
            <a:chOff x="7335" y="10077"/>
            <a:chExt cx="1984" cy="340"/>
          </a:xfrm>
        </p:grpSpPr>
        <p:grpSp>
          <p:nvGrpSpPr>
            <p:cNvPr id="176" name="Group 22"/>
            <p:cNvGrpSpPr>
              <a:grpSpLocks/>
            </p:cNvGrpSpPr>
            <p:nvPr/>
          </p:nvGrpSpPr>
          <p:grpSpPr bwMode="auto">
            <a:xfrm>
              <a:off x="7335" y="10077"/>
              <a:ext cx="1984" cy="340"/>
              <a:chOff x="2157" y="10329"/>
              <a:chExt cx="2268" cy="459"/>
            </a:xfrm>
          </p:grpSpPr>
          <p:sp>
            <p:nvSpPr>
              <p:cNvPr id="178" name="Line 23"/>
              <p:cNvSpPr>
                <a:spLocks noChangeShapeType="1"/>
              </p:cNvSpPr>
              <p:nvPr/>
            </p:nvSpPr>
            <p:spPr bwMode="auto">
              <a:xfrm flipH="1">
                <a:off x="2157" y="10329"/>
                <a:ext cx="454" cy="4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79" name="Line 24"/>
              <p:cNvSpPr>
                <a:spLocks noChangeShapeType="1"/>
              </p:cNvSpPr>
              <p:nvPr/>
            </p:nvSpPr>
            <p:spPr bwMode="auto">
              <a:xfrm flipH="1">
                <a:off x="3971" y="10332"/>
                <a:ext cx="454" cy="4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80" name="Line 25"/>
              <p:cNvSpPr>
                <a:spLocks noChangeShapeType="1"/>
              </p:cNvSpPr>
              <p:nvPr/>
            </p:nvSpPr>
            <p:spPr bwMode="auto">
              <a:xfrm>
                <a:off x="2625" y="10332"/>
                <a:ext cx="1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81" name="Line 26"/>
              <p:cNvSpPr>
                <a:spLocks noChangeShapeType="1"/>
              </p:cNvSpPr>
              <p:nvPr/>
            </p:nvSpPr>
            <p:spPr bwMode="auto">
              <a:xfrm>
                <a:off x="2190" y="10788"/>
                <a:ext cx="1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77" name="Text Box 27"/>
            <p:cNvSpPr txBox="1">
              <a:spLocks noChangeArrowheads="1"/>
            </p:cNvSpPr>
            <p:nvPr/>
          </p:nvSpPr>
          <p:spPr bwMode="auto">
            <a:xfrm>
              <a:off x="7661" y="10139"/>
              <a:ext cx="1279" cy="242"/>
            </a:xfrm>
            <a:prstGeom prst="rect">
              <a:avLst/>
            </a:prstGeom>
            <a:noFill/>
            <a:ln w="9525" algn="ctr">
              <a:no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bg1"/>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eaLnBrk="0" hangingPunct="0">
                <a:spcBef>
                  <a:spcPct val="20000"/>
                </a:spcBef>
                <a:buClr>
                  <a:schemeClr val="bg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eaLnBrk="0" hangingPunct="0">
                <a:spcBef>
                  <a:spcPct val="20000"/>
                </a:spcBef>
                <a:buClr>
                  <a:srgbClr val="CC00CC"/>
                </a:buClr>
                <a:buSzPct val="100000"/>
                <a:buChar char="•"/>
                <a:defRPr kumimoji="1" sz="3200" b="1">
                  <a:solidFill>
                    <a:schemeClr val="bg2"/>
                  </a:solidFill>
                  <a:latin typeface="Times New Roman" pitchFamily="18" charset="0"/>
                  <a:ea typeface="宋体" pitchFamily="2" charset="-122"/>
                </a:defRPr>
              </a:lvl4pPr>
              <a:lvl5pPr marL="2057400" indent="-228600" eaLnBrk="0" hangingPunct="0">
                <a:spcBef>
                  <a:spcPct val="20000"/>
                </a:spcBef>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9pPr>
            </a:lstStyle>
            <a:p>
              <a:pPr marL="0" marR="0" lvl="0" indent="0" algn="ctr" defTabSz="914400" rtl="0" eaLnBrk="0" fontAlgn="auto" latinLnBrk="0" hangingPunct="0">
                <a:lnSpc>
                  <a:spcPct val="100000"/>
                </a:lnSpc>
                <a:spcBef>
                  <a:spcPct val="0"/>
                </a:spcBef>
                <a:spcAft>
                  <a:spcPts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输出</a:t>
              </a:r>
              <a:r>
                <a:rPr kumimoji="0"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  d</a:t>
              </a:r>
              <a:endParaRPr kumimoji="0" lang="zh-CN" altLang="en-US"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grpSp>
      <p:grpSp>
        <p:nvGrpSpPr>
          <p:cNvPr id="182" name="Group 21"/>
          <p:cNvGrpSpPr>
            <a:grpSpLocks/>
          </p:cNvGrpSpPr>
          <p:nvPr/>
        </p:nvGrpSpPr>
        <p:grpSpPr bwMode="auto">
          <a:xfrm>
            <a:off x="4251173" y="4694912"/>
            <a:ext cx="1273659" cy="213434"/>
            <a:chOff x="7335" y="10077"/>
            <a:chExt cx="1984" cy="340"/>
          </a:xfrm>
        </p:grpSpPr>
        <p:grpSp>
          <p:nvGrpSpPr>
            <p:cNvPr id="183" name="Group 22"/>
            <p:cNvGrpSpPr>
              <a:grpSpLocks/>
            </p:cNvGrpSpPr>
            <p:nvPr/>
          </p:nvGrpSpPr>
          <p:grpSpPr bwMode="auto">
            <a:xfrm>
              <a:off x="7335" y="10077"/>
              <a:ext cx="1984" cy="340"/>
              <a:chOff x="2157" y="10329"/>
              <a:chExt cx="2268" cy="459"/>
            </a:xfrm>
          </p:grpSpPr>
          <p:sp>
            <p:nvSpPr>
              <p:cNvPr id="185" name="Line 23"/>
              <p:cNvSpPr>
                <a:spLocks noChangeShapeType="1"/>
              </p:cNvSpPr>
              <p:nvPr/>
            </p:nvSpPr>
            <p:spPr bwMode="auto">
              <a:xfrm flipH="1">
                <a:off x="2157" y="10329"/>
                <a:ext cx="454" cy="454"/>
              </a:xfrm>
              <a:prstGeom prst="line">
                <a:avLst/>
              </a:prstGeom>
              <a:noFill/>
              <a:ln w="9525">
                <a:solidFill>
                  <a:srgbClr val="0070C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186" name="Line 24"/>
              <p:cNvSpPr>
                <a:spLocks noChangeShapeType="1"/>
              </p:cNvSpPr>
              <p:nvPr/>
            </p:nvSpPr>
            <p:spPr bwMode="auto">
              <a:xfrm flipH="1">
                <a:off x="3971" y="10332"/>
                <a:ext cx="454" cy="454"/>
              </a:xfrm>
              <a:prstGeom prst="line">
                <a:avLst/>
              </a:prstGeom>
              <a:noFill/>
              <a:ln w="9525">
                <a:solidFill>
                  <a:srgbClr val="0070C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187" name="Line 25"/>
              <p:cNvSpPr>
                <a:spLocks noChangeShapeType="1"/>
              </p:cNvSpPr>
              <p:nvPr/>
            </p:nvSpPr>
            <p:spPr bwMode="auto">
              <a:xfrm>
                <a:off x="2625" y="10332"/>
                <a:ext cx="1800" cy="0"/>
              </a:xfrm>
              <a:prstGeom prst="line">
                <a:avLst/>
              </a:prstGeom>
              <a:noFill/>
              <a:ln w="9525">
                <a:solidFill>
                  <a:srgbClr val="0070C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188" name="Line 26"/>
              <p:cNvSpPr>
                <a:spLocks noChangeShapeType="1"/>
              </p:cNvSpPr>
              <p:nvPr/>
            </p:nvSpPr>
            <p:spPr bwMode="auto">
              <a:xfrm>
                <a:off x="2190" y="10788"/>
                <a:ext cx="1800" cy="0"/>
              </a:xfrm>
              <a:prstGeom prst="line">
                <a:avLst/>
              </a:prstGeom>
              <a:noFill/>
              <a:ln w="9525">
                <a:solidFill>
                  <a:srgbClr val="0070C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grpSp>
        <p:sp>
          <p:nvSpPr>
            <p:cNvPr id="184" name="Text Box 27"/>
            <p:cNvSpPr txBox="1">
              <a:spLocks noChangeArrowheads="1"/>
            </p:cNvSpPr>
            <p:nvPr/>
          </p:nvSpPr>
          <p:spPr bwMode="auto">
            <a:xfrm>
              <a:off x="7661" y="10139"/>
              <a:ext cx="1279" cy="242"/>
            </a:xfrm>
            <a:prstGeom prst="rect">
              <a:avLst/>
            </a:prstGeom>
            <a:noFill/>
            <a:ln w="9525" algn="ctr">
              <a:no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bg1"/>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eaLnBrk="0" hangingPunct="0">
                <a:spcBef>
                  <a:spcPct val="20000"/>
                </a:spcBef>
                <a:buClr>
                  <a:schemeClr val="bg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eaLnBrk="0" hangingPunct="0">
                <a:spcBef>
                  <a:spcPct val="20000"/>
                </a:spcBef>
                <a:buClr>
                  <a:srgbClr val="CC00CC"/>
                </a:buClr>
                <a:buSzPct val="100000"/>
                <a:buChar char="•"/>
                <a:defRPr kumimoji="1" sz="3200" b="1">
                  <a:solidFill>
                    <a:schemeClr val="bg2"/>
                  </a:solidFill>
                  <a:latin typeface="Times New Roman" pitchFamily="18" charset="0"/>
                  <a:ea typeface="宋体" pitchFamily="2" charset="-122"/>
                </a:defRPr>
              </a:lvl4pPr>
              <a:lvl5pPr marL="2057400" indent="-228600" eaLnBrk="0" hangingPunct="0">
                <a:spcBef>
                  <a:spcPct val="20000"/>
                </a:spcBef>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9pPr>
            </a:lstStyle>
            <a:p>
              <a:pPr marL="0" marR="0" lvl="0" indent="0" algn="ctr" defTabSz="914400" rtl="0" eaLnBrk="0" fontAlgn="auto" latinLnBrk="0" hangingPunct="0">
                <a:lnSpc>
                  <a:spcPct val="100000"/>
                </a:lnSpc>
                <a:spcBef>
                  <a:spcPct val="0"/>
                </a:spcBef>
                <a:spcAft>
                  <a:spcPts val="0"/>
                </a:spcAft>
                <a:buClrTx/>
                <a:buSzTx/>
                <a:buFontTx/>
                <a:buNone/>
                <a:tabLst/>
                <a:defRPr/>
              </a:pPr>
              <a:r>
                <a:rPr kumimoji="0" lang="en-US" altLang="zh-CN" sz="1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divisor is zero!</a:t>
              </a:r>
            </a:p>
          </p:txBody>
        </p:sp>
      </p:grpSp>
      <p:cxnSp>
        <p:nvCxnSpPr>
          <p:cNvPr id="189" name="直接连接符 188"/>
          <p:cNvCxnSpPr>
            <a:stCxn id="146" idx="2"/>
          </p:cNvCxnSpPr>
          <p:nvPr/>
        </p:nvCxnSpPr>
        <p:spPr>
          <a:xfrm>
            <a:off x="3827682" y="4908346"/>
            <a:ext cx="4175" cy="12809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0" name="直接连接符 189"/>
          <p:cNvCxnSpPr/>
          <p:nvPr/>
        </p:nvCxnSpPr>
        <p:spPr>
          <a:xfrm>
            <a:off x="5155715" y="4901092"/>
            <a:ext cx="4175" cy="12809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1" name="直接连接符 190"/>
          <p:cNvCxnSpPr/>
          <p:nvPr/>
        </p:nvCxnSpPr>
        <p:spPr>
          <a:xfrm>
            <a:off x="3827675" y="5029182"/>
            <a:ext cx="1322532"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192" name="Group 15"/>
          <p:cNvGrpSpPr>
            <a:grpSpLocks/>
          </p:cNvGrpSpPr>
          <p:nvPr/>
        </p:nvGrpSpPr>
        <p:grpSpPr bwMode="auto">
          <a:xfrm>
            <a:off x="1817160" y="6305218"/>
            <a:ext cx="697600" cy="325437"/>
            <a:chOff x="2877" y="1122"/>
            <a:chExt cx="680" cy="285"/>
          </a:xfrm>
        </p:grpSpPr>
        <p:sp>
          <p:nvSpPr>
            <p:cNvPr id="193" name="AutoShape 16"/>
            <p:cNvSpPr>
              <a:spLocks noChangeArrowheads="1"/>
            </p:cNvSpPr>
            <p:nvPr/>
          </p:nvSpPr>
          <p:spPr bwMode="auto">
            <a:xfrm>
              <a:off x="2877" y="1122"/>
              <a:ext cx="680" cy="285"/>
            </a:xfrm>
            <a:prstGeom prst="flowChartTerminator">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bg1"/>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eaLnBrk="0" hangingPunct="0">
                <a:spcBef>
                  <a:spcPct val="20000"/>
                </a:spcBef>
                <a:buClr>
                  <a:schemeClr val="bg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eaLnBrk="0" hangingPunct="0">
                <a:spcBef>
                  <a:spcPct val="20000"/>
                </a:spcBef>
                <a:buClr>
                  <a:srgbClr val="CC00CC"/>
                </a:buClr>
                <a:buSzPct val="100000"/>
                <a:buChar char="•"/>
                <a:defRPr kumimoji="1" sz="3200" b="1">
                  <a:solidFill>
                    <a:schemeClr val="bg2"/>
                  </a:solidFill>
                  <a:latin typeface="Times New Roman" pitchFamily="18" charset="0"/>
                  <a:ea typeface="宋体" pitchFamily="2" charset="-122"/>
                </a:defRPr>
              </a:lvl4pPr>
              <a:lvl5pPr marL="2057400" indent="-228600" eaLnBrk="0" hangingPunct="0">
                <a:spcBef>
                  <a:spcPct val="20000"/>
                </a:spcBef>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1" lang="en-US" altLang="en-US" sz="1800" b="1" i="0" u="none" strike="noStrike" kern="1200" cap="none" spc="0" normalizeH="0" baseline="0" noProof="0">
                <a:ln>
                  <a:noFill/>
                </a:ln>
                <a:solidFill>
                  <a:srgbClr val="FFFFFF"/>
                </a:solidFill>
                <a:effectLst/>
                <a:uLnTx/>
                <a:uFillTx/>
                <a:latin typeface="Times New Roman" pitchFamily="18" charset="0"/>
                <a:ea typeface="宋体" pitchFamily="2" charset="-122"/>
                <a:cs typeface="+mn-cs"/>
              </a:endParaRPr>
            </a:p>
          </p:txBody>
        </p:sp>
        <p:sp>
          <p:nvSpPr>
            <p:cNvPr id="194" name="Text Box 17"/>
            <p:cNvSpPr txBox="1">
              <a:spLocks noChangeArrowheads="1"/>
            </p:cNvSpPr>
            <p:nvPr/>
          </p:nvSpPr>
          <p:spPr bwMode="auto">
            <a:xfrm>
              <a:off x="2976" y="1167"/>
              <a:ext cx="505" cy="239"/>
            </a:xfrm>
            <a:prstGeom prst="rect">
              <a:avLst/>
            </a:prstGeom>
            <a:noFill/>
            <a:ln w="9525" algn="ctr">
              <a:no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bg1"/>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eaLnBrk="0" hangingPunct="0">
                <a:spcBef>
                  <a:spcPct val="20000"/>
                </a:spcBef>
                <a:buClr>
                  <a:schemeClr val="bg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eaLnBrk="0" hangingPunct="0">
                <a:spcBef>
                  <a:spcPct val="20000"/>
                </a:spcBef>
                <a:buClr>
                  <a:srgbClr val="CC00CC"/>
                </a:buClr>
                <a:buSzPct val="100000"/>
                <a:buChar char="•"/>
                <a:defRPr kumimoji="1" sz="3200" b="1">
                  <a:solidFill>
                    <a:schemeClr val="bg2"/>
                  </a:solidFill>
                  <a:latin typeface="Times New Roman" pitchFamily="18" charset="0"/>
                  <a:ea typeface="宋体" pitchFamily="2" charset="-122"/>
                </a:defRPr>
              </a:lvl4pPr>
              <a:lvl5pPr marL="2057400" indent="-228600" eaLnBrk="0" hangingPunct="0">
                <a:spcBef>
                  <a:spcPct val="20000"/>
                </a:spcBef>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9pPr>
            </a:lstStyle>
            <a:p>
              <a:pPr marL="0" marR="0" lvl="0" indent="0" algn="ctr" defTabSz="914400" rtl="0" eaLnBrk="0" fontAlgn="auto" latinLnBrk="0" hangingPunct="0">
                <a:lnSpc>
                  <a:spcPct val="100000"/>
                </a:lnSpc>
                <a:spcBef>
                  <a:spcPct val="0"/>
                </a:spcBef>
                <a:spcAft>
                  <a:spcPts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结束</a:t>
              </a:r>
            </a:p>
          </p:txBody>
        </p:sp>
      </p:grpSp>
      <p:sp>
        <p:nvSpPr>
          <p:cNvPr id="195" name="Line 71"/>
          <p:cNvSpPr>
            <a:spLocks noChangeShapeType="1"/>
          </p:cNvSpPr>
          <p:nvPr/>
        </p:nvSpPr>
        <p:spPr bwMode="auto">
          <a:xfrm flipH="1">
            <a:off x="2198012" y="6180573"/>
            <a:ext cx="3453969" cy="0"/>
          </a:xfrm>
          <a:prstGeom prst="line">
            <a:avLst/>
          </a:prstGeom>
          <a:noFill/>
          <a:ln w="12700" cap="sq">
            <a:solidFill>
              <a:srgbClr val="00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0" cap="none" spc="0" normalizeH="0" baseline="0" noProof="0">
              <a:ln>
                <a:noFill/>
              </a:ln>
              <a:solidFill>
                <a:srgbClr val="FFFFFF"/>
              </a:solidFill>
              <a:effectLst/>
              <a:uLnTx/>
              <a:uFillTx/>
              <a:latin typeface="Times New Roman" pitchFamily="18" charset="0"/>
              <a:ea typeface="宋体" pitchFamily="2" charset="-122"/>
              <a:cs typeface="+mn-cs"/>
            </a:endParaRPr>
          </a:p>
        </p:txBody>
      </p:sp>
    </p:spTree>
    <p:extLst>
      <p:ext uri="{BB962C8B-B14F-4D97-AF65-F5344CB8AC3E}">
        <p14:creationId xmlns:p14="http://schemas.microsoft.com/office/powerpoint/2010/main" val="142683620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250"/>
                                  </p:stCondLst>
                                  <p:childTnLst>
                                    <p:set>
                                      <p:cBhvr>
                                        <p:cTn id="6" dur="1" fill="hold">
                                          <p:stCondLst>
                                            <p:cond delay="0"/>
                                          </p:stCondLst>
                                        </p:cTn>
                                        <p:tgtEl>
                                          <p:spTgt spid="6154">
                                            <p:txEl>
                                              <p:pRg st="0" end="0"/>
                                            </p:txEl>
                                          </p:spTgt>
                                        </p:tgtEl>
                                        <p:attrNameLst>
                                          <p:attrName>style.visibility</p:attrName>
                                        </p:attrNameLst>
                                      </p:cBhvr>
                                      <p:to>
                                        <p:strVal val="visible"/>
                                      </p:to>
                                    </p:set>
                                  </p:childTnLst>
                                </p:cTn>
                              </p:par>
                            </p:childTnLst>
                          </p:cTn>
                        </p:par>
                        <p:par>
                          <p:cTn id="7" fill="hold" nodeType="afterGroup">
                            <p:stCondLst>
                              <p:cond delay="250"/>
                            </p:stCondLst>
                            <p:childTnLst>
                              <p:par>
                                <p:cTn id="8" presetID="1" presetClass="entr" presetSubtype="0" fill="hold" nodeType="afterEffect">
                                  <p:stCondLst>
                                    <p:cond delay="1000"/>
                                  </p:stCondLst>
                                  <p:childTnLst>
                                    <p:set>
                                      <p:cBhvr>
                                        <p:cTn id="9" dur="1" fill="hold">
                                          <p:stCondLst>
                                            <p:cond delay="0"/>
                                          </p:stCondLst>
                                        </p:cTn>
                                        <p:tgtEl>
                                          <p:spTgt spid="6154">
                                            <p:txEl>
                                              <p:pRg st="1" end="1"/>
                                            </p:txEl>
                                          </p:spTgt>
                                        </p:tgtEl>
                                        <p:attrNameLst>
                                          <p:attrName>style.visibility</p:attrName>
                                        </p:attrNameLst>
                                      </p:cBhvr>
                                      <p:to>
                                        <p:strVal val="visible"/>
                                      </p:to>
                                    </p:set>
                                  </p:childTnLst>
                                </p:cTn>
                              </p:par>
                            </p:childTnLst>
                          </p:cTn>
                        </p:par>
                        <p:par>
                          <p:cTn id="10" fill="hold" nodeType="afterGroup">
                            <p:stCondLst>
                              <p:cond delay="1250"/>
                            </p:stCondLst>
                            <p:childTnLst>
                              <p:par>
                                <p:cTn id="11" presetID="1" presetClass="entr" presetSubtype="0" fill="hold" nodeType="afterEffect">
                                  <p:stCondLst>
                                    <p:cond delay="1000"/>
                                  </p:stCondLst>
                                  <p:childTnLst>
                                    <p:set>
                                      <p:cBhvr>
                                        <p:cTn id="12" dur="1" fill="hold">
                                          <p:stCondLst>
                                            <p:cond delay="0"/>
                                          </p:stCondLst>
                                        </p:cTn>
                                        <p:tgtEl>
                                          <p:spTgt spid="6154">
                                            <p:txEl>
                                              <p:pRg st="2" end="2"/>
                                            </p:txEl>
                                          </p:spTgt>
                                        </p:tgtEl>
                                        <p:attrNameLst>
                                          <p:attrName>style.visibility</p:attrName>
                                        </p:attrNameLst>
                                      </p:cBhvr>
                                      <p:to>
                                        <p:strVal val="visible"/>
                                      </p:to>
                                    </p:set>
                                  </p:childTnLst>
                                </p:cTn>
                              </p:par>
                            </p:childTnLst>
                          </p:cTn>
                        </p:par>
                        <p:par>
                          <p:cTn id="13" fill="hold" nodeType="afterGroup">
                            <p:stCondLst>
                              <p:cond delay="2250"/>
                            </p:stCondLst>
                            <p:childTnLst>
                              <p:par>
                                <p:cTn id="14" presetID="1" presetClass="entr" presetSubtype="0" fill="hold" nodeType="afterEffect">
                                  <p:stCondLst>
                                    <p:cond delay="1000"/>
                                  </p:stCondLst>
                                  <p:childTnLst>
                                    <p:set>
                                      <p:cBhvr>
                                        <p:cTn id="15" dur="1" fill="hold">
                                          <p:stCondLst>
                                            <p:cond delay="0"/>
                                          </p:stCondLst>
                                        </p:cTn>
                                        <p:tgtEl>
                                          <p:spTgt spid="6154">
                                            <p:txEl>
                                              <p:pRg st="3" end="3"/>
                                            </p:txEl>
                                          </p:spTgt>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nodeType="clickEffect">
                                  <p:stCondLst>
                                    <p:cond delay="0"/>
                                  </p:stCondLst>
                                  <p:childTnLst>
                                    <p:set>
                                      <p:cBhvr>
                                        <p:cTn id="19" dur="1" fill="hold">
                                          <p:stCondLst>
                                            <p:cond delay="0"/>
                                          </p:stCondLst>
                                        </p:cTn>
                                        <p:tgtEl>
                                          <p:spTgt spid="6154">
                                            <p:txEl>
                                              <p:pRg st="5" end="5"/>
                                            </p:txEl>
                                          </p:spTgt>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6154">
                                            <p:txEl>
                                              <p:pRg st="6" end="6"/>
                                            </p:txEl>
                                          </p:spTgt>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6154">
                                            <p:txEl>
                                              <p:pRg st="7" end="7"/>
                                            </p:txEl>
                                          </p:spTgt>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6154">
                                            <p:txEl>
                                              <p:pRg st="8" end="8"/>
                                            </p:txEl>
                                          </p:spTgt>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nodeType="clickEffect">
                                  <p:stCondLst>
                                    <p:cond delay="0"/>
                                  </p:stCondLst>
                                  <p:childTnLst>
                                    <p:set>
                                      <p:cBhvr>
                                        <p:cTn id="29" dur="1" fill="hold">
                                          <p:stCondLst>
                                            <p:cond delay="0"/>
                                          </p:stCondLst>
                                        </p:cTn>
                                        <p:tgtEl>
                                          <p:spTgt spid="6154">
                                            <p:txEl>
                                              <p:pRg st="10" end="10"/>
                                            </p:txEl>
                                          </p:spTgt>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6154">
                                            <p:txEl>
                                              <p:pRg st="11" end="11"/>
                                            </p:txEl>
                                          </p:spTgt>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6154">
                                            <p:txEl>
                                              <p:pRg st="12" end="12"/>
                                            </p:txEl>
                                          </p:spTgt>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6154">
                                            <p:txEl>
                                              <p:pRg st="13" end="13"/>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157"/>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158"/>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161"/>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127"/>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126"/>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128"/>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130"/>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132"/>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133"/>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135"/>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136"/>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137"/>
                                        </p:tgtEl>
                                        <p:attrNameLst>
                                          <p:attrName>style.visibility</p:attrName>
                                        </p:attrNameLst>
                                      </p:cBhvr>
                                      <p:to>
                                        <p:strVal val="visible"/>
                                      </p:to>
                                    </p:set>
                                  </p:childTnLst>
                                </p:cTn>
                              </p:par>
                              <p:par>
                                <p:cTn id="64" presetID="1" presetClass="entr" presetSubtype="0" fill="hold" grpId="0" nodeType="withEffect">
                                  <p:stCondLst>
                                    <p:cond delay="0"/>
                                  </p:stCondLst>
                                  <p:childTnLst>
                                    <p:set>
                                      <p:cBhvr>
                                        <p:cTn id="65" dur="1" fill="hold">
                                          <p:stCondLst>
                                            <p:cond delay="0"/>
                                          </p:stCondLst>
                                        </p:cTn>
                                        <p:tgtEl>
                                          <p:spTgt spid="138"/>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7" dur="1" fill="hold">
                                          <p:stCondLst>
                                            <p:cond delay="0"/>
                                          </p:stCondLst>
                                        </p:cTn>
                                        <p:tgtEl>
                                          <p:spTgt spid="139"/>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141"/>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142"/>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3" dur="1" fill="hold">
                                          <p:stCondLst>
                                            <p:cond delay="0"/>
                                          </p:stCondLst>
                                        </p:cTn>
                                        <p:tgtEl>
                                          <p:spTgt spid="144"/>
                                        </p:tgtEl>
                                        <p:attrNameLst>
                                          <p:attrName>style.visibility</p:attrName>
                                        </p:attrNameLst>
                                      </p:cBhvr>
                                      <p:to>
                                        <p:strVal val="visible"/>
                                      </p:to>
                                    </p:set>
                                  </p:childTnLst>
                                </p:cTn>
                              </p:par>
                              <p:par>
                                <p:cTn id="74" presetID="1" presetClass="entr" presetSubtype="0" fill="hold" nodeType="withEffect">
                                  <p:stCondLst>
                                    <p:cond delay="0"/>
                                  </p:stCondLst>
                                  <p:childTnLst>
                                    <p:set>
                                      <p:cBhvr>
                                        <p:cTn id="75" dur="1" fill="hold">
                                          <p:stCondLst>
                                            <p:cond delay="0"/>
                                          </p:stCondLst>
                                        </p:cTn>
                                        <p:tgtEl>
                                          <p:spTgt spid="125">
                                            <p:txEl>
                                              <p:pRg st="0" end="0"/>
                                            </p:txEl>
                                          </p:spTgt>
                                        </p:tgtEl>
                                        <p:attrNameLst>
                                          <p:attrName>style.visibility</p:attrName>
                                        </p:attrNameLst>
                                      </p:cBhvr>
                                      <p:to>
                                        <p:strVal val="visible"/>
                                      </p:to>
                                    </p:set>
                                  </p:childTnLst>
                                </p:cTn>
                              </p:par>
                              <p:par>
                                <p:cTn id="76" presetID="1" presetClass="entr" presetSubtype="0" fill="hold" nodeType="withEffect">
                                  <p:stCondLst>
                                    <p:cond delay="0"/>
                                  </p:stCondLst>
                                  <p:childTnLst>
                                    <p:set>
                                      <p:cBhvr>
                                        <p:cTn id="77" dur="1" fill="hold">
                                          <p:stCondLst>
                                            <p:cond delay="0"/>
                                          </p:stCondLst>
                                        </p:cTn>
                                        <p:tgtEl>
                                          <p:spTgt spid="125">
                                            <p:txEl>
                                              <p:pRg st="2" end="2"/>
                                            </p:txEl>
                                          </p:spTgt>
                                        </p:tgtEl>
                                        <p:attrNameLst>
                                          <p:attrName>style.visibility</p:attrName>
                                        </p:attrNameLst>
                                      </p:cBhvr>
                                      <p:to>
                                        <p:strVal val="visible"/>
                                      </p:to>
                                    </p:set>
                                  </p:childTnLst>
                                </p:cTn>
                              </p:par>
                              <p:par>
                                <p:cTn id="78" presetID="1" presetClass="entr" presetSubtype="0" fill="hold" nodeType="withEffect">
                                  <p:stCondLst>
                                    <p:cond delay="0"/>
                                  </p:stCondLst>
                                  <p:childTnLst>
                                    <p:set>
                                      <p:cBhvr>
                                        <p:cTn id="79" dur="1" fill="hold">
                                          <p:stCondLst>
                                            <p:cond delay="0"/>
                                          </p:stCondLst>
                                        </p:cTn>
                                        <p:tgtEl>
                                          <p:spTgt spid="125">
                                            <p:txEl>
                                              <p:pRg st="5" end="5"/>
                                            </p:txEl>
                                          </p:spTgt>
                                        </p:tgtEl>
                                        <p:attrNameLst>
                                          <p:attrName>style.visibility</p:attrName>
                                        </p:attrNameLst>
                                      </p:cBhvr>
                                      <p:to>
                                        <p:strVal val="visible"/>
                                      </p:to>
                                    </p:set>
                                  </p:childTnLst>
                                </p:cTn>
                              </p:par>
                              <p:par>
                                <p:cTn id="80" presetID="1" presetClass="entr" presetSubtype="0" fill="hold" nodeType="withEffect">
                                  <p:stCondLst>
                                    <p:cond delay="0"/>
                                  </p:stCondLst>
                                  <p:childTnLst>
                                    <p:set>
                                      <p:cBhvr>
                                        <p:cTn id="81" dur="1" fill="hold">
                                          <p:stCondLst>
                                            <p:cond delay="0"/>
                                          </p:stCondLst>
                                        </p:cTn>
                                        <p:tgtEl>
                                          <p:spTgt spid="125">
                                            <p:txEl>
                                              <p:pRg st="6" end="6"/>
                                            </p:txEl>
                                          </p:spTgt>
                                        </p:tgtEl>
                                        <p:attrNameLst>
                                          <p:attrName>style.visibility</p:attrName>
                                        </p:attrNameLst>
                                      </p:cBhvr>
                                      <p:to>
                                        <p:strVal val="visible"/>
                                      </p:to>
                                    </p:set>
                                  </p:childTnLst>
                                </p:cTn>
                              </p:par>
                              <p:par>
                                <p:cTn id="82" presetID="1" presetClass="entr" presetSubtype="0" fill="hold" grpId="0" nodeType="withEffect">
                                  <p:stCondLst>
                                    <p:cond delay="0"/>
                                  </p:stCondLst>
                                  <p:childTnLst>
                                    <p:set>
                                      <p:cBhvr>
                                        <p:cTn id="83" dur="1" fill="hold">
                                          <p:stCondLst>
                                            <p:cond delay="0"/>
                                          </p:stCondLst>
                                        </p:cTn>
                                        <p:tgtEl>
                                          <p:spTgt spid="129"/>
                                        </p:tgtEl>
                                        <p:attrNameLst>
                                          <p:attrName>style.visibility</p:attrName>
                                        </p:attrNameLst>
                                      </p:cBhvr>
                                      <p:to>
                                        <p:strVal val="visible"/>
                                      </p:to>
                                    </p:set>
                                  </p:childTnLst>
                                </p:cTn>
                              </p:par>
                              <p:par>
                                <p:cTn id="84" presetID="1" presetClass="entr" presetSubtype="0" fill="hold" grpId="0" nodeType="withEffect">
                                  <p:stCondLst>
                                    <p:cond delay="0"/>
                                  </p:stCondLst>
                                  <p:childTnLst>
                                    <p:set>
                                      <p:cBhvr>
                                        <p:cTn id="85" dur="1" fill="hold">
                                          <p:stCondLst>
                                            <p:cond delay="0"/>
                                          </p:stCondLst>
                                        </p:cTn>
                                        <p:tgtEl>
                                          <p:spTgt spid="131"/>
                                        </p:tgtEl>
                                        <p:attrNameLst>
                                          <p:attrName>style.visibility</p:attrName>
                                        </p:attrNameLst>
                                      </p:cBhvr>
                                      <p:to>
                                        <p:strVal val="visible"/>
                                      </p:to>
                                    </p:set>
                                  </p:childTnLst>
                                </p:cTn>
                              </p:par>
                              <p:par>
                                <p:cTn id="86" presetID="1" presetClass="entr" presetSubtype="0" fill="hold" nodeType="withEffect">
                                  <p:stCondLst>
                                    <p:cond delay="0"/>
                                  </p:stCondLst>
                                  <p:childTnLst>
                                    <p:set>
                                      <p:cBhvr>
                                        <p:cTn id="87" dur="1" fill="hold">
                                          <p:stCondLst>
                                            <p:cond delay="0"/>
                                          </p:stCondLst>
                                        </p:cTn>
                                        <p:tgtEl>
                                          <p:spTgt spid="175"/>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grpId="0" nodeType="clickEffect">
                                  <p:stCondLst>
                                    <p:cond delay="0"/>
                                  </p:stCondLst>
                                  <p:childTnLst>
                                    <p:set>
                                      <p:cBhvr>
                                        <p:cTn id="91" dur="1" fill="hold">
                                          <p:stCondLst>
                                            <p:cond delay="0"/>
                                          </p:stCondLst>
                                        </p:cTn>
                                        <p:tgtEl>
                                          <p:spTgt spid="140"/>
                                        </p:tgtEl>
                                        <p:attrNameLst>
                                          <p:attrName>style.visibility</p:attrName>
                                        </p:attrNameLst>
                                      </p:cBhvr>
                                      <p:to>
                                        <p:strVal val="visible"/>
                                      </p:to>
                                    </p:set>
                                  </p:childTnLst>
                                </p:cTn>
                              </p:par>
                              <p:par>
                                <p:cTn id="92" presetID="1" presetClass="entr" presetSubtype="0" fill="hold" nodeType="withEffect">
                                  <p:stCondLst>
                                    <p:cond delay="0"/>
                                  </p:stCondLst>
                                  <p:childTnLst>
                                    <p:set>
                                      <p:cBhvr>
                                        <p:cTn id="93" dur="1" fill="hold">
                                          <p:stCondLst>
                                            <p:cond delay="0"/>
                                          </p:stCondLst>
                                        </p:cTn>
                                        <p:tgtEl>
                                          <p:spTgt spid="145"/>
                                        </p:tgtEl>
                                        <p:attrNameLst>
                                          <p:attrName>style.visibility</p:attrName>
                                        </p:attrNameLst>
                                      </p:cBhvr>
                                      <p:to>
                                        <p:strVal val="visible"/>
                                      </p:to>
                                    </p:set>
                                  </p:childTnLst>
                                </p:cTn>
                              </p:par>
                              <p:par>
                                <p:cTn id="94" presetID="1" presetClass="entr" presetSubtype="0" fill="hold" nodeType="withEffect">
                                  <p:stCondLst>
                                    <p:cond delay="0"/>
                                  </p:stCondLst>
                                  <p:childTnLst>
                                    <p:set>
                                      <p:cBhvr>
                                        <p:cTn id="95" dur="1" fill="hold">
                                          <p:stCondLst>
                                            <p:cond delay="0"/>
                                          </p:stCondLst>
                                        </p:cTn>
                                        <p:tgtEl>
                                          <p:spTgt spid="190"/>
                                        </p:tgtEl>
                                        <p:attrNameLst>
                                          <p:attrName>style.visibility</p:attrName>
                                        </p:attrNameLst>
                                      </p:cBhvr>
                                      <p:to>
                                        <p:strVal val="visible"/>
                                      </p:to>
                                    </p:set>
                                  </p:childTnLst>
                                </p:cTn>
                              </p:par>
                              <p:par>
                                <p:cTn id="96" presetID="1" presetClass="entr" presetSubtype="0" fill="hold" nodeType="withEffect">
                                  <p:stCondLst>
                                    <p:cond delay="0"/>
                                  </p:stCondLst>
                                  <p:childTnLst>
                                    <p:set>
                                      <p:cBhvr>
                                        <p:cTn id="97" dur="1" fill="hold">
                                          <p:stCondLst>
                                            <p:cond delay="0"/>
                                          </p:stCondLst>
                                        </p:cTn>
                                        <p:tgtEl>
                                          <p:spTgt spid="191"/>
                                        </p:tgtEl>
                                        <p:attrNameLst>
                                          <p:attrName>style.visibility</p:attrName>
                                        </p:attrNameLst>
                                      </p:cBhvr>
                                      <p:to>
                                        <p:strVal val="visible"/>
                                      </p:to>
                                    </p:set>
                                  </p:childTnLst>
                                </p:cTn>
                              </p:par>
                              <p:par>
                                <p:cTn id="98" presetID="1" presetClass="entr" presetSubtype="0" fill="hold" nodeType="withEffect">
                                  <p:stCondLst>
                                    <p:cond delay="0"/>
                                  </p:stCondLst>
                                  <p:childTnLst>
                                    <p:set>
                                      <p:cBhvr>
                                        <p:cTn id="99" dur="1" fill="hold">
                                          <p:stCondLst>
                                            <p:cond delay="0"/>
                                          </p:stCondLst>
                                        </p:cTn>
                                        <p:tgtEl>
                                          <p:spTgt spid="182"/>
                                        </p:tgtEl>
                                        <p:attrNameLst>
                                          <p:attrName>style.visibility</p:attrName>
                                        </p:attrNameLst>
                                      </p:cBhvr>
                                      <p:to>
                                        <p:strVal val="visible"/>
                                      </p:to>
                                    </p:set>
                                  </p:childTnLst>
                                </p:cTn>
                              </p:par>
                              <p:par>
                                <p:cTn id="100" presetID="1" presetClass="entr" presetSubtype="0" fill="hold" nodeType="withEffect">
                                  <p:stCondLst>
                                    <p:cond delay="0"/>
                                  </p:stCondLst>
                                  <p:childTnLst>
                                    <p:set>
                                      <p:cBhvr>
                                        <p:cTn id="101" dur="1" fill="hold">
                                          <p:stCondLst>
                                            <p:cond delay="0"/>
                                          </p:stCondLst>
                                        </p:cTn>
                                        <p:tgtEl>
                                          <p:spTgt spid="189"/>
                                        </p:tgtEl>
                                        <p:attrNameLst>
                                          <p:attrName>style.visibility</p:attrName>
                                        </p:attrNameLst>
                                      </p:cBhvr>
                                      <p:to>
                                        <p:strVal val="visible"/>
                                      </p:to>
                                    </p:set>
                                  </p:childTnLst>
                                </p:cTn>
                              </p:par>
                              <p:par>
                                <p:cTn id="102" presetID="1" presetClass="entr" presetSubtype="0" fill="hold" nodeType="withEffect">
                                  <p:stCondLst>
                                    <p:cond delay="0"/>
                                  </p:stCondLst>
                                  <p:childTnLst>
                                    <p:set>
                                      <p:cBhvr>
                                        <p:cTn id="103" dur="1" fill="hold">
                                          <p:stCondLst>
                                            <p:cond delay="0"/>
                                          </p:stCondLst>
                                        </p:cTn>
                                        <p:tgtEl>
                                          <p:spTgt spid="192"/>
                                        </p:tgtEl>
                                        <p:attrNameLst>
                                          <p:attrName>style.visibility</p:attrName>
                                        </p:attrNameLst>
                                      </p:cBhvr>
                                      <p:to>
                                        <p:strVal val="visible"/>
                                      </p:to>
                                    </p:set>
                                  </p:childTnLst>
                                </p:cTn>
                              </p:par>
                              <p:par>
                                <p:cTn id="104" presetID="1" presetClass="entr" presetSubtype="0" fill="hold" grpId="0" nodeType="withEffect">
                                  <p:stCondLst>
                                    <p:cond delay="0"/>
                                  </p:stCondLst>
                                  <p:childTnLst>
                                    <p:set>
                                      <p:cBhvr>
                                        <p:cTn id="105" dur="1" fill="hold">
                                          <p:stCondLst>
                                            <p:cond delay="0"/>
                                          </p:stCondLst>
                                        </p:cTn>
                                        <p:tgtEl>
                                          <p:spTgt spid="195"/>
                                        </p:tgtEl>
                                        <p:attrNameLst>
                                          <p:attrName>style.visibility</p:attrName>
                                        </p:attrNameLst>
                                      </p:cBhvr>
                                      <p:to>
                                        <p:strVal val="visible"/>
                                      </p:to>
                                    </p:set>
                                  </p:childTnLst>
                                </p:cTn>
                              </p:par>
                            </p:childTnLst>
                          </p:cTn>
                        </p:par>
                      </p:childTnLst>
                    </p:cTn>
                  </p:par>
                  <p:par>
                    <p:cTn id="106" fill="hold">
                      <p:stCondLst>
                        <p:cond delay="indefinite"/>
                      </p:stCondLst>
                      <p:childTnLst>
                        <p:par>
                          <p:cTn id="107" fill="hold">
                            <p:stCondLst>
                              <p:cond delay="0"/>
                            </p:stCondLst>
                            <p:childTnLst>
                              <p:par>
                                <p:cTn id="108" presetID="1" presetClass="entr" presetSubtype="0" fill="hold" grpId="0" nodeType="clickEffect">
                                  <p:stCondLst>
                                    <p:cond delay="0"/>
                                  </p:stCondLst>
                                  <p:childTnLst>
                                    <p:set>
                                      <p:cBhvr>
                                        <p:cTn id="109" dur="1" fill="hold">
                                          <p:stCondLst>
                                            <p:cond delay="0"/>
                                          </p:stCondLst>
                                        </p:cTn>
                                        <p:tgtEl>
                                          <p:spTgt spid="134"/>
                                        </p:tgtEl>
                                        <p:attrNameLst>
                                          <p:attrName>style.visibility</p:attrName>
                                        </p:attrNameLst>
                                      </p:cBhvr>
                                      <p:to>
                                        <p:strVal val="visible"/>
                                      </p:to>
                                    </p:set>
                                  </p:childTnLst>
                                </p:cTn>
                              </p:par>
                              <p:par>
                                <p:cTn id="110" presetID="1" presetClass="entr" presetSubtype="0" fill="hold" grpId="0" nodeType="withEffect">
                                  <p:stCondLst>
                                    <p:cond delay="0"/>
                                  </p:stCondLst>
                                  <p:childTnLst>
                                    <p:set>
                                      <p:cBhvr>
                                        <p:cTn id="111" dur="1" fill="hold">
                                          <p:stCondLst>
                                            <p:cond delay="0"/>
                                          </p:stCondLst>
                                        </p:cTn>
                                        <p:tgtEl>
                                          <p:spTgt spid="143"/>
                                        </p:tgtEl>
                                        <p:attrNameLst>
                                          <p:attrName>style.visibility</p:attrName>
                                        </p:attrNameLst>
                                      </p:cBhvr>
                                      <p:to>
                                        <p:strVal val="visible"/>
                                      </p:to>
                                    </p:set>
                                  </p:childTnLst>
                                </p:cTn>
                              </p:par>
                              <p:par>
                                <p:cTn id="112" presetID="1" presetClass="entr" presetSubtype="0" fill="hold" nodeType="withEffect">
                                  <p:stCondLst>
                                    <p:cond delay="0"/>
                                  </p:stCondLst>
                                  <p:childTnLst>
                                    <p:set>
                                      <p:cBhvr>
                                        <p:cTn id="113" dur="1" fill="hold">
                                          <p:stCondLst>
                                            <p:cond delay="0"/>
                                          </p:stCondLst>
                                        </p:cTn>
                                        <p:tgtEl>
                                          <p:spTgt spid="1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 grpId="0" animBg="1"/>
      <p:bldP spid="127" grpId="0" animBg="1"/>
      <p:bldP spid="128" grpId="0" animBg="1"/>
      <p:bldP spid="129" grpId="0" animBg="1"/>
      <p:bldP spid="130" grpId="0" animBg="1"/>
      <p:bldP spid="131" grpId="0" animBg="1"/>
      <p:bldP spid="132" grpId="0" animBg="1"/>
      <p:bldP spid="133" grpId="0" animBg="1"/>
      <p:bldP spid="134" grpId="0" animBg="1"/>
      <p:bldP spid="135" grpId="0" animBg="1"/>
      <p:bldP spid="136" grpId="0" animBg="1"/>
      <p:bldP spid="137" grpId="0" animBg="1"/>
      <p:bldP spid="138" grpId="0" animBg="1"/>
      <p:bldP spid="139" grpId="0" animBg="1"/>
      <p:bldP spid="140" grpId="0" animBg="1"/>
      <p:bldP spid="141" grpId="0" animBg="1"/>
      <p:bldP spid="142" grpId="0" animBg="1"/>
      <p:bldP spid="143" grpId="0" animBg="1"/>
      <p:bldP spid="144" grpId="0" animBg="1"/>
      <p:bldP spid="157" grpId="0" animBg="1"/>
      <p:bldP spid="19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2"/>
          <p:cNvSpPr txBox="1">
            <a:spLocks noChangeArrowheads="1"/>
          </p:cNvSpPr>
          <p:nvPr/>
        </p:nvSpPr>
        <p:spPr bwMode="auto">
          <a:xfrm>
            <a:off x="275167" y="73029"/>
            <a:ext cx="1138978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algn="l" eaLnBrk="0" hangingPunct="0">
              <a:spcBef>
                <a:spcPct val="20000"/>
              </a:spcBef>
              <a:buClr>
                <a:srgbClr val="3333FF"/>
              </a:buClr>
              <a:buFont typeface="Times New Roman" pitchFamily="18" charset="0"/>
              <a:buChar char="–"/>
              <a:defRPr kumimoji="1" sz="2800" b="1">
                <a:solidFill>
                  <a:schemeClr val="bg2"/>
                </a:solidFill>
                <a:latin typeface="Times New Roman" pitchFamily="18" charset="0"/>
                <a:ea typeface="宋体" pitchFamily="2" charset="-122"/>
              </a:defRPr>
            </a:lvl2pPr>
            <a:lvl3pPr marL="1143000" indent="-228600" algn="l" eaLnBrk="0" hangingPunct="0">
              <a:spcBef>
                <a:spcPct val="20000"/>
              </a:spcBef>
              <a:buClr>
                <a:srgbClr val="CC00CC"/>
              </a:buClr>
              <a:buFont typeface="Times New Roman" pitchFamily="18" charset="0"/>
              <a:buChar char="»"/>
              <a:defRPr kumimoji="1" sz="2400" b="1">
                <a:solidFill>
                  <a:schemeClr val="bg2"/>
                </a:solidFill>
                <a:latin typeface="Times New Roman" pitchFamily="18" charset="0"/>
                <a:ea typeface="宋体" pitchFamily="2" charset="-122"/>
              </a:defRPr>
            </a:lvl3pPr>
            <a:lvl4pPr marL="1600200" indent="-228600" algn="l" eaLnBrk="0" hangingPunct="0">
              <a:spcBef>
                <a:spcPct val="20000"/>
              </a:spcBef>
              <a:buClr>
                <a:srgbClr val="3333FF"/>
              </a:buClr>
              <a:buSzPct val="75000"/>
              <a:buFont typeface="Wingdings" pitchFamily="2" charset="2"/>
              <a:buChar char="n"/>
              <a:defRPr kumimoji="1" sz="2000" b="1">
                <a:solidFill>
                  <a:schemeClr val="bg2"/>
                </a:solidFill>
                <a:latin typeface="Times New Roman" pitchFamily="18" charset="0"/>
                <a:ea typeface="宋体" pitchFamily="2" charset="-122"/>
              </a:defRPr>
            </a:lvl4pPr>
            <a:lvl5pPr marL="2057400" indent="-228600" algn="l" eaLnBrk="0" hangingPunct="0">
              <a:spcBef>
                <a:spcPct val="20000"/>
              </a:spcBef>
              <a:buClr>
                <a:srgbClr val="CC00CC"/>
              </a:buClr>
              <a:buFont typeface="Times New Roman" pitchFamily="18" charset="0"/>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rgbClr val="CC00CC"/>
              </a:buClr>
              <a:buFont typeface="Times New Roman" pitchFamily="18" charset="0"/>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rgbClr val="CC00CC"/>
              </a:buClr>
              <a:buFont typeface="Times New Roman" pitchFamily="18" charset="0"/>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rgbClr val="CC00CC"/>
              </a:buClr>
              <a:buFont typeface="Times New Roman" pitchFamily="18" charset="0"/>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rgbClr val="CC00CC"/>
              </a:buClr>
              <a:buFont typeface="Times New Roman" pitchFamily="18" charset="0"/>
              <a:buChar char="–"/>
              <a:defRPr kumimoji="1" sz="2000" b="1">
                <a:solidFill>
                  <a:schemeClr val="bg2"/>
                </a:solidFill>
                <a:latin typeface="Times New Roman" pitchFamily="18" charset="0"/>
                <a:ea typeface="宋体"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2400" b="1" i="0" u="none" strike="noStrike" kern="1200" cap="none" spc="0" normalizeH="0" baseline="0" noProof="0" dirty="0" err="1">
                <a:ln>
                  <a:noFill/>
                </a:ln>
                <a:solidFill>
                  <a:srgbClr val="6600CC"/>
                </a:solidFill>
                <a:effectLst/>
                <a:uLnTx/>
                <a:uFillTx/>
                <a:latin typeface="Times New Roman" pitchFamily="18" charset="0"/>
                <a:ea typeface="宋体" pitchFamily="2" charset="-122"/>
                <a:cs typeface="+mn-cs"/>
              </a:rPr>
              <a:t>eg</a:t>
            </a:r>
            <a:r>
              <a:rPr kumimoji="1" lang="en-US" altLang="zh-CN" sz="24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mn-cs"/>
              </a:rPr>
              <a:t> 3.4 </a:t>
            </a:r>
            <a:r>
              <a:rPr kumimoji="1" lang="zh-CN" altLang="en-US" sz="24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mn-cs"/>
              </a:rPr>
              <a:t>设计一个简易的计算器程序，可进行两个实数的</a:t>
            </a:r>
            <a:r>
              <a:rPr kumimoji="1" lang="en-US" altLang="zh-CN" sz="24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mn-cs"/>
              </a:rPr>
              <a:t>+</a:t>
            </a:r>
            <a:r>
              <a:rPr kumimoji="1" lang="zh-CN" altLang="en-US" sz="24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mn-cs"/>
              </a:rPr>
              <a:t>、</a:t>
            </a:r>
            <a:r>
              <a:rPr kumimoji="1" lang="en-US" altLang="zh-CN" sz="24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mn-cs"/>
              </a:rPr>
              <a:t>-</a:t>
            </a:r>
            <a:r>
              <a:rPr kumimoji="1" lang="zh-CN" altLang="en-US" sz="24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mn-cs"/>
              </a:rPr>
              <a:t>、*、</a:t>
            </a:r>
            <a:r>
              <a:rPr kumimoji="1" lang="en-US" altLang="zh-CN" sz="24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mn-cs"/>
              </a:rPr>
              <a:t>/ </a:t>
            </a:r>
            <a:r>
              <a:rPr kumimoji="1" lang="zh-CN" altLang="en-US" sz="24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mn-cs"/>
              </a:rPr>
              <a:t>运算。　输入时的计算式：实数　运算符　实数</a:t>
            </a:r>
          </a:p>
        </p:txBody>
      </p:sp>
      <p:sp>
        <p:nvSpPr>
          <p:cNvPr id="18435" name="Text Box 3"/>
          <p:cNvSpPr txBox="1">
            <a:spLocks noChangeArrowheads="1"/>
          </p:cNvSpPr>
          <p:nvPr/>
        </p:nvSpPr>
        <p:spPr bwMode="auto">
          <a:xfrm>
            <a:off x="431800" y="836616"/>
            <a:ext cx="11161184" cy="6109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algn="l" eaLnBrk="0" hangingPunct="0">
              <a:spcBef>
                <a:spcPct val="20000"/>
              </a:spcBef>
              <a:buClr>
                <a:srgbClr val="3333FF"/>
              </a:buClr>
              <a:buFont typeface="Times New Roman" pitchFamily="18" charset="0"/>
              <a:buChar char="–"/>
              <a:defRPr kumimoji="1" sz="2800" b="1">
                <a:solidFill>
                  <a:schemeClr val="bg2"/>
                </a:solidFill>
                <a:latin typeface="Times New Roman" pitchFamily="18" charset="0"/>
                <a:ea typeface="宋体" pitchFamily="2" charset="-122"/>
              </a:defRPr>
            </a:lvl2pPr>
            <a:lvl3pPr marL="1143000" indent="-228600" algn="l" eaLnBrk="0" hangingPunct="0">
              <a:spcBef>
                <a:spcPct val="20000"/>
              </a:spcBef>
              <a:buClr>
                <a:srgbClr val="CC00CC"/>
              </a:buClr>
              <a:buFont typeface="Times New Roman" pitchFamily="18" charset="0"/>
              <a:buChar char="»"/>
              <a:defRPr kumimoji="1" sz="2400" b="1">
                <a:solidFill>
                  <a:schemeClr val="bg2"/>
                </a:solidFill>
                <a:latin typeface="Times New Roman" pitchFamily="18" charset="0"/>
                <a:ea typeface="宋体" pitchFamily="2" charset="-122"/>
              </a:defRPr>
            </a:lvl3pPr>
            <a:lvl4pPr marL="1600200" indent="-228600" algn="l" eaLnBrk="0" hangingPunct="0">
              <a:spcBef>
                <a:spcPct val="20000"/>
              </a:spcBef>
              <a:buClr>
                <a:srgbClr val="3333FF"/>
              </a:buClr>
              <a:buSzPct val="75000"/>
              <a:buFont typeface="Wingdings" pitchFamily="2" charset="2"/>
              <a:buChar char="n"/>
              <a:defRPr kumimoji="1" sz="2000" b="1">
                <a:solidFill>
                  <a:schemeClr val="bg2"/>
                </a:solidFill>
                <a:latin typeface="Times New Roman" pitchFamily="18" charset="0"/>
                <a:ea typeface="宋体" pitchFamily="2" charset="-122"/>
              </a:defRPr>
            </a:lvl4pPr>
            <a:lvl5pPr marL="2057400" indent="-228600" algn="l" eaLnBrk="0" hangingPunct="0">
              <a:spcBef>
                <a:spcPct val="20000"/>
              </a:spcBef>
              <a:buClr>
                <a:srgbClr val="CC00CC"/>
              </a:buClr>
              <a:buFont typeface="Times New Roman" pitchFamily="18" charset="0"/>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rgbClr val="CC00CC"/>
              </a:buClr>
              <a:buFont typeface="Times New Roman" pitchFamily="18" charset="0"/>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rgbClr val="CC00CC"/>
              </a:buClr>
              <a:buFont typeface="Times New Roman" pitchFamily="18" charset="0"/>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rgbClr val="CC00CC"/>
              </a:buClr>
              <a:buFont typeface="Times New Roman" pitchFamily="18" charset="0"/>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rgbClr val="CC00CC"/>
              </a:buClr>
              <a:buFont typeface="Times New Roman" pitchFamily="18" charset="0"/>
              <a:buChar char="–"/>
              <a:defRPr kumimoji="1" sz="2000" b="1">
                <a:solidFill>
                  <a:schemeClr val="bg2"/>
                </a:solidFill>
                <a:latin typeface="Times New Roman" pitchFamily="18" charset="0"/>
                <a:ea typeface="宋体"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17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#include &lt;</a:t>
            </a:r>
            <a:r>
              <a:rPr kumimoji="1" lang="en-US" altLang="zh-CN" sz="1700" b="1" i="0" u="none" strike="noStrike" kern="1200" cap="none" spc="0" normalizeH="0" baseline="0" noProof="0" dirty="0" err="1">
                <a:ln>
                  <a:noFill/>
                </a:ln>
                <a:solidFill>
                  <a:prstClr val="black"/>
                </a:solidFill>
                <a:effectLst/>
                <a:uLnTx/>
                <a:uFillTx/>
                <a:latin typeface="Times New Roman" pitchFamily="18" charset="0"/>
                <a:ea typeface="宋体" pitchFamily="2" charset="-122"/>
                <a:cs typeface="Times New Roman" pitchFamily="18" charset="0"/>
              </a:rPr>
              <a:t>stdlib.h</a:t>
            </a:r>
            <a:r>
              <a:rPr kumimoji="1" lang="en-US" altLang="zh-CN" sz="17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&gt;                        //exit(0)</a:t>
            </a:r>
            <a:r>
              <a:rPr kumimoji="1" lang="zh-CN" altLang="en-US" sz="17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函数的头文件     </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17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#include &lt;</a:t>
            </a:r>
            <a:r>
              <a:rPr kumimoji="1" lang="en-US" altLang="zh-CN" sz="1700" b="1" i="0" u="none" strike="noStrike" kern="1200" cap="none" spc="0" normalizeH="0" baseline="0" noProof="0" dirty="0" err="1">
                <a:ln>
                  <a:noFill/>
                </a:ln>
                <a:solidFill>
                  <a:prstClr val="black"/>
                </a:solidFill>
                <a:effectLst/>
                <a:uLnTx/>
                <a:uFillTx/>
                <a:latin typeface="Times New Roman" pitchFamily="18" charset="0"/>
                <a:ea typeface="宋体" pitchFamily="2" charset="-122"/>
                <a:cs typeface="Times New Roman" pitchFamily="18" charset="0"/>
              </a:rPr>
              <a:t>stdio.h</a:t>
            </a:r>
            <a:r>
              <a:rPr kumimoji="1" lang="en-US" altLang="zh-CN" sz="17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&gt;</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17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int main(void) {</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17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 </a:t>
            </a:r>
            <a:r>
              <a:rPr kumimoji="1" lang="zh-CN" altLang="en-US" sz="17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　  </a:t>
            </a:r>
            <a:r>
              <a:rPr kumimoji="1" lang="en-US" altLang="zh-CN" sz="17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double a, b, d;</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17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 </a:t>
            </a:r>
            <a:r>
              <a:rPr kumimoji="1" lang="zh-CN" altLang="en-US" sz="17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　  </a:t>
            </a:r>
            <a:r>
              <a:rPr kumimoji="1" lang="en-US" altLang="zh-CN" sz="17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char </a:t>
            </a:r>
            <a:r>
              <a:rPr kumimoji="1" lang="en-US" altLang="zh-CN" sz="1700" b="1" i="0" u="none" strike="noStrike" kern="1200" cap="none" spc="0" normalizeH="0" baseline="0" noProof="0" dirty="0" err="1">
                <a:ln>
                  <a:noFill/>
                </a:ln>
                <a:solidFill>
                  <a:prstClr val="black"/>
                </a:solidFill>
                <a:effectLst/>
                <a:uLnTx/>
                <a:uFillTx/>
                <a:latin typeface="Times New Roman" pitchFamily="18" charset="0"/>
                <a:ea typeface="宋体" pitchFamily="2" charset="-122"/>
                <a:cs typeface="Times New Roman" pitchFamily="18" charset="0"/>
              </a:rPr>
              <a:t>oper</a:t>
            </a:r>
            <a:r>
              <a:rPr kumimoji="1" lang="en-US" altLang="zh-CN" sz="17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a:t>
            </a:r>
          </a:p>
          <a:p>
            <a:pPr marL="0" marR="0" lvl="0" indent="0" algn="l" defTabSz="914400" rtl="0" eaLnBrk="1" fontAlgn="auto" latinLnBrk="0" hangingPunct="1">
              <a:lnSpc>
                <a:spcPct val="100000"/>
              </a:lnSpc>
              <a:spcBef>
                <a:spcPct val="0"/>
              </a:spcBef>
              <a:spcAft>
                <a:spcPts val="0"/>
              </a:spcAft>
              <a:buClrTx/>
              <a:buSzTx/>
              <a:buFontTx/>
              <a:buNone/>
              <a:tabLst/>
              <a:defRPr/>
            </a:pPr>
            <a:endParaRPr kumimoji="1" lang="en-US" altLang="zh-CN" sz="17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zh-CN" altLang="en-US" sz="17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　   </a:t>
            </a:r>
            <a:r>
              <a:rPr kumimoji="1" lang="en-US" altLang="zh-CN" sz="1700" b="1" i="0" u="none" strike="noStrike" kern="1200" cap="none" spc="0" normalizeH="0" baseline="0" noProof="0" dirty="0" err="1">
                <a:ln>
                  <a:noFill/>
                </a:ln>
                <a:solidFill>
                  <a:prstClr val="black"/>
                </a:solidFill>
                <a:effectLst/>
                <a:uLnTx/>
                <a:uFillTx/>
                <a:latin typeface="Times New Roman" pitchFamily="18" charset="0"/>
                <a:ea typeface="宋体" pitchFamily="2" charset="-122"/>
                <a:cs typeface="Times New Roman" pitchFamily="18" charset="0"/>
              </a:rPr>
              <a:t>printf</a:t>
            </a:r>
            <a:r>
              <a:rPr kumimoji="1" lang="en-US" altLang="zh-CN" sz="17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("Input expression: a </a:t>
            </a:r>
            <a:r>
              <a:rPr kumimoji="1" lang="en-US" altLang="zh-CN" sz="1700" b="1" i="0" u="none" strike="noStrike" kern="1200" cap="none" spc="0" normalizeH="0" baseline="0" noProof="0" dirty="0" err="1">
                <a:ln>
                  <a:noFill/>
                </a:ln>
                <a:solidFill>
                  <a:prstClr val="black"/>
                </a:solidFill>
                <a:effectLst/>
                <a:uLnTx/>
                <a:uFillTx/>
                <a:latin typeface="Times New Roman" pitchFamily="18" charset="0"/>
                <a:ea typeface="宋体" pitchFamily="2" charset="-122"/>
                <a:cs typeface="Times New Roman" pitchFamily="18" charset="0"/>
              </a:rPr>
              <a:t>oper</a:t>
            </a:r>
            <a:r>
              <a:rPr kumimoji="1" lang="en-US" altLang="zh-CN" sz="17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 b \n");</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17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   </a:t>
            </a:r>
            <a:r>
              <a:rPr kumimoji="1" lang="zh-CN" altLang="en-US" sz="17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　</a:t>
            </a:r>
            <a:r>
              <a:rPr kumimoji="1" lang="en-US" altLang="zh-CN" sz="1700" b="1" i="0" u="none" strike="noStrike" kern="1200" cap="none" spc="0" normalizeH="0" baseline="0" noProof="0" dirty="0" err="1">
                <a:ln>
                  <a:noFill/>
                </a:ln>
                <a:solidFill>
                  <a:prstClr val="black"/>
                </a:solidFill>
                <a:effectLst/>
                <a:uLnTx/>
                <a:uFillTx/>
                <a:latin typeface="Times New Roman" pitchFamily="18" charset="0"/>
                <a:ea typeface="宋体" pitchFamily="2" charset="-122"/>
                <a:cs typeface="Times New Roman" pitchFamily="18" charset="0"/>
              </a:rPr>
              <a:t>scanf</a:t>
            </a:r>
            <a:r>
              <a:rPr kumimoji="1" lang="en-US" altLang="zh-CN" sz="17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("%lf %c %</a:t>
            </a:r>
            <a:r>
              <a:rPr kumimoji="1" lang="en-US" altLang="zh-CN" sz="1700" b="1" i="0" u="none" strike="noStrike" kern="1200" cap="none" spc="0" normalizeH="0" baseline="0" noProof="0" dirty="0" err="1">
                <a:ln>
                  <a:noFill/>
                </a:ln>
                <a:solidFill>
                  <a:prstClr val="black"/>
                </a:solidFill>
                <a:effectLst/>
                <a:uLnTx/>
                <a:uFillTx/>
                <a:latin typeface="Times New Roman" pitchFamily="18" charset="0"/>
                <a:ea typeface="宋体" pitchFamily="2" charset="-122"/>
                <a:cs typeface="Times New Roman" pitchFamily="18" charset="0"/>
              </a:rPr>
              <a:t>lf</a:t>
            </a:r>
            <a:r>
              <a:rPr kumimoji="1" lang="en-US" altLang="zh-CN" sz="17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",&amp;a, &amp;</a:t>
            </a:r>
            <a:r>
              <a:rPr kumimoji="1" lang="en-US" altLang="zh-CN" sz="1700" b="1" i="0" u="none" strike="noStrike" kern="1200" cap="none" spc="0" normalizeH="0" baseline="0" noProof="0" dirty="0" err="1">
                <a:ln>
                  <a:noFill/>
                </a:ln>
                <a:solidFill>
                  <a:prstClr val="black"/>
                </a:solidFill>
                <a:effectLst/>
                <a:uLnTx/>
                <a:uFillTx/>
                <a:latin typeface="Times New Roman" pitchFamily="18" charset="0"/>
                <a:ea typeface="宋体" pitchFamily="2" charset="-122"/>
                <a:cs typeface="Times New Roman" pitchFamily="18" charset="0"/>
              </a:rPr>
              <a:t>oper</a:t>
            </a:r>
            <a:r>
              <a:rPr kumimoji="1" lang="en-US" altLang="zh-CN" sz="17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 &amp;b);</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17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 </a:t>
            </a:r>
            <a:r>
              <a:rPr kumimoji="1" lang="zh-CN" altLang="en-US" sz="17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　  </a:t>
            </a:r>
            <a:r>
              <a:rPr kumimoji="1" lang="en-US" altLang="zh-CN" sz="17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switch (</a:t>
            </a:r>
            <a:r>
              <a:rPr kumimoji="1" lang="en-US" altLang="zh-CN" sz="1700" b="1" i="0" u="none" strike="noStrike" kern="1200" cap="none" spc="0" normalizeH="0" baseline="0" noProof="0" dirty="0" err="1">
                <a:ln>
                  <a:noFill/>
                </a:ln>
                <a:solidFill>
                  <a:prstClr val="black"/>
                </a:solidFill>
                <a:effectLst/>
                <a:uLnTx/>
                <a:uFillTx/>
                <a:latin typeface="Times New Roman" pitchFamily="18" charset="0"/>
                <a:ea typeface="宋体" pitchFamily="2" charset="-122"/>
                <a:cs typeface="Times New Roman" pitchFamily="18" charset="0"/>
              </a:rPr>
              <a:t>oper</a:t>
            </a:r>
            <a:r>
              <a:rPr kumimoji="1" lang="en-US" altLang="zh-CN" sz="17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 {</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17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   </a:t>
            </a:r>
            <a:r>
              <a:rPr kumimoji="1" lang="zh-CN" altLang="en-US" sz="17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　   　</a:t>
            </a:r>
            <a:r>
              <a:rPr kumimoji="1" lang="en-US" altLang="zh-CN" sz="17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case </a:t>
            </a:r>
            <a:r>
              <a:rPr kumimoji="1" lang="en-US" altLang="zh-CN" sz="17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 </a:t>
            </a:r>
            <a:r>
              <a:rPr kumimoji="1" lang="en-US" altLang="zh-CN" sz="17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 d = a + b; </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17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                              break;        </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17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   </a:t>
            </a:r>
            <a:r>
              <a:rPr kumimoji="1" lang="zh-CN" altLang="en-US" sz="17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　　   </a:t>
            </a:r>
            <a:r>
              <a:rPr kumimoji="1" lang="en-US" altLang="zh-CN" sz="17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case  '-':   d =  a- b; </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17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                               break;</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17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   </a:t>
            </a:r>
            <a:r>
              <a:rPr kumimoji="1" lang="zh-CN" altLang="en-US" sz="17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　　   </a:t>
            </a:r>
            <a:r>
              <a:rPr kumimoji="1" lang="en-US" altLang="zh-CN" sz="17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case  '*':  d = a * b; </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17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                               break;</a:t>
            </a:r>
          </a:p>
          <a:p>
            <a:pPr lvl="0" eaLnBrk="1" hangingPunct="1">
              <a:spcBef>
                <a:spcPct val="0"/>
              </a:spcBef>
              <a:buClrTx/>
              <a:buSzTx/>
              <a:buNone/>
            </a:pPr>
            <a:r>
              <a:rPr kumimoji="1" lang="en-US" altLang="zh-CN" sz="17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   </a:t>
            </a:r>
            <a:r>
              <a:rPr kumimoji="1" lang="zh-CN" altLang="en-US" sz="17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　　   </a:t>
            </a:r>
            <a:r>
              <a:rPr kumimoji="1" lang="en-US" altLang="zh-CN" sz="17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case  '/':   if (b != 0)  {  </a:t>
            </a:r>
            <a:r>
              <a:rPr lang="en-US" altLang="zh-CN" sz="1700" dirty="0">
                <a:solidFill>
                  <a:prstClr val="black"/>
                </a:solidFill>
                <a:cs typeface="Times New Roman" pitchFamily="18" charset="0"/>
              </a:rPr>
              <a:t>//</a:t>
            </a:r>
            <a:r>
              <a:rPr lang="zh-CN" altLang="en-US" sz="1700" dirty="0">
                <a:solidFill>
                  <a:prstClr val="black"/>
                </a:solidFill>
                <a:cs typeface="Times New Roman" pitchFamily="18" charset="0"/>
              </a:rPr>
              <a:t>判断除数是否为</a:t>
            </a:r>
            <a:r>
              <a:rPr lang="en-US" altLang="zh-CN" sz="1700" dirty="0">
                <a:solidFill>
                  <a:prstClr val="black"/>
                </a:solidFill>
                <a:cs typeface="Times New Roman" pitchFamily="18" charset="0"/>
              </a:rPr>
              <a:t>0</a:t>
            </a:r>
            <a:endParaRPr kumimoji="1" lang="en-US" altLang="zh-CN" sz="17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endParaRPr>
          </a:p>
          <a:p>
            <a:pPr marL="0" marR="0" lvl="0" indent="0" algn="l" defTabSz="914400" rtl="0" eaLnBrk="1" fontAlgn="auto" latinLnBrk="0" hangingPunct="1">
              <a:lnSpc>
                <a:spcPct val="100000"/>
              </a:lnSpc>
              <a:spcBef>
                <a:spcPct val="0"/>
              </a:spcBef>
              <a:spcAft>
                <a:spcPts val="0"/>
              </a:spcAft>
              <a:buClrTx/>
              <a:buSzTx/>
              <a:buFontTx/>
              <a:buNone/>
              <a:tabLst/>
              <a:defRPr/>
            </a:pPr>
            <a:r>
              <a:rPr lang="en-US" altLang="zh-CN" sz="1700" dirty="0">
                <a:solidFill>
                  <a:prstClr val="black"/>
                </a:solidFill>
                <a:cs typeface="Times New Roman" pitchFamily="18" charset="0"/>
              </a:rPr>
              <a:t>                                      </a:t>
            </a:r>
            <a:r>
              <a:rPr kumimoji="1" lang="en-US" altLang="zh-CN" sz="17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 d = a / b;</a:t>
            </a:r>
          </a:p>
          <a:p>
            <a:pPr marL="0" marR="0" lvl="0" indent="0" algn="l" defTabSz="914400" rtl="0" eaLnBrk="1" fontAlgn="auto" latinLnBrk="0" hangingPunct="1">
              <a:lnSpc>
                <a:spcPct val="100000"/>
              </a:lnSpc>
              <a:spcBef>
                <a:spcPct val="0"/>
              </a:spcBef>
              <a:spcAft>
                <a:spcPts val="0"/>
              </a:spcAft>
              <a:buClrTx/>
              <a:buSzTx/>
              <a:buFontTx/>
              <a:buNone/>
              <a:tabLst/>
              <a:defRPr/>
            </a:pPr>
            <a:r>
              <a:rPr lang="en-US" altLang="zh-CN" sz="1700" dirty="0">
                <a:solidFill>
                  <a:prstClr val="black"/>
                </a:solidFill>
                <a:cs typeface="Times New Roman" pitchFamily="18" charset="0"/>
              </a:rPr>
              <a:t>                                   </a:t>
            </a:r>
            <a:r>
              <a:rPr kumimoji="1" lang="en-US" altLang="zh-CN" sz="17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    break;</a:t>
            </a:r>
          </a:p>
          <a:p>
            <a:pPr marL="0" marR="0" lvl="0" indent="0" algn="l" defTabSz="914400" rtl="0" eaLnBrk="1" fontAlgn="auto" latinLnBrk="0" hangingPunct="1">
              <a:lnSpc>
                <a:spcPct val="100000"/>
              </a:lnSpc>
              <a:spcBef>
                <a:spcPct val="0"/>
              </a:spcBef>
              <a:spcAft>
                <a:spcPts val="0"/>
              </a:spcAft>
              <a:buClrTx/>
              <a:buSzTx/>
              <a:buFontTx/>
              <a:buNone/>
              <a:tabLst/>
              <a:defRPr/>
            </a:pPr>
            <a:r>
              <a:rPr lang="en-US" altLang="zh-CN" sz="1700" dirty="0">
                <a:solidFill>
                  <a:prstClr val="black"/>
                </a:solidFill>
                <a:cs typeface="Times New Roman" pitchFamily="18" charset="0"/>
              </a:rPr>
              <a:t>                                </a:t>
            </a:r>
            <a:r>
              <a:rPr kumimoji="1" lang="en-US" altLang="zh-CN" sz="17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a:t>
            </a:r>
            <a:r>
              <a:rPr kumimoji="1" lang="zh-CN" altLang="en-US" sz="17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　　　　</a:t>
            </a:r>
            <a:endParaRPr kumimoji="1" lang="en-US" altLang="zh-CN" sz="17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17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	     </a:t>
            </a:r>
            <a:r>
              <a:rPr kumimoji="1" lang="zh-CN" altLang="en-US" sz="17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　     </a:t>
            </a:r>
            <a:r>
              <a:rPr kumimoji="1" lang="en-US" altLang="zh-CN" sz="17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else {</a:t>
            </a:r>
          </a:p>
          <a:p>
            <a:pPr marL="0" marR="0" lvl="0" indent="0" algn="l" defTabSz="914400" rtl="0" eaLnBrk="1" fontAlgn="auto" latinLnBrk="0" hangingPunct="1">
              <a:lnSpc>
                <a:spcPct val="100000"/>
              </a:lnSpc>
              <a:spcBef>
                <a:spcPct val="0"/>
              </a:spcBef>
              <a:spcAft>
                <a:spcPts val="0"/>
              </a:spcAft>
              <a:buClrTx/>
              <a:buSzTx/>
              <a:buFontTx/>
              <a:buNone/>
              <a:tabLst/>
              <a:defRPr/>
            </a:pPr>
            <a:r>
              <a:rPr lang="en-US" altLang="zh-CN" sz="1700" dirty="0">
                <a:solidFill>
                  <a:prstClr val="black"/>
                </a:solidFill>
                <a:cs typeface="Times New Roman" pitchFamily="18" charset="0"/>
              </a:rPr>
              <a:t>                                      </a:t>
            </a:r>
            <a:r>
              <a:rPr kumimoji="1" lang="en-US" altLang="zh-CN" sz="17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 </a:t>
            </a:r>
            <a:r>
              <a:rPr kumimoji="1" lang="en-US" altLang="zh-CN" sz="1700" b="1" i="0" u="none" strike="noStrike" kern="1200" cap="none" spc="0" normalizeH="0" baseline="0" noProof="0" dirty="0" err="1">
                <a:ln>
                  <a:noFill/>
                </a:ln>
                <a:solidFill>
                  <a:prstClr val="black"/>
                </a:solidFill>
                <a:effectLst/>
                <a:uLnTx/>
                <a:uFillTx/>
                <a:latin typeface="Times New Roman" pitchFamily="18" charset="0"/>
                <a:ea typeface="宋体" pitchFamily="2" charset="-122"/>
                <a:cs typeface="Times New Roman" pitchFamily="18" charset="0"/>
              </a:rPr>
              <a:t>printf</a:t>
            </a:r>
            <a:r>
              <a:rPr kumimoji="1" lang="en-US" altLang="zh-CN" sz="17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("divisor is zero! \n");</a:t>
            </a:r>
          </a:p>
          <a:p>
            <a:pPr marL="0" marR="0" lvl="0" indent="0" algn="l" defTabSz="914400" rtl="0" eaLnBrk="1" fontAlgn="auto" latinLnBrk="0" hangingPunct="1">
              <a:lnSpc>
                <a:spcPct val="100000"/>
              </a:lnSpc>
              <a:spcBef>
                <a:spcPct val="0"/>
              </a:spcBef>
              <a:spcAft>
                <a:spcPts val="0"/>
              </a:spcAft>
              <a:buClrTx/>
              <a:buSzTx/>
              <a:buFontTx/>
              <a:buNone/>
              <a:tabLst/>
              <a:defRPr/>
            </a:pPr>
            <a:r>
              <a:rPr lang="en-US" altLang="zh-CN" sz="1700" dirty="0">
                <a:solidFill>
                  <a:prstClr val="black"/>
                </a:solidFill>
                <a:cs typeface="Times New Roman" pitchFamily="18" charset="0"/>
              </a:rPr>
              <a:t>                                    </a:t>
            </a:r>
            <a:r>
              <a:rPr kumimoji="1" lang="en-US" altLang="zh-CN" sz="17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   exit(0);</a:t>
            </a:r>
          </a:p>
          <a:p>
            <a:pPr marL="0" marR="0" lvl="0" indent="0" algn="l" defTabSz="914400" rtl="0" eaLnBrk="1" fontAlgn="auto" latinLnBrk="0" hangingPunct="1">
              <a:lnSpc>
                <a:spcPct val="100000"/>
              </a:lnSpc>
              <a:spcBef>
                <a:spcPct val="0"/>
              </a:spcBef>
              <a:spcAft>
                <a:spcPts val="0"/>
              </a:spcAft>
              <a:buClrTx/>
              <a:buSzTx/>
              <a:buFontTx/>
              <a:buNone/>
              <a:tabLst/>
              <a:defRPr/>
            </a:pPr>
            <a:r>
              <a:rPr lang="en-US" altLang="zh-CN" sz="1700" dirty="0">
                <a:solidFill>
                  <a:prstClr val="black"/>
                </a:solidFill>
                <a:cs typeface="Times New Roman" pitchFamily="18" charset="0"/>
              </a:rPr>
              <a:t>                                </a:t>
            </a:r>
            <a:r>
              <a:rPr kumimoji="1" lang="en-US" altLang="zh-CN" sz="17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a:t>
            </a:r>
          </a:p>
        </p:txBody>
      </p:sp>
      <p:sp>
        <p:nvSpPr>
          <p:cNvPr id="15367" name="Text Box 8"/>
          <p:cNvSpPr txBox="1">
            <a:spLocks noChangeArrowheads="1"/>
          </p:cNvSpPr>
          <p:nvPr/>
        </p:nvSpPr>
        <p:spPr bwMode="auto">
          <a:xfrm>
            <a:off x="11904133" y="-100013"/>
            <a:ext cx="431800" cy="457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algn="l" eaLnBrk="0" hangingPunct="0">
              <a:spcBef>
                <a:spcPct val="20000"/>
              </a:spcBef>
              <a:buClr>
                <a:srgbClr val="3333FF"/>
              </a:buClr>
              <a:buFont typeface="Times New Roman" pitchFamily="18" charset="0"/>
              <a:buChar char="–"/>
              <a:defRPr kumimoji="1" sz="2800" b="1">
                <a:solidFill>
                  <a:schemeClr val="bg2"/>
                </a:solidFill>
                <a:latin typeface="Times New Roman" pitchFamily="18" charset="0"/>
                <a:ea typeface="宋体" pitchFamily="2" charset="-122"/>
              </a:defRPr>
            </a:lvl2pPr>
            <a:lvl3pPr marL="1143000" indent="-228600" algn="l" eaLnBrk="0" hangingPunct="0">
              <a:spcBef>
                <a:spcPct val="20000"/>
              </a:spcBef>
              <a:buClr>
                <a:srgbClr val="CC00CC"/>
              </a:buClr>
              <a:buFont typeface="Times New Roman" pitchFamily="18" charset="0"/>
              <a:buChar char="»"/>
              <a:defRPr kumimoji="1" sz="2400" b="1">
                <a:solidFill>
                  <a:schemeClr val="bg2"/>
                </a:solidFill>
                <a:latin typeface="Times New Roman" pitchFamily="18" charset="0"/>
                <a:ea typeface="宋体" pitchFamily="2" charset="-122"/>
              </a:defRPr>
            </a:lvl3pPr>
            <a:lvl4pPr marL="1600200" indent="-228600" algn="l" eaLnBrk="0" hangingPunct="0">
              <a:spcBef>
                <a:spcPct val="20000"/>
              </a:spcBef>
              <a:buClr>
                <a:srgbClr val="3333FF"/>
              </a:buClr>
              <a:buSzPct val="75000"/>
              <a:buFont typeface="Wingdings" pitchFamily="2" charset="2"/>
              <a:buChar char="n"/>
              <a:defRPr kumimoji="1" sz="2000" b="1">
                <a:solidFill>
                  <a:schemeClr val="bg2"/>
                </a:solidFill>
                <a:latin typeface="Times New Roman" pitchFamily="18" charset="0"/>
                <a:ea typeface="宋体" pitchFamily="2" charset="-122"/>
              </a:defRPr>
            </a:lvl4pPr>
            <a:lvl5pPr marL="2057400" indent="-228600" algn="l" eaLnBrk="0" hangingPunct="0">
              <a:spcBef>
                <a:spcPct val="20000"/>
              </a:spcBef>
              <a:buClr>
                <a:srgbClr val="CC00CC"/>
              </a:buClr>
              <a:buFont typeface="Times New Roman" pitchFamily="18" charset="0"/>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rgbClr val="CC00CC"/>
              </a:buClr>
              <a:buFont typeface="Times New Roman" pitchFamily="18" charset="0"/>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rgbClr val="CC00CC"/>
              </a:buClr>
              <a:buFont typeface="Times New Roman" pitchFamily="18" charset="0"/>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rgbClr val="CC00CC"/>
              </a:buClr>
              <a:buFont typeface="Times New Roman" pitchFamily="18" charset="0"/>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rgbClr val="CC00CC"/>
              </a:buClr>
              <a:buFont typeface="Times New Roman" pitchFamily="18" charset="0"/>
              <a:buChar char="–"/>
              <a:defRPr kumimoji="1" sz="2000" b="1">
                <a:solidFill>
                  <a:schemeClr val="bg2"/>
                </a:solidFill>
                <a:latin typeface="Times New Roman" pitchFamily="18" charset="0"/>
                <a:ea typeface="宋体"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1" lang="en-US" altLang="zh-CN" sz="2400" b="0" i="0" u="none" strike="noStrike" kern="1200" cap="none" spc="0" normalizeH="0" baseline="0" noProof="0">
                <a:ln>
                  <a:noFill/>
                </a:ln>
                <a:solidFill>
                  <a:srgbClr val="FF99FF"/>
                </a:solidFill>
                <a:effectLst/>
                <a:uLnTx/>
                <a:uFillTx/>
                <a:latin typeface="Times New Roman" pitchFamily="18" charset="0"/>
                <a:ea typeface="宋体" pitchFamily="2" charset="-122"/>
                <a:cs typeface="+mn-cs"/>
              </a:rPr>
              <a:t>*</a:t>
            </a:r>
          </a:p>
        </p:txBody>
      </p:sp>
      <p:sp>
        <p:nvSpPr>
          <p:cNvPr id="18441" name="Text Box 9"/>
          <p:cNvSpPr txBox="1">
            <a:spLocks noChangeArrowheads="1"/>
          </p:cNvSpPr>
          <p:nvPr/>
        </p:nvSpPr>
        <p:spPr bwMode="auto">
          <a:xfrm>
            <a:off x="3888320" y="3500438"/>
            <a:ext cx="2495549" cy="469900"/>
          </a:xfrm>
          <a:prstGeom prst="rect">
            <a:avLst/>
          </a:prstGeom>
          <a:noFill/>
          <a:ln w="12700" cap="sq" algn="ctr">
            <a:solidFill>
              <a:srgbClr val="CC00CC"/>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algn="l" eaLnBrk="0" hangingPunct="0">
              <a:spcBef>
                <a:spcPct val="20000"/>
              </a:spcBef>
              <a:buClr>
                <a:srgbClr val="3333FF"/>
              </a:buClr>
              <a:buFont typeface="Times New Roman" pitchFamily="18" charset="0"/>
              <a:buChar char="–"/>
              <a:defRPr kumimoji="1" sz="2800" b="1">
                <a:solidFill>
                  <a:schemeClr val="bg2"/>
                </a:solidFill>
                <a:latin typeface="Times New Roman" pitchFamily="18" charset="0"/>
                <a:ea typeface="宋体" pitchFamily="2" charset="-122"/>
              </a:defRPr>
            </a:lvl2pPr>
            <a:lvl3pPr marL="1143000" indent="-228600" algn="l" eaLnBrk="0" hangingPunct="0">
              <a:spcBef>
                <a:spcPct val="20000"/>
              </a:spcBef>
              <a:buClr>
                <a:srgbClr val="CC00CC"/>
              </a:buClr>
              <a:buFont typeface="Times New Roman" pitchFamily="18" charset="0"/>
              <a:buChar char="»"/>
              <a:defRPr kumimoji="1" sz="2400" b="1">
                <a:solidFill>
                  <a:schemeClr val="bg2"/>
                </a:solidFill>
                <a:latin typeface="Times New Roman" pitchFamily="18" charset="0"/>
                <a:ea typeface="宋体" pitchFamily="2" charset="-122"/>
              </a:defRPr>
            </a:lvl3pPr>
            <a:lvl4pPr marL="1600200" indent="-228600" algn="l" eaLnBrk="0" hangingPunct="0">
              <a:spcBef>
                <a:spcPct val="20000"/>
              </a:spcBef>
              <a:buClr>
                <a:srgbClr val="3333FF"/>
              </a:buClr>
              <a:buSzPct val="75000"/>
              <a:buFont typeface="Wingdings" pitchFamily="2" charset="2"/>
              <a:buChar char="n"/>
              <a:defRPr kumimoji="1" sz="2000" b="1">
                <a:solidFill>
                  <a:schemeClr val="bg2"/>
                </a:solidFill>
                <a:latin typeface="Times New Roman" pitchFamily="18" charset="0"/>
                <a:ea typeface="宋体" pitchFamily="2" charset="-122"/>
              </a:defRPr>
            </a:lvl4pPr>
            <a:lvl5pPr marL="2057400" indent="-228600" algn="l" eaLnBrk="0" hangingPunct="0">
              <a:spcBef>
                <a:spcPct val="20000"/>
              </a:spcBef>
              <a:buClr>
                <a:srgbClr val="CC00CC"/>
              </a:buClr>
              <a:buFont typeface="Times New Roman" pitchFamily="18" charset="0"/>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rgbClr val="CC00CC"/>
              </a:buClr>
              <a:buFont typeface="Times New Roman" pitchFamily="18" charset="0"/>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rgbClr val="CC00CC"/>
              </a:buClr>
              <a:buFont typeface="Times New Roman" pitchFamily="18" charset="0"/>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rgbClr val="CC00CC"/>
              </a:buClr>
              <a:buFont typeface="Times New Roman" pitchFamily="18" charset="0"/>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rgbClr val="CC00CC"/>
              </a:buClr>
              <a:buFont typeface="Times New Roman" pitchFamily="18" charset="0"/>
              <a:buChar char="–"/>
              <a:defRPr kumimoji="1" sz="2000" b="1">
                <a:solidFill>
                  <a:schemeClr val="bg2"/>
                </a:solidFill>
                <a:latin typeface="Times New Roman" pitchFamily="18" charset="0"/>
                <a:ea typeface="宋体"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1" lang="en-US" altLang="zh-CN" sz="2400" b="1" i="0" u="none" strike="noStrike" kern="1200" cap="none" spc="0" normalizeH="0" baseline="0" noProof="0">
                <a:ln>
                  <a:noFill/>
                </a:ln>
                <a:solidFill>
                  <a:srgbClr val="CC00CC"/>
                </a:solidFill>
                <a:effectLst/>
                <a:uLnTx/>
                <a:uFillTx/>
                <a:latin typeface="Times New Roman" pitchFamily="18" charset="0"/>
                <a:ea typeface="宋体" pitchFamily="2" charset="-122"/>
                <a:cs typeface="+mn-cs"/>
              </a:rPr>
              <a:t>//</a:t>
            </a:r>
            <a:r>
              <a:rPr kumimoji="1" lang="zh-CN" altLang="en-US" sz="2400" b="1" i="0" u="none" strike="noStrike" kern="1200" cap="none" spc="0" normalizeH="0" baseline="0" noProof="0">
                <a:ln>
                  <a:noFill/>
                </a:ln>
                <a:solidFill>
                  <a:srgbClr val="CC00CC"/>
                </a:solidFill>
                <a:effectLst/>
                <a:uLnTx/>
                <a:uFillTx/>
                <a:latin typeface="Times New Roman" pitchFamily="18" charset="0"/>
                <a:ea typeface="宋体" pitchFamily="2" charset="-122"/>
                <a:cs typeface="+mn-cs"/>
              </a:rPr>
              <a:t>若无</a:t>
            </a:r>
            <a:r>
              <a:rPr kumimoji="1" lang="en-US" altLang="zh-CN" sz="2400" b="1" i="0" u="none" strike="noStrike" kern="1200" cap="none" spc="0" normalizeH="0" baseline="0" noProof="0">
                <a:ln>
                  <a:noFill/>
                </a:ln>
                <a:solidFill>
                  <a:srgbClr val="CC00CC"/>
                </a:solidFill>
                <a:effectLst/>
                <a:uLnTx/>
                <a:uFillTx/>
                <a:latin typeface="Times New Roman" pitchFamily="18" charset="0"/>
                <a:ea typeface="宋体" pitchFamily="2" charset="-122"/>
                <a:cs typeface="+mn-cs"/>
              </a:rPr>
              <a:t>break?</a:t>
            </a:r>
          </a:p>
        </p:txBody>
      </p:sp>
      <p:sp>
        <p:nvSpPr>
          <p:cNvPr id="2" name="Text Box 10">
            <a:extLst>
              <a:ext uri="{FF2B5EF4-FFF2-40B4-BE49-F238E27FC236}">
                <a16:creationId xmlns:a16="http://schemas.microsoft.com/office/drawing/2014/main" id="{978AA5A7-7F8A-3527-7ECB-E0AC0C18D931}"/>
              </a:ext>
            </a:extLst>
          </p:cNvPr>
          <p:cNvSpPr txBox="1">
            <a:spLocks noChangeArrowheads="1"/>
          </p:cNvSpPr>
          <p:nvPr/>
        </p:nvSpPr>
        <p:spPr bwMode="auto">
          <a:xfrm>
            <a:off x="8686096" y="2814653"/>
            <a:ext cx="4085771" cy="3970318"/>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l"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algn="l" eaLnBrk="0" hangingPunct="0">
              <a:spcBef>
                <a:spcPct val="20000"/>
              </a:spcBef>
              <a:buClr>
                <a:srgbClr val="3333FF"/>
              </a:buClr>
              <a:buFont typeface="Times New Roman" pitchFamily="18" charset="0"/>
              <a:buChar char="–"/>
              <a:defRPr kumimoji="1" sz="2800" b="1">
                <a:solidFill>
                  <a:schemeClr val="bg2"/>
                </a:solidFill>
                <a:latin typeface="Times New Roman" pitchFamily="18" charset="0"/>
                <a:ea typeface="宋体" pitchFamily="2" charset="-122"/>
              </a:defRPr>
            </a:lvl2pPr>
            <a:lvl3pPr marL="1143000" indent="-228600" algn="l" eaLnBrk="0" hangingPunct="0">
              <a:spcBef>
                <a:spcPct val="20000"/>
              </a:spcBef>
              <a:buClr>
                <a:srgbClr val="CC00CC"/>
              </a:buClr>
              <a:buFont typeface="Times New Roman" pitchFamily="18" charset="0"/>
              <a:buChar char="»"/>
              <a:defRPr kumimoji="1" sz="2400" b="1">
                <a:solidFill>
                  <a:schemeClr val="bg2"/>
                </a:solidFill>
                <a:latin typeface="Times New Roman" pitchFamily="18" charset="0"/>
                <a:ea typeface="宋体" pitchFamily="2" charset="-122"/>
              </a:defRPr>
            </a:lvl3pPr>
            <a:lvl4pPr marL="1600200" indent="-228600" algn="l" eaLnBrk="0" hangingPunct="0">
              <a:spcBef>
                <a:spcPct val="20000"/>
              </a:spcBef>
              <a:buClr>
                <a:srgbClr val="3333FF"/>
              </a:buClr>
              <a:buSzPct val="75000"/>
              <a:buFont typeface="Wingdings" pitchFamily="2" charset="2"/>
              <a:buChar char="n"/>
              <a:defRPr kumimoji="1" sz="2000" b="1">
                <a:solidFill>
                  <a:schemeClr val="bg2"/>
                </a:solidFill>
                <a:latin typeface="Times New Roman" pitchFamily="18" charset="0"/>
                <a:ea typeface="宋体" pitchFamily="2" charset="-122"/>
              </a:defRPr>
            </a:lvl4pPr>
            <a:lvl5pPr marL="2057400" indent="-228600" algn="l" eaLnBrk="0" hangingPunct="0">
              <a:spcBef>
                <a:spcPct val="20000"/>
              </a:spcBef>
              <a:buClr>
                <a:srgbClr val="CC00CC"/>
              </a:buClr>
              <a:buFont typeface="Times New Roman" pitchFamily="18" charset="0"/>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rgbClr val="CC00CC"/>
              </a:buClr>
              <a:buFont typeface="Times New Roman" pitchFamily="18" charset="0"/>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rgbClr val="CC00CC"/>
              </a:buClr>
              <a:buFont typeface="Times New Roman" pitchFamily="18" charset="0"/>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rgbClr val="CC00CC"/>
              </a:buClr>
              <a:buFont typeface="Times New Roman" pitchFamily="18" charset="0"/>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rgbClr val="CC00CC"/>
              </a:buClr>
              <a:buFont typeface="Times New Roman" pitchFamily="18" charset="0"/>
              <a:buChar char="–"/>
              <a:defRPr kumimoji="1" sz="2000" b="1">
                <a:solidFill>
                  <a:schemeClr val="bg2"/>
                </a:solidFill>
                <a:latin typeface="Times New Roman" pitchFamily="18" charset="0"/>
                <a:ea typeface="宋体"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zh-CN" altLang="en-US" sz="18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mn-cs"/>
              </a:rPr>
              <a:t>程序执行</a:t>
            </a:r>
            <a:r>
              <a:rPr kumimoji="1" lang="en-US" altLang="zh-CN" sz="18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mn-cs"/>
              </a:rPr>
              <a:t>1</a:t>
            </a:r>
            <a:r>
              <a:rPr kumimoji="1" lang="zh-CN" altLang="en-US" sz="18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mn-cs"/>
              </a:rPr>
              <a:t>：</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18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mn-cs"/>
              </a:rPr>
              <a:t>Input expression: a </a:t>
            </a:r>
            <a:r>
              <a:rPr kumimoji="1" lang="en-US" altLang="zh-CN" sz="1800" b="1" i="0" u="none" strike="noStrike" kern="1200" cap="none" spc="0" normalizeH="0" baseline="0" noProof="0" dirty="0" err="1">
                <a:ln>
                  <a:noFill/>
                </a:ln>
                <a:solidFill>
                  <a:srgbClr val="CC00CC"/>
                </a:solidFill>
                <a:effectLst/>
                <a:uLnTx/>
                <a:uFillTx/>
                <a:latin typeface="Times New Roman" pitchFamily="18" charset="0"/>
                <a:ea typeface="宋体" pitchFamily="2" charset="-122"/>
                <a:cs typeface="+mn-cs"/>
              </a:rPr>
              <a:t>oper</a:t>
            </a:r>
            <a:r>
              <a:rPr kumimoji="1" lang="en-US" altLang="zh-CN" sz="18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mn-cs"/>
              </a:rPr>
              <a:t> b</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1800" b="1" i="0" u="sng" strike="noStrike" kern="1200" cap="none" spc="0" normalizeH="0" baseline="0" noProof="0" dirty="0">
                <a:ln>
                  <a:noFill/>
                </a:ln>
                <a:solidFill>
                  <a:srgbClr val="CC00CC"/>
                </a:solidFill>
                <a:effectLst/>
                <a:uLnTx/>
                <a:uFillTx/>
                <a:latin typeface="Times New Roman" pitchFamily="18" charset="0"/>
                <a:ea typeface="宋体" pitchFamily="2" charset="-122"/>
                <a:cs typeface="+mn-cs"/>
              </a:rPr>
              <a:t>8-25↙</a:t>
            </a:r>
            <a:endParaRPr kumimoji="1" lang="en-US" altLang="zh-CN" sz="18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mn-cs"/>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18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mn-cs"/>
              </a:rPr>
              <a:t> = -17.00</a:t>
            </a:r>
          </a:p>
          <a:p>
            <a:pPr marL="0" marR="0" lvl="0" indent="0" algn="l" defTabSz="914400" rtl="0" eaLnBrk="1" fontAlgn="auto" latinLnBrk="0" hangingPunct="1">
              <a:lnSpc>
                <a:spcPct val="100000"/>
              </a:lnSpc>
              <a:spcBef>
                <a:spcPct val="0"/>
              </a:spcBef>
              <a:spcAft>
                <a:spcPts val="0"/>
              </a:spcAft>
              <a:buClrTx/>
              <a:buSzTx/>
              <a:buFontTx/>
              <a:buNone/>
              <a:tabLst/>
              <a:defRPr/>
            </a:pPr>
            <a:endParaRPr kumimoji="1" lang="en-US" altLang="zh-CN" sz="18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mn-cs"/>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zh-CN" altLang="en-US" sz="18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mn-cs"/>
              </a:rPr>
              <a:t>程序执行</a:t>
            </a:r>
            <a:r>
              <a:rPr kumimoji="1" lang="en-US" altLang="zh-CN" sz="18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mn-cs"/>
              </a:rPr>
              <a:t>2</a:t>
            </a:r>
            <a:r>
              <a:rPr kumimoji="1" lang="zh-CN" altLang="en-US" sz="18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mn-cs"/>
              </a:rPr>
              <a:t>：</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18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mn-cs"/>
              </a:rPr>
              <a:t>Input expression: a </a:t>
            </a:r>
            <a:r>
              <a:rPr kumimoji="1" lang="en-US" altLang="zh-CN" sz="1800" b="1" i="0" u="none" strike="noStrike" kern="1200" cap="none" spc="0" normalizeH="0" baseline="0" noProof="0" dirty="0" err="1">
                <a:ln>
                  <a:noFill/>
                </a:ln>
                <a:solidFill>
                  <a:srgbClr val="3333FF"/>
                </a:solidFill>
                <a:effectLst/>
                <a:uLnTx/>
                <a:uFillTx/>
                <a:latin typeface="Times New Roman" pitchFamily="18" charset="0"/>
                <a:ea typeface="宋体" pitchFamily="2" charset="-122"/>
                <a:cs typeface="+mn-cs"/>
              </a:rPr>
              <a:t>oper</a:t>
            </a:r>
            <a:r>
              <a:rPr kumimoji="1" lang="en-US" altLang="zh-CN" sz="18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mn-cs"/>
              </a:rPr>
              <a:t> b</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1800" b="1" i="0" u="sng" strike="noStrike" kern="1200" cap="none" spc="0" normalizeH="0" baseline="0" noProof="0" dirty="0">
                <a:ln>
                  <a:noFill/>
                </a:ln>
                <a:solidFill>
                  <a:srgbClr val="3333FF"/>
                </a:solidFill>
                <a:effectLst/>
                <a:uLnTx/>
                <a:uFillTx/>
                <a:latin typeface="Times New Roman" pitchFamily="18" charset="0"/>
                <a:ea typeface="宋体" pitchFamily="2" charset="-122"/>
                <a:cs typeface="+mn-cs"/>
              </a:rPr>
              <a:t>7#4↙</a:t>
            </a:r>
            <a:endParaRPr kumimoji="1" lang="en-US" altLang="zh-CN" sz="18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mn-cs"/>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18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mn-cs"/>
              </a:rPr>
              <a:t>the operator or the data is error!</a:t>
            </a:r>
          </a:p>
          <a:p>
            <a:pPr marL="0" marR="0" lvl="0" indent="0" algn="l" defTabSz="914400" rtl="0" eaLnBrk="1" fontAlgn="auto" latinLnBrk="0" hangingPunct="1">
              <a:lnSpc>
                <a:spcPct val="100000"/>
              </a:lnSpc>
              <a:spcBef>
                <a:spcPct val="0"/>
              </a:spcBef>
              <a:spcAft>
                <a:spcPts val="0"/>
              </a:spcAft>
              <a:buClrTx/>
              <a:buSzTx/>
              <a:buFontTx/>
              <a:buNone/>
              <a:tabLst/>
              <a:defRPr/>
            </a:pPr>
            <a:endParaRPr kumimoji="1" lang="en-US" altLang="zh-CN" sz="1800" b="1" i="0" u="none" strike="noStrike" kern="1200" cap="none" spc="0" normalizeH="0" baseline="0" noProof="0" dirty="0">
              <a:ln>
                <a:noFill/>
              </a:ln>
              <a:solidFill>
                <a:srgbClr val="44546A"/>
              </a:solidFill>
              <a:effectLst/>
              <a:uLnTx/>
              <a:uFillTx/>
              <a:latin typeface="Times New Roman" pitchFamily="18" charset="0"/>
              <a:ea typeface="宋体" pitchFamily="2" charset="-122"/>
              <a:cs typeface="+mn-cs"/>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zh-CN" altLang="en-US" sz="18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mn-cs"/>
              </a:rPr>
              <a:t>程序执行</a:t>
            </a:r>
            <a:r>
              <a:rPr kumimoji="1" lang="en-US" altLang="zh-CN" sz="18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mn-cs"/>
              </a:rPr>
              <a:t>3</a:t>
            </a:r>
            <a:r>
              <a:rPr kumimoji="1" lang="zh-CN" altLang="en-US" sz="18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mn-cs"/>
              </a:rPr>
              <a:t>：</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18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mn-cs"/>
              </a:rPr>
              <a:t>Input expression: a </a:t>
            </a:r>
            <a:r>
              <a:rPr kumimoji="1" lang="en-US" altLang="zh-CN" sz="1800" b="1" i="0" u="none" strike="noStrike" kern="1200" cap="none" spc="0" normalizeH="0" baseline="0" noProof="0" dirty="0" err="1">
                <a:ln>
                  <a:noFill/>
                </a:ln>
                <a:solidFill>
                  <a:srgbClr val="6600CC"/>
                </a:solidFill>
                <a:effectLst/>
                <a:uLnTx/>
                <a:uFillTx/>
                <a:latin typeface="Times New Roman" pitchFamily="18" charset="0"/>
                <a:ea typeface="宋体" pitchFamily="2" charset="-122"/>
                <a:cs typeface="+mn-cs"/>
              </a:rPr>
              <a:t>oper</a:t>
            </a:r>
            <a:r>
              <a:rPr kumimoji="1" lang="en-US" altLang="zh-CN" sz="18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mn-cs"/>
              </a:rPr>
              <a:t> b</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1800" b="1" i="0" u="sng" strike="noStrike" kern="1200" cap="none" spc="0" normalizeH="0" baseline="0" noProof="0" dirty="0">
                <a:ln>
                  <a:noFill/>
                </a:ln>
                <a:solidFill>
                  <a:srgbClr val="6600CC"/>
                </a:solidFill>
                <a:effectLst/>
                <a:uLnTx/>
                <a:uFillTx/>
                <a:latin typeface="Times New Roman" pitchFamily="18" charset="0"/>
                <a:ea typeface="宋体" pitchFamily="2" charset="-122"/>
                <a:cs typeface="+mn-cs"/>
              </a:rPr>
              <a:t>356</a:t>
            </a:r>
            <a:r>
              <a:rPr kumimoji="1" lang="en-US" altLang="zh-CN" sz="1800" b="1" i="0" u="sng" strike="noStrike" kern="1200" cap="none" spc="0" normalizeH="0" baseline="0" noProof="0" dirty="0">
                <a:ln>
                  <a:noFill/>
                </a:ln>
                <a:solidFill>
                  <a:srgbClr val="CC00CC"/>
                </a:solidFill>
                <a:effectLst/>
                <a:uLnTx/>
                <a:uFillTx/>
                <a:latin typeface="Times New Roman" pitchFamily="18" charset="0"/>
                <a:ea typeface="宋体" pitchFamily="2" charset="-122"/>
                <a:cs typeface="+mn-cs"/>
              </a:rPr>
              <a:t>/0</a:t>
            </a:r>
            <a:r>
              <a:rPr kumimoji="1" lang="en-US" altLang="zh-CN" sz="1800" b="1" i="0" u="sng" strike="noStrike" kern="1200" cap="none" spc="0" normalizeH="0" baseline="0" noProof="0" dirty="0">
                <a:ln>
                  <a:noFill/>
                </a:ln>
                <a:solidFill>
                  <a:srgbClr val="6600CC"/>
                </a:solidFill>
                <a:effectLst/>
                <a:uLnTx/>
                <a:uFillTx/>
                <a:latin typeface="Times New Roman" pitchFamily="18" charset="0"/>
                <a:ea typeface="宋体" pitchFamily="2" charset="-122"/>
                <a:cs typeface="+mn-cs"/>
              </a:rPr>
              <a:t>↙</a:t>
            </a:r>
            <a:endParaRPr kumimoji="1" lang="en-US" altLang="zh-CN" sz="18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mn-cs"/>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18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mn-cs"/>
              </a:rPr>
              <a:t>divisor is zero!</a:t>
            </a:r>
          </a:p>
        </p:txBody>
      </p:sp>
      <p:sp>
        <p:nvSpPr>
          <p:cNvPr id="3" name="Text Box 3">
            <a:extLst>
              <a:ext uri="{FF2B5EF4-FFF2-40B4-BE49-F238E27FC236}">
                <a16:creationId xmlns:a16="http://schemas.microsoft.com/office/drawing/2014/main" id="{6386A04A-7934-F963-D239-4CD70BBD816A}"/>
              </a:ext>
            </a:extLst>
          </p:cNvPr>
          <p:cNvSpPr txBox="1">
            <a:spLocks noChangeArrowheads="1"/>
          </p:cNvSpPr>
          <p:nvPr/>
        </p:nvSpPr>
        <p:spPr bwMode="auto">
          <a:xfrm>
            <a:off x="6178197" y="991650"/>
            <a:ext cx="6005634" cy="1661993"/>
          </a:xfrm>
          <a:prstGeom prst="rect">
            <a:avLst/>
          </a:prstGeom>
          <a:solidFill>
            <a:srgbClr val="DEDEDE">
              <a:alpha val="33000"/>
            </a:srgbClr>
          </a:solidFill>
          <a:ln>
            <a:noFill/>
          </a:ln>
          <a:effectLst/>
        </p:spPr>
        <p:txBody>
          <a:bodyPr wrap="square">
            <a:spAutoFit/>
          </a:bodyPr>
          <a:lstStyle>
            <a:lvl1pPr algn="l"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algn="l" eaLnBrk="0" hangingPunct="0">
              <a:spcBef>
                <a:spcPct val="20000"/>
              </a:spcBef>
              <a:buClr>
                <a:srgbClr val="3333FF"/>
              </a:buClr>
              <a:buFont typeface="Times New Roman" pitchFamily="18" charset="0"/>
              <a:buChar char="–"/>
              <a:defRPr kumimoji="1" sz="2800" b="1">
                <a:solidFill>
                  <a:schemeClr val="bg2"/>
                </a:solidFill>
                <a:latin typeface="Times New Roman" pitchFamily="18" charset="0"/>
                <a:ea typeface="宋体" pitchFamily="2" charset="-122"/>
              </a:defRPr>
            </a:lvl2pPr>
            <a:lvl3pPr marL="1143000" indent="-228600" algn="l" eaLnBrk="0" hangingPunct="0">
              <a:spcBef>
                <a:spcPct val="20000"/>
              </a:spcBef>
              <a:buClr>
                <a:srgbClr val="CC00CC"/>
              </a:buClr>
              <a:buFont typeface="Times New Roman" pitchFamily="18" charset="0"/>
              <a:buChar char="»"/>
              <a:defRPr kumimoji="1" sz="2400" b="1">
                <a:solidFill>
                  <a:schemeClr val="bg2"/>
                </a:solidFill>
                <a:latin typeface="Times New Roman" pitchFamily="18" charset="0"/>
                <a:ea typeface="宋体" pitchFamily="2" charset="-122"/>
              </a:defRPr>
            </a:lvl3pPr>
            <a:lvl4pPr marL="1600200" indent="-228600" algn="l" eaLnBrk="0" hangingPunct="0">
              <a:spcBef>
                <a:spcPct val="20000"/>
              </a:spcBef>
              <a:buClr>
                <a:srgbClr val="3333FF"/>
              </a:buClr>
              <a:buSzPct val="75000"/>
              <a:buFont typeface="Wingdings" pitchFamily="2" charset="2"/>
              <a:buChar char="n"/>
              <a:defRPr kumimoji="1" sz="2000" b="1">
                <a:solidFill>
                  <a:schemeClr val="bg2"/>
                </a:solidFill>
                <a:latin typeface="Times New Roman" pitchFamily="18" charset="0"/>
                <a:ea typeface="宋体" pitchFamily="2" charset="-122"/>
              </a:defRPr>
            </a:lvl4pPr>
            <a:lvl5pPr marL="2057400" indent="-228600" algn="l" eaLnBrk="0" hangingPunct="0">
              <a:spcBef>
                <a:spcPct val="20000"/>
              </a:spcBef>
              <a:buClr>
                <a:srgbClr val="CC00CC"/>
              </a:buClr>
              <a:buFont typeface="Times New Roman" pitchFamily="18" charset="0"/>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rgbClr val="CC00CC"/>
              </a:buClr>
              <a:buFont typeface="Times New Roman" pitchFamily="18" charset="0"/>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rgbClr val="CC00CC"/>
              </a:buClr>
              <a:buFont typeface="Times New Roman" pitchFamily="18" charset="0"/>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rgbClr val="CC00CC"/>
              </a:buClr>
              <a:buFont typeface="Times New Roman" pitchFamily="18" charset="0"/>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rgbClr val="CC00CC"/>
              </a:buClr>
              <a:buFont typeface="Times New Roman" pitchFamily="18" charset="0"/>
              <a:buChar char="–"/>
              <a:defRPr kumimoji="1" sz="2000" b="1">
                <a:solidFill>
                  <a:schemeClr val="bg2"/>
                </a:solidFill>
                <a:latin typeface="Times New Roman" pitchFamily="18" charset="0"/>
                <a:ea typeface="宋体"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zh-CN" altLang="en-US" sz="17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　　   </a:t>
            </a:r>
            <a:r>
              <a:rPr kumimoji="1" lang="en-US" altLang="zh-CN" sz="17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default:  </a:t>
            </a:r>
            <a:r>
              <a:rPr kumimoji="1" lang="en-US" altLang="zh-CN" sz="1700" b="1" i="0" u="none" strike="noStrike" kern="1200" cap="none" spc="0" normalizeH="0" baseline="0" noProof="0" dirty="0" err="1">
                <a:ln>
                  <a:noFill/>
                </a:ln>
                <a:solidFill>
                  <a:prstClr val="black"/>
                </a:solidFill>
                <a:effectLst/>
                <a:uLnTx/>
                <a:uFillTx/>
                <a:latin typeface="Times New Roman" pitchFamily="18" charset="0"/>
                <a:ea typeface="宋体" pitchFamily="2" charset="-122"/>
                <a:cs typeface="Times New Roman" pitchFamily="18" charset="0"/>
              </a:rPr>
              <a:t>printf</a:t>
            </a:r>
            <a:r>
              <a:rPr kumimoji="1" lang="en-US" altLang="zh-CN" sz="17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("the operator or the data is error! \n"); </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17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                             exit(0);                            //</a:t>
            </a:r>
            <a:r>
              <a:rPr kumimoji="1" lang="zh-CN" altLang="en-US" sz="17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终止程序执行</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zh-CN" altLang="en-US" sz="17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 　</a:t>
            </a:r>
            <a:r>
              <a:rPr kumimoji="1" lang="en-US" altLang="zh-CN" sz="17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 </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17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     </a:t>
            </a:r>
            <a:r>
              <a:rPr kumimoji="1" lang="en-US" altLang="zh-CN" sz="1700" b="1" i="0" u="none" strike="noStrike" kern="1200" cap="none" spc="0" normalizeH="0" baseline="0" noProof="0" dirty="0" err="1">
                <a:ln>
                  <a:noFill/>
                </a:ln>
                <a:solidFill>
                  <a:prstClr val="black"/>
                </a:solidFill>
                <a:effectLst/>
                <a:uLnTx/>
                <a:uFillTx/>
                <a:latin typeface="Times New Roman" pitchFamily="18" charset="0"/>
                <a:ea typeface="宋体" pitchFamily="2" charset="-122"/>
                <a:cs typeface="Times New Roman" pitchFamily="18" charset="0"/>
              </a:rPr>
              <a:t>printf</a:t>
            </a:r>
            <a:r>
              <a:rPr kumimoji="1" lang="en-US" altLang="zh-CN" sz="17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  = %.2f\n", d);</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17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     return 0;  </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17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a:t>
            </a:r>
          </a:p>
        </p:txBody>
      </p:sp>
    </p:spTree>
    <p:extLst>
      <p:ext uri="{BB962C8B-B14F-4D97-AF65-F5344CB8AC3E}">
        <p14:creationId xmlns:p14="http://schemas.microsoft.com/office/powerpoint/2010/main" val="247480002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8435">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435">
                                            <p:txEl>
                                              <p:pRg st="4" end="4"/>
                                            </p:txEl>
                                          </p:spTgt>
                                        </p:tgtEl>
                                        <p:attrNameLst>
                                          <p:attrName>style.visibility</p:attrName>
                                        </p:attrNameLst>
                                      </p:cBhvr>
                                      <p:to>
                                        <p:strVal val="visible"/>
                                      </p:to>
                                    </p:set>
                                  </p:childTnLst>
                                </p:cTn>
                              </p:par>
                            </p:childTnLst>
                          </p:cTn>
                        </p:par>
                        <p:par>
                          <p:cTn id="9" fill="hold" nodeType="withGroup">
                            <p:stCondLst>
                              <p:cond delay="0"/>
                            </p:stCondLst>
                            <p:childTnLst>
                              <p:par>
                                <p:cTn id="10" presetID="1" presetClass="entr" presetSubtype="0" fill="hold" nodeType="afterEffect">
                                  <p:stCondLst>
                                    <p:cond delay="0"/>
                                  </p:stCondLst>
                                  <p:childTnLst>
                                    <p:set>
                                      <p:cBhvr>
                                        <p:cTn id="11" dur="1" fill="hold">
                                          <p:stCondLst>
                                            <p:cond delay="0"/>
                                          </p:stCondLst>
                                        </p:cTn>
                                        <p:tgtEl>
                                          <p:spTgt spid="18435">
                                            <p:txEl>
                                              <p:pRg st="6" end="6"/>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18435">
                                            <p:txEl>
                                              <p:pRg st="7" end="7"/>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18435">
                                            <p:txEl>
                                              <p:pRg st="8" end="8"/>
                                            </p:txEl>
                                          </p:spTgt>
                                        </p:tgtEl>
                                        <p:attrNameLst>
                                          <p:attrName>style.visibility</p:attrName>
                                        </p:attrNameLst>
                                      </p:cBhvr>
                                      <p:to>
                                        <p:strVal val="visible"/>
                                      </p:to>
                                    </p:set>
                                  </p:childTnLst>
                                </p:cTn>
                              </p:par>
                            </p:childTnLst>
                          </p:cTn>
                        </p:par>
                        <p:par>
                          <p:cTn id="18" fill="hold" nodeType="withGroup">
                            <p:stCondLst>
                              <p:cond delay="0"/>
                            </p:stCondLst>
                            <p:childTnLst>
                              <p:par>
                                <p:cTn id="19" presetID="1" presetClass="entr" presetSubtype="0" fill="hold" nodeType="afterEffect">
                                  <p:stCondLst>
                                    <p:cond delay="0"/>
                                  </p:stCondLst>
                                  <p:childTnLst>
                                    <p:set>
                                      <p:cBhvr>
                                        <p:cTn id="20" dur="1" fill="hold">
                                          <p:stCondLst>
                                            <p:cond delay="0"/>
                                          </p:stCondLst>
                                        </p:cTn>
                                        <p:tgtEl>
                                          <p:spTgt spid="18435">
                                            <p:txEl>
                                              <p:pRg st="9" end="9"/>
                                            </p:txEl>
                                          </p:spTgt>
                                        </p:tgtEl>
                                        <p:attrNameLst>
                                          <p:attrName>style.visibility</p:attrName>
                                        </p:attrNameLst>
                                      </p:cBhvr>
                                      <p:to>
                                        <p:strVal val="visible"/>
                                      </p:to>
                                    </p:set>
                                  </p:childTnLst>
                                </p:cTn>
                              </p:par>
                            </p:childTnLst>
                          </p:cTn>
                        </p:par>
                        <p:par>
                          <p:cTn id="21" fill="hold" nodeType="withGroup">
                            <p:stCondLst>
                              <p:cond delay="0"/>
                            </p:stCondLst>
                            <p:childTnLst>
                              <p:par>
                                <p:cTn id="22" presetID="1" presetClass="entr" presetSubtype="0" fill="hold" nodeType="afterEffect">
                                  <p:stCondLst>
                                    <p:cond delay="0"/>
                                  </p:stCondLst>
                                  <p:childTnLst>
                                    <p:set>
                                      <p:cBhvr>
                                        <p:cTn id="23" dur="1" fill="hold">
                                          <p:stCondLst>
                                            <p:cond delay="0"/>
                                          </p:stCondLst>
                                        </p:cTn>
                                        <p:tgtEl>
                                          <p:spTgt spid="18435">
                                            <p:txEl>
                                              <p:pRg st="10" end="10"/>
                                            </p:txEl>
                                          </p:spTgt>
                                        </p:tgtEl>
                                        <p:attrNameLst>
                                          <p:attrName>style.visibility</p:attrName>
                                        </p:attrNameLst>
                                      </p:cBhvr>
                                      <p:to>
                                        <p:strVal val="visible"/>
                                      </p:to>
                                    </p:set>
                                  </p:childTnLst>
                                </p:cTn>
                              </p:par>
                            </p:childTnLst>
                          </p:cTn>
                        </p:par>
                        <p:par>
                          <p:cTn id="24" fill="hold" nodeType="withGroup">
                            <p:stCondLst>
                              <p:cond delay="0"/>
                            </p:stCondLst>
                            <p:childTnLst>
                              <p:par>
                                <p:cTn id="25" presetID="1" presetClass="entr" presetSubtype="0" fill="hold" nodeType="afterEffect">
                                  <p:stCondLst>
                                    <p:cond delay="0"/>
                                  </p:stCondLst>
                                  <p:childTnLst>
                                    <p:set>
                                      <p:cBhvr>
                                        <p:cTn id="26" dur="1" fill="hold">
                                          <p:stCondLst>
                                            <p:cond delay="0"/>
                                          </p:stCondLst>
                                        </p:cTn>
                                        <p:tgtEl>
                                          <p:spTgt spid="18435">
                                            <p:txEl>
                                              <p:pRg st="11" end="1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8435">
                                            <p:txEl>
                                              <p:pRg st="12" end="1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8435">
                                            <p:txEl>
                                              <p:pRg st="13" end="13"/>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8435">
                                            <p:txEl>
                                              <p:pRg st="14" end="14"/>
                                            </p:txEl>
                                          </p:spTgt>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0"/>
                                          </p:stCondLst>
                                        </p:cTn>
                                        <p:tgtEl>
                                          <p:spTgt spid="18435">
                                            <p:txEl>
                                              <p:pRg st="15" end="15"/>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8435">
                                            <p:txEl>
                                              <p:pRg st="16" end="16"/>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8435">
                                            <p:txEl>
                                              <p:pRg st="17" end="17"/>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8435">
                                            <p:txEl>
                                              <p:pRg st="18" end="18"/>
                                            </p:txEl>
                                          </p:spTgt>
                                        </p:tgtEl>
                                        <p:attrNameLst>
                                          <p:attrName>style.visibility</p:attrName>
                                        </p:attrNameLst>
                                      </p:cBhvr>
                                      <p:to>
                                        <p:strVal val="visible"/>
                                      </p:to>
                                    </p:set>
                                  </p:childTnLst>
                                </p:cTn>
                              </p:par>
                            </p:childTnLst>
                          </p:cTn>
                        </p:par>
                        <p:par>
                          <p:cTn id="49" fill="hold" nodeType="withGroup">
                            <p:stCondLst>
                              <p:cond delay="0"/>
                            </p:stCondLst>
                            <p:childTnLst>
                              <p:par>
                                <p:cTn id="50" presetID="1" presetClass="entr" presetSubtype="0" fill="hold" nodeType="afterEffect">
                                  <p:stCondLst>
                                    <p:cond delay="0"/>
                                  </p:stCondLst>
                                  <p:childTnLst>
                                    <p:set>
                                      <p:cBhvr>
                                        <p:cTn id="51" dur="1" fill="hold">
                                          <p:stCondLst>
                                            <p:cond delay="0"/>
                                          </p:stCondLst>
                                        </p:cTn>
                                        <p:tgtEl>
                                          <p:spTgt spid="18435">
                                            <p:txEl>
                                              <p:pRg st="19" end="19"/>
                                            </p:txEl>
                                          </p:spTgt>
                                        </p:tgtEl>
                                        <p:attrNameLst>
                                          <p:attrName>style.visibility</p:attrName>
                                        </p:attrNameLst>
                                      </p:cBhvr>
                                      <p:to>
                                        <p:strVal val="visible"/>
                                      </p:to>
                                    </p:set>
                                  </p:childTnLst>
                                </p:cTn>
                              </p:par>
                            </p:childTnLst>
                          </p:cTn>
                        </p:par>
                        <p:par>
                          <p:cTn id="52" fill="hold">
                            <p:stCondLst>
                              <p:cond delay="0"/>
                            </p:stCondLst>
                            <p:childTnLst>
                              <p:par>
                                <p:cTn id="53" presetID="1" presetClass="entr" presetSubtype="0" fill="hold" nodeType="afterEffect">
                                  <p:stCondLst>
                                    <p:cond delay="0"/>
                                  </p:stCondLst>
                                  <p:childTnLst>
                                    <p:set>
                                      <p:cBhvr>
                                        <p:cTn id="54" dur="1" fill="hold">
                                          <p:stCondLst>
                                            <p:cond delay="0"/>
                                          </p:stCondLst>
                                        </p:cTn>
                                        <p:tgtEl>
                                          <p:spTgt spid="18435">
                                            <p:txEl>
                                              <p:pRg st="20" end="20"/>
                                            </p:txEl>
                                          </p:spTgt>
                                        </p:tgtEl>
                                        <p:attrNameLst>
                                          <p:attrName>style.visibility</p:attrName>
                                        </p:attrNameLst>
                                      </p:cBhvr>
                                      <p:to>
                                        <p:strVal val="visible"/>
                                      </p:to>
                                    </p:set>
                                  </p:childTnLst>
                                </p:cTn>
                              </p:par>
                            </p:childTnLst>
                          </p:cTn>
                        </p:par>
                        <p:par>
                          <p:cTn id="55" fill="hold">
                            <p:stCondLst>
                              <p:cond delay="0"/>
                            </p:stCondLst>
                            <p:childTnLst>
                              <p:par>
                                <p:cTn id="56" presetID="1" presetClass="entr" presetSubtype="0" fill="hold" nodeType="afterEffect">
                                  <p:stCondLst>
                                    <p:cond delay="0"/>
                                  </p:stCondLst>
                                  <p:childTnLst>
                                    <p:set>
                                      <p:cBhvr>
                                        <p:cTn id="57" dur="1" fill="hold">
                                          <p:stCondLst>
                                            <p:cond delay="0"/>
                                          </p:stCondLst>
                                        </p:cTn>
                                        <p:tgtEl>
                                          <p:spTgt spid="18435">
                                            <p:txEl>
                                              <p:pRg st="21" end="21"/>
                                            </p:txEl>
                                          </p:spTgt>
                                        </p:tgtEl>
                                        <p:attrNameLst>
                                          <p:attrName>style.visibility</p:attrName>
                                        </p:attrNameLst>
                                      </p:cBhvr>
                                      <p:to>
                                        <p:strVal val="visible"/>
                                      </p:to>
                                    </p:set>
                                  </p:childTnLst>
                                </p:cTn>
                              </p:par>
                            </p:childTnLst>
                          </p:cTn>
                        </p:par>
                        <p:par>
                          <p:cTn id="58" fill="hold">
                            <p:stCondLst>
                              <p:cond delay="0"/>
                            </p:stCondLst>
                            <p:childTnLst>
                              <p:par>
                                <p:cTn id="59" presetID="1" presetClass="entr" presetSubtype="0" fill="hold" nodeType="afterEffect">
                                  <p:stCondLst>
                                    <p:cond delay="0"/>
                                  </p:stCondLst>
                                  <p:childTnLst>
                                    <p:set>
                                      <p:cBhvr>
                                        <p:cTn id="60" dur="1" fill="hold">
                                          <p:stCondLst>
                                            <p:cond delay="0"/>
                                          </p:stCondLst>
                                        </p:cTn>
                                        <p:tgtEl>
                                          <p:spTgt spid="18435">
                                            <p:txEl>
                                              <p:pRg st="22" end="22"/>
                                            </p:txEl>
                                          </p:spTgt>
                                        </p:tgtEl>
                                        <p:attrNameLst>
                                          <p:attrName>style.visibility</p:attrName>
                                        </p:attrNameLst>
                                      </p:cBhvr>
                                      <p:to>
                                        <p:strVal val="visible"/>
                                      </p:to>
                                    </p:set>
                                  </p:childTnLst>
                                </p:cTn>
                              </p:par>
                            </p:childTnLst>
                          </p:cTn>
                        </p:par>
                        <p:par>
                          <p:cTn id="61" fill="hold" nodeType="withGroup">
                            <p:stCondLst>
                              <p:cond delay="0"/>
                            </p:stCondLst>
                            <p:childTnLst>
                              <p:par>
                                <p:cTn id="62" presetID="1" presetClass="entr" presetSubtype="0" fill="hold" nodeType="afterEffect">
                                  <p:stCondLst>
                                    <p:cond delay="0"/>
                                  </p:stCondLst>
                                  <p:childTnLst>
                                    <p:set>
                                      <p:cBhvr>
                                        <p:cTn id="63" dur="1" fill="hold">
                                          <p:stCondLst>
                                            <p:cond delay="0"/>
                                          </p:stCondLst>
                                        </p:cTn>
                                        <p:tgtEl>
                                          <p:spTgt spid="18435">
                                            <p:txEl>
                                              <p:pRg st="0" end="0"/>
                                            </p:txEl>
                                          </p:spTgt>
                                        </p:tgtEl>
                                        <p:attrNameLst>
                                          <p:attrName>style.visibility</p:attrName>
                                        </p:attrNameLst>
                                      </p:cBhvr>
                                      <p:to>
                                        <p:strVal val="visible"/>
                                      </p:to>
                                    </p:set>
                                  </p:childTnLst>
                                </p:cTn>
                              </p:par>
                            </p:childTnLst>
                          </p:cTn>
                        </p:par>
                      </p:childTnLst>
                    </p:cTn>
                  </p:par>
                  <p:par>
                    <p:cTn id="64" fill="hold" nodeType="clickPar">
                      <p:stCondLst>
                        <p:cond delay="indefinite"/>
                      </p:stCondLst>
                      <p:childTnLst>
                        <p:par>
                          <p:cTn id="65" fill="hold" nodeType="withGroup">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18441"/>
                                        </p:tgtEl>
                                        <p:attrNameLst>
                                          <p:attrName>style.visibility</p:attrName>
                                        </p:attrNameLst>
                                      </p:cBhvr>
                                      <p:to>
                                        <p:strVal val="visible"/>
                                      </p:to>
                                    </p:set>
                                  </p:childTnLst>
                                </p:cTn>
                              </p:par>
                            </p:childTnLst>
                          </p:cTn>
                        </p:par>
                        <p:par>
                          <p:cTn id="68" fill="hold">
                            <p:stCondLst>
                              <p:cond delay="0"/>
                            </p:stCondLst>
                            <p:childTnLst>
                              <p:par>
                                <p:cTn id="69" presetID="1" presetClass="entr" presetSubtype="0" fill="hold" nodeType="afterEffect">
                                  <p:stCondLst>
                                    <p:cond delay="250"/>
                                  </p:stCondLst>
                                  <p:childTnLst>
                                    <p:set>
                                      <p:cBhvr>
                                        <p:cTn id="70" dur="1" fill="hold">
                                          <p:stCondLst>
                                            <p:cond delay="0"/>
                                          </p:stCondLst>
                                        </p:cTn>
                                        <p:tgtEl>
                                          <p:spTgt spid="2">
                                            <p:txEl>
                                              <p:pRg st="0" end="0"/>
                                            </p:txEl>
                                          </p:spTgt>
                                        </p:tgtEl>
                                        <p:attrNameLst>
                                          <p:attrName>style.visibility</p:attrName>
                                        </p:attrNameLst>
                                      </p:cBhvr>
                                      <p:to>
                                        <p:strVal val="visible"/>
                                      </p:to>
                                    </p:set>
                                  </p:childTnLst>
                                </p:cTn>
                              </p:par>
                            </p:childTnLst>
                          </p:cTn>
                        </p:par>
                        <p:par>
                          <p:cTn id="71" fill="hold">
                            <p:stCondLst>
                              <p:cond delay="250"/>
                            </p:stCondLst>
                            <p:childTnLst>
                              <p:par>
                                <p:cTn id="72" presetID="1" presetClass="entr" presetSubtype="0" fill="hold" nodeType="afterEffect">
                                  <p:stCondLst>
                                    <p:cond delay="1000"/>
                                  </p:stCondLst>
                                  <p:childTnLst>
                                    <p:set>
                                      <p:cBhvr>
                                        <p:cTn id="73" dur="1" fill="hold">
                                          <p:stCondLst>
                                            <p:cond delay="0"/>
                                          </p:stCondLst>
                                        </p:cTn>
                                        <p:tgtEl>
                                          <p:spTgt spid="2">
                                            <p:txEl>
                                              <p:pRg st="1" end="1"/>
                                            </p:txEl>
                                          </p:spTgt>
                                        </p:tgtEl>
                                        <p:attrNameLst>
                                          <p:attrName>style.visibility</p:attrName>
                                        </p:attrNameLst>
                                      </p:cBhvr>
                                      <p:to>
                                        <p:strVal val="visible"/>
                                      </p:to>
                                    </p:set>
                                  </p:childTnLst>
                                </p:cTn>
                              </p:par>
                            </p:childTnLst>
                          </p:cTn>
                        </p:par>
                        <p:par>
                          <p:cTn id="74" fill="hold">
                            <p:stCondLst>
                              <p:cond delay="1250"/>
                            </p:stCondLst>
                            <p:childTnLst>
                              <p:par>
                                <p:cTn id="75" presetID="1" presetClass="entr" presetSubtype="0" fill="hold" nodeType="afterEffect">
                                  <p:stCondLst>
                                    <p:cond delay="1000"/>
                                  </p:stCondLst>
                                  <p:childTnLst>
                                    <p:set>
                                      <p:cBhvr>
                                        <p:cTn id="76" dur="1" fill="hold">
                                          <p:stCondLst>
                                            <p:cond delay="0"/>
                                          </p:stCondLst>
                                        </p:cTn>
                                        <p:tgtEl>
                                          <p:spTgt spid="2">
                                            <p:txEl>
                                              <p:pRg st="2" end="2"/>
                                            </p:txEl>
                                          </p:spTgt>
                                        </p:tgtEl>
                                        <p:attrNameLst>
                                          <p:attrName>style.visibility</p:attrName>
                                        </p:attrNameLst>
                                      </p:cBhvr>
                                      <p:to>
                                        <p:strVal val="visible"/>
                                      </p:to>
                                    </p:set>
                                  </p:childTnLst>
                                </p:cTn>
                              </p:par>
                            </p:childTnLst>
                          </p:cTn>
                        </p:par>
                        <p:par>
                          <p:cTn id="77" fill="hold">
                            <p:stCondLst>
                              <p:cond delay="2250"/>
                            </p:stCondLst>
                            <p:childTnLst>
                              <p:par>
                                <p:cTn id="78" presetID="1" presetClass="entr" presetSubtype="0" fill="hold" nodeType="afterEffect">
                                  <p:stCondLst>
                                    <p:cond delay="1000"/>
                                  </p:stCondLst>
                                  <p:childTnLst>
                                    <p:set>
                                      <p:cBhvr>
                                        <p:cTn id="79"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clickEffect">
                                  <p:stCondLst>
                                    <p:cond delay="0"/>
                                  </p:stCondLst>
                                  <p:childTnLst>
                                    <p:set>
                                      <p:cBhvr>
                                        <p:cTn id="83" dur="1" fill="hold">
                                          <p:stCondLst>
                                            <p:cond delay="0"/>
                                          </p:stCondLst>
                                        </p:cTn>
                                        <p:tgtEl>
                                          <p:spTgt spid="2">
                                            <p:txEl>
                                              <p:pRg st="5" end="5"/>
                                            </p:txEl>
                                          </p:spTgt>
                                        </p:tgtEl>
                                        <p:attrNameLst>
                                          <p:attrName>style.visibility</p:attrName>
                                        </p:attrNameLst>
                                      </p:cBhvr>
                                      <p:to>
                                        <p:strVal val="visible"/>
                                      </p:to>
                                    </p:set>
                                  </p:childTnLst>
                                </p:cTn>
                              </p:par>
                              <p:par>
                                <p:cTn id="84" presetID="1" presetClass="entr" presetSubtype="0" fill="hold" nodeType="withEffect">
                                  <p:stCondLst>
                                    <p:cond delay="0"/>
                                  </p:stCondLst>
                                  <p:childTnLst>
                                    <p:set>
                                      <p:cBhvr>
                                        <p:cTn id="85" dur="1" fill="hold">
                                          <p:stCondLst>
                                            <p:cond delay="0"/>
                                          </p:stCondLst>
                                        </p:cTn>
                                        <p:tgtEl>
                                          <p:spTgt spid="2">
                                            <p:txEl>
                                              <p:pRg st="6" end="6"/>
                                            </p:txEl>
                                          </p:spTgt>
                                        </p:tgtEl>
                                        <p:attrNameLst>
                                          <p:attrName>style.visibility</p:attrName>
                                        </p:attrNameLst>
                                      </p:cBhvr>
                                      <p:to>
                                        <p:strVal val="visible"/>
                                      </p:to>
                                    </p:set>
                                  </p:childTnLst>
                                </p:cTn>
                              </p:par>
                              <p:par>
                                <p:cTn id="86" presetID="1" presetClass="entr" presetSubtype="0" fill="hold" nodeType="withEffect">
                                  <p:stCondLst>
                                    <p:cond delay="0"/>
                                  </p:stCondLst>
                                  <p:childTnLst>
                                    <p:set>
                                      <p:cBhvr>
                                        <p:cTn id="87" dur="1" fill="hold">
                                          <p:stCondLst>
                                            <p:cond delay="0"/>
                                          </p:stCondLst>
                                        </p:cTn>
                                        <p:tgtEl>
                                          <p:spTgt spid="2">
                                            <p:txEl>
                                              <p:pRg st="7" end="7"/>
                                            </p:txEl>
                                          </p:spTgt>
                                        </p:tgtEl>
                                        <p:attrNameLst>
                                          <p:attrName>style.visibility</p:attrName>
                                        </p:attrNameLst>
                                      </p:cBhvr>
                                      <p:to>
                                        <p:strVal val="visible"/>
                                      </p:to>
                                    </p:set>
                                  </p:childTnLst>
                                </p:cTn>
                              </p:par>
                              <p:par>
                                <p:cTn id="88" presetID="1" presetClass="entr" presetSubtype="0" fill="hold" nodeType="withEffect">
                                  <p:stCondLst>
                                    <p:cond delay="0"/>
                                  </p:stCondLst>
                                  <p:childTnLst>
                                    <p:set>
                                      <p:cBhvr>
                                        <p:cTn id="89"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clickEffect">
                                  <p:stCondLst>
                                    <p:cond delay="0"/>
                                  </p:stCondLst>
                                  <p:childTnLst>
                                    <p:set>
                                      <p:cBhvr>
                                        <p:cTn id="93" dur="1" fill="hold">
                                          <p:stCondLst>
                                            <p:cond delay="0"/>
                                          </p:stCondLst>
                                        </p:cTn>
                                        <p:tgtEl>
                                          <p:spTgt spid="2">
                                            <p:txEl>
                                              <p:pRg st="10" end="10"/>
                                            </p:txEl>
                                          </p:spTgt>
                                        </p:tgtEl>
                                        <p:attrNameLst>
                                          <p:attrName>style.visibility</p:attrName>
                                        </p:attrNameLst>
                                      </p:cBhvr>
                                      <p:to>
                                        <p:strVal val="visible"/>
                                      </p:to>
                                    </p:set>
                                  </p:childTnLst>
                                </p:cTn>
                              </p:par>
                              <p:par>
                                <p:cTn id="94" presetID="1" presetClass="entr" presetSubtype="0" fill="hold" nodeType="withEffect">
                                  <p:stCondLst>
                                    <p:cond delay="0"/>
                                  </p:stCondLst>
                                  <p:childTnLst>
                                    <p:set>
                                      <p:cBhvr>
                                        <p:cTn id="95" dur="1" fill="hold">
                                          <p:stCondLst>
                                            <p:cond delay="0"/>
                                          </p:stCondLst>
                                        </p:cTn>
                                        <p:tgtEl>
                                          <p:spTgt spid="2">
                                            <p:txEl>
                                              <p:pRg st="11" end="11"/>
                                            </p:txEl>
                                          </p:spTgt>
                                        </p:tgtEl>
                                        <p:attrNameLst>
                                          <p:attrName>style.visibility</p:attrName>
                                        </p:attrNameLst>
                                      </p:cBhvr>
                                      <p:to>
                                        <p:strVal val="visible"/>
                                      </p:to>
                                    </p:set>
                                  </p:childTnLst>
                                </p:cTn>
                              </p:par>
                              <p:par>
                                <p:cTn id="96" presetID="1" presetClass="entr" presetSubtype="0" fill="hold" nodeType="withEffect">
                                  <p:stCondLst>
                                    <p:cond delay="0"/>
                                  </p:stCondLst>
                                  <p:childTnLst>
                                    <p:set>
                                      <p:cBhvr>
                                        <p:cTn id="97" dur="1" fill="hold">
                                          <p:stCondLst>
                                            <p:cond delay="0"/>
                                          </p:stCondLst>
                                        </p:cTn>
                                        <p:tgtEl>
                                          <p:spTgt spid="2">
                                            <p:txEl>
                                              <p:pRg st="12" end="12"/>
                                            </p:txEl>
                                          </p:spTgt>
                                        </p:tgtEl>
                                        <p:attrNameLst>
                                          <p:attrName>style.visibility</p:attrName>
                                        </p:attrNameLst>
                                      </p:cBhvr>
                                      <p:to>
                                        <p:strVal val="visible"/>
                                      </p:to>
                                    </p:set>
                                  </p:childTnLst>
                                </p:cTn>
                              </p:par>
                              <p:par>
                                <p:cTn id="98" presetID="1" presetClass="entr" presetSubtype="0" fill="hold" nodeType="withEffect">
                                  <p:stCondLst>
                                    <p:cond delay="0"/>
                                  </p:stCondLst>
                                  <p:childTnLst>
                                    <p:set>
                                      <p:cBhvr>
                                        <p:cTn id="99" dur="1" fill="hold">
                                          <p:stCondLst>
                                            <p:cond delay="0"/>
                                          </p:stCondLst>
                                        </p:cTn>
                                        <p:tgtEl>
                                          <p:spTgt spid="2">
                                            <p:txEl>
                                              <p:pRg st="13" end="13"/>
                                            </p:txEl>
                                          </p:spTgt>
                                        </p:tgtEl>
                                        <p:attrNameLst>
                                          <p:attrName>style.visibility</p:attrName>
                                        </p:attrNameLst>
                                      </p:cBhvr>
                                      <p:to>
                                        <p:strVal val="visible"/>
                                      </p:to>
                                    </p:se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nodeType="clickEffect">
                                  <p:stCondLst>
                                    <p:cond delay="0"/>
                                  </p:stCondLst>
                                  <p:childTnLst>
                                    <p:set>
                                      <p:cBhvr>
                                        <p:cTn id="103" dur="1" fill="hold">
                                          <p:stCondLst>
                                            <p:cond delay="0"/>
                                          </p:stCondLst>
                                        </p:cTn>
                                        <p:tgtEl>
                                          <p:spTgt spid="3">
                                            <p:txEl>
                                              <p:pRg st="0" end="0"/>
                                            </p:txEl>
                                          </p:spTgt>
                                        </p:tgtEl>
                                        <p:attrNameLst>
                                          <p:attrName>style.visibility</p:attrName>
                                        </p:attrNameLst>
                                      </p:cBhvr>
                                      <p:to>
                                        <p:strVal val="visible"/>
                                      </p:to>
                                    </p:set>
                                  </p:childTnLst>
                                </p:cTn>
                              </p:par>
                              <p:par>
                                <p:cTn id="104" presetID="1" presetClass="entr" presetSubtype="0" fill="hold" nodeType="withEffect">
                                  <p:stCondLst>
                                    <p:cond delay="0"/>
                                  </p:stCondLst>
                                  <p:childTnLst>
                                    <p:set>
                                      <p:cBhvr>
                                        <p:cTn id="105" dur="1" fill="hold">
                                          <p:stCondLst>
                                            <p:cond delay="0"/>
                                          </p:stCondLst>
                                        </p:cTn>
                                        <p:tgtEl>
                                          <p:spTgt spid="3">
                                            <p:txEl>
                                              <p:pRg st="1" end="1"/>
                                            </p:txEl>
                                          </p:spTgt>
                                        </p:tgtEl>
                                        <p:attrNameLst>
                                          <p:attrName>style.visibility</p:attrName>
                                        </p:attrNameLst>
                                      </p:cBhvr>
                                      <p:to>
                                        <p:strVal val="visible"/>
                                      </p:to>
                                    </p:set>
                                  </p:childTnLst>
                                </p:cTn>
                              </p:par>
                              <p:par>
                                <p:cTn id="106" presetID="1" presetClass="entr" presetSubtype="0" fill="hold" nodeType="withEffect">
                                  <p:stCondLst>
                                    <p:cond delay="0"/>
                                  </p:stCondLst>
                                  <p:childTnLst>
                                    <p:set>
                                      <p:cBhvr>
                                        <p:cTn id="107"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08" fill="hold">
                      <p:stCondLst>
                        <p:cond delay="indefinite"/>
                      </p:stCondLst>
                      <p:childTnLst>
                        <p:par>
                          <p:cTn id="109" fill="hold">
                            <p:stCondLst>
                              <p:cond delay="0"/>
                            </p:stCondLst>
                            <p:childTnLst>
                              <p:par>
                                <p:cTn id="110" presetID="1" presetClass="entr" presetSubtype="0" fill="hold" nodeType="clickEffect">
                                  <p:stCondLst>
                                    <p:cond delay="0"/>
                                  </p:stCondLst>
                                  <p:childTnLst>
                                    <p:set>
                                      <p:cBhvr>
                                        <p:cTn id="111" dur="1" fill="hold">
                                          <p:stCondLst>
                                            <p:cond delay="0"/>
                                          </p:stCondLst>
                                        </p:cTn>
                                        <p:tgtEl>
                                          <p:spTgt spid="3">
                                            <p:txEl>
                                              <p:pRg st="3" end="3"/>
                                            </p:txEl>
                                          </p:spTgt>
                                        </p:tgtEl>
                                        <p:attrNameLst>
                                          <p:attrName>style.visibility</p:attrName>
                                        </p:attrNameLst>
                                      </p:cBhvr>
                                      <p:to>
                                        <p:strVal val="visible"/>
                                      </p:to>
                                    </p:set>
                                  </p:childTnLst>
                                </p:cTn>
                              </p:par>
                            </p:childTnLst>
                          </p:cTn>
                        </p:par>
                        <p:par>
                          <p:cTn id="112" fill="hold">
                            <p:stCondLst>
                              <p:cond delay="0"/>
                            </p:stCondLst>
                            <p:childTnLst>
                              <p:par>
                                <p:cTn id="113" presetID="1" presetClass="entr" presetSubtype="0" fill="hold" nodeType="afterEffect">
                                  <p:stCondLst>
                                    <p:cond delay="0"/>
                                  </p:stCondLst>
                                  <p:childTnLst>
                                    <p:set>
                                      <p:cBhvr>
                                        <p:cTn id="114" dur="1" fill="hold">
                                          <p:stCondLst>
                                            <p:cond delay="0"/>
                                          </p:stCondLst>
                                        </p:cTn>
                                        <p:tgtEl>
                                          <p:spTgt spid="3">
                                            <p:txEl>
                                              <p:pRg st="4" end="4"/>
                                            </p:txEl>
                                          </p:spTgt>
                                        </p:tgtEl>
                                        <p:attrNameLst>
                                          <p:attrName>style.visibility</p:attrName>
                                        </p:attrNameLst>
                                      </p:cBhvr>
                                      <p:to>
                                        <p:strVal val="visible"/>
                                      </p:to>
                                    </p:set>
                                  </p:childTnLst>
                                </p:cTn>
                              </p:par>
                            </p:childTnLst>
                          </p:cTn>
                        </p:par>
                        <p:par>
                          <p:cTn id="115" fill="hold">
                            <p:stCondLst>
                              <p:cond delay="0"/>
                            </p:stCondLst>
                            <p:childTnLst>
                              <p:par>
                                <p:cTn id="116" presetID="1" presetClass="entr" presetSubtype="0" fill="hold" nodeType="afterEffect">
                                  <p:stCondLst>
                                    <p:cond delay="0"/>
                                  </p:stCondLst>
                                  <p:childTnLst>
                                    <p:set>
                                      <p:cBhvr>
                                        <p:cTn id="117"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41" grpId="0" animBg="1"/>
    </p:bldLst>
  </p:timing>
</p:sld>
</file>

<file path=ppt/slides/slide19.xml><?xml version="1.0" encoding="utf-8"?>
<p:sld xmlns:a="http://schemas.openxmlformats.org/drawingml/2006/main" xmlns:r="http://schemas.openxmlformats.org/officeDocument/2006/relationships" xmlns:p="http://schemas.openxmlformats.org/presentationml/2006/main" showMasterSp="0">
  <p:cSld>
    <p:bg>
      <p:bgPr>
        <a:noFill/>
        <a:effectLst/>
      </p:bgPr>
    </p:bg>
    <p:spTree>
      <p:nvGrpSpPr>
        <p:cNvPr id="1" name=""/>
        <p:cNvGrpSpPr/>
        <p:nvPr/>
      </p:nvGrpSpPr>
      <p:grpSpPr>
        <a:xfrm>
          <a:off x="0" y="0"/>
          <a:ext cx="0" cy="0"/>
          <a:chOff x="0" y="0"/>
          <a:chExt cx="0" cy="0"/>
        </a:xfrm>
      </p:grpSpPr>
      <p:pic>
        <p:nvPicPr>
          <p:cNvPr id="4" name="图片 3" descr="C语言程序设计"/>
          <p:cNvPicPr>
            <a:picLocks noChangeAspect="1"/>
          </p:cNvPicPr>
          <p:nvPr/>
        </p:nvPicPr>
        <p:blipFill>
          <a:blip r:embed="rId2"/>
          <a:stretch>
            <a:fillRect/>
          </a:stretch>
        </p:blipFill>
        <p:spPr>
          <a:xfrm>
            <a:off x="0" y="0"/>
            <a:ext cx="12192000" cy="6858000"/>
          </a:xfrm>
          <a:prstGeom prst="rect">
            <a:avLst/>
          </a:prstGeom>
        </p:spPr>
      </p:pic>
      <p:pic>
        <p:nvPicPr>
          <p:cNvPr id="6" name="图片 5" descr="未标题-1"/>
          <p:cNvPicPr>
            <a:picLocks noChangeAspect="1"/>
          </p:cNvPicPr>
          <p:nvPr/>
        </p:nvPicPr>
        <p:blipFill>
          <a:blip r:embed="rId3"/>
          <a:stretch>
            <a:fillRect/>
          </a:stretch>
        </p:blipFill>
        <p:spPr>
          <a:xfrm>
            <a:off x="1595939" y="600710"/>
            <a:ext cx="5625465" cy="1209040"/>
          </a:xfrm>
          <a:prstGeom prst="rect">
            <a:avLst/>
          </a:prstGeom>
        </p:spPr>
      </p:pic>
      <p:sp>
        <p:nvSpPr>
          <p:cNvPr id="10" name="文本框 9"/>
          <p:cNvSpPr txBox="1"/>
          <p:nvPr/>
        </p:nvSpPr>
        <p:spPr>
          <a:xfrm>
            <a:off x="1711987" y="803276"/>
            <a:ext cx="6310631" cy="464185"/>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4500" b="0" i="0" u="none" strike="noStrike" kern="1200" cap="none" spc="0" normalizeH="0" baseline="0" noProof="0" dirty="0">
                <a:ln>
                  <a:noFill/>
                </a:ln>
                <a:solidFill>
                  <a:prstClr val="white"/>
                </a:solidFill>
                <a:effectLst/>
                <a:uLnTx/>
                <a:uFillTx/>
                <a:latin typeface="锐字潮牌真言简2.0免费 大粗" panose="02020300000000000000" charset="-122"/>
                <a:ea typeface="锐字潮牌真言简2.0免费 大粗" panose="02020300000000000000" charset="-122"/>
                <a:cs typeface="锐字潮牌真言简2.0免费 大粗" panose="02020300000000000000" charset="-122"/>
              </a:rPr>
              <a:t>分支结构实例</a:t>
            </a:r>
          </a:p>
        </p:txBody>
      </p:sp>
      <p:pic>
        <p:nvPicPr>
          <p:cNvPr id="7" name="图片 6" descr="未标1题-1"/>
          <p:cNvPicPr>
            <a:picLocks noChangeAspect="1"/>
          </p:cNvPicPr>
          <p:nvPr/>
        </p:nvPicPr>
        <p:blipFill>
          <a:blip r:embed="rId4"/>
          <a:stretch>
            <a:fillRect/>
          </a:stretch>
        </p:blipFill>
        <p:spPr>
          <a:xfrm>
            <a:off x="601345" y="1618617"/>
            <a:ext cx="802640" cy="600075"/>
          </a:xfrm>
          <a:prstGeom prst="rect">
            <a:avLst/>
          </a:prstGeom>
        </p:spPr>
      </p:pic>
      <p:sp>
        <p:nvSpPr>
          <p:cNvPr id="8" name="内容占位符 2"/>
          <p:cNvSpPr txBox="1">
            <a:spLocks/>
          </p:cNvSpPr>
          <p:nvPr/>
        </p:nvSpPr>
        <p:spPr>
          <a:xfrm>
            <a:off x="1243584" y="1618615"/>
            <a:ext cx="3264621" cy="4436109"/>
          </a:xfrm>
          <a:prstGeom prst="rect">
            <a:avLst/>
          </a:prstGeom>
        </p:spPr>
        <p:txBody>
          <a:bodyPr vert="horz" wrap="square" lIns="90170" tIns="46990" rIns="90170" bIns="46990" rtlCol="0">
            <a:normAutofit fontScale="25000" lnSpcReduction="20000"/>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3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00000"/>
              </a:lnSpc>
              <a:spcBef>
                <a:spcPts val="0"/>
              </a:spcBef>
              <a:spcAft>
                <a:spcPts val="0"/>
              </a:spcAft>
              <a:buFont typeface="Arial" panose="020B0604020202020204" pitchFamily="34" charset="0"/>
              <a:buChar char="•"/>
              <a:tabLst>
                <a:tab pos="1609725" algn="l"/>
              </a:tabLst>
              <a:defRPr kumimoji="0" lang="zh-CN" altLang="en-US" sz="3200" b="1" i="0" u="none" strike="noStrike" kern="1200" cap="none" spc="150" normalizeH="0" baseline="0" noProof="1" dirty="0">
                <a:solidFill>
                  <a:schemeClr val="accent2">
                    <a:lumMod val="50000"/>
                  </a:schemeClr>
                </a:solidFill>
                <a:uFillTx/>
                <a:latin typeface="楷体" panose="02010609060101010101" charset="-122"/>
                <a:ea typeface="楷体" panose="0201060906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30000"/>
              </a:lnSpc>
              <a:spcBef>
                <a:spcPts val="0"/>
              </a:spcBef>
              <a:spcAft>
                <a:spcPts val="1000"/>
              </a:spcAft>
              <a:buClrTx/>
              <a:buSzTx/>
              <a:buFont typeface="Arial" panose="020B0604020202020204" pitchFamily="34" charset="0"/>
              <a:buNone/>
              <a:tabLst/>
              <a:defRPr/>
            </a:pPr>
            <a:r>
              <a:rPr kumimoji="0" lang="en-US" altLang="zh-CN" sz="8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a:t>
            </a:r>
            <a:r>
              <a:rPr kumimoji="0" lang="zh-CN" altLang="en-US" sz="8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例 </a:t>
            </a:r>
            <a:r>
              <a:rPr kumimoji="0" lang="en-US" altLang="zh-CN" sz="8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3.5】</a:t>
            </a:r>
            <a:r>
              <a:rPr kumimoji="0" lang="zh-CN" altLang="en-US" sz="8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输入一个学生的成绩，判定其是否通过考试，输出“</a:t>
            </a:r>
            <a:r>
              <a:rPr kumimoji="0" lang="en-US" altLang="zh-CN" sz="8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Pass”</a:t>
            </a:r>
            <a:r>
              <a:rPr kumimoji="0" lang="zh-CN" altLang="en-US" sz="8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（表示通过）或“</a:t>
            </a:r>
            <a:r>
              <a:rPr kumimoji="0" lang="en-US" altLang="zh-CN" sz="8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Fail”</a:t>
            </a:r>
            <a:r>
              <a:rPr kumimoji="0" lang="zh-CN" altLang="en-US" sz="8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（表示未通过）。</a:t>
            </a:r>
            <a:endParaRPr kumimoji="0" lang="en-US" altLang="zh-CN" sz="8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endParaRP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zh-CN" altLang="en-US" sz="8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运行示例：</a:t>
            </a: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en-US" altLang="zh-CN" sz="8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Please Enter score:</a:t>
            </a: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en-US" altLang="zh-CN" sz="8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90↙</a:t>
            </a: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en-US" altLang="zh-CN" sz="8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Pass</a:t>
            </a: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endParaRPr kumimoji="0" lang="en-US" altLang="zh-CN" sz="8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endParaRPr>
          </a:p>
          <a:p>
            <a:pPr marL="228600" marR="0" lvl="0" indent="-228600" algn="l" defTabSz="914400" rtl="0" eaLnBrk="1" fontAlgn="auto" latinLnBrk="0" hangingPunct="1">
              <a:lnSpc>
                <a:spcPct val="130000"/>
              </a:lnSpc>
              <a:spcBef>
                <a:spcPct val="0"/>
              </a:spcBef>
              <a:spcAft>
                <a:spcPts val="1000"/>
              </a:spcAft>
              <a:buClrTx/>
              <a:buSzTx/>
              <a:buFont typeface="Arial" panose="020B0604020202020204" pitchFamily="34" charset="0"/>
              <a:buNone/>
              <a:tabLst/>
              <a:defRPr/>
            </a:pPr>
            <a:endParaRPr kumimoji="0" lang="en-US" altLang="zh-CN" sz="4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endParaRPr>
          </a:p>
        </p:txBody>
      </p:sp>
      <p:sp>
        <p:nvSpPr>
          <p:cNvPr id="12" name="内容占位符 2">
            <a:extLst>
              <a:ext uri="{FF2B5EF4-FFF2-40B4-BE49-F238E27FC236}">
                <a16:creationId xmlns:a16="http://schemas.microsoft.com/office/drawing/2014/main" id="{BF1F5394-9704-4B49-1295-CA8515CE2C54}"/>
              </a:ext>
            </a:extLst>
          </p:cNvPr>
          <p:cNvSpPr txBox="1">
            <a:spLocks/>
          </p:cNvSpPr>
          <p:nvPr/>
        </p:nvSpPr>
        <p:spPr>
          <a:xfrm>
            <a:off x="6783416" y="547545"/>
            <a:ext cx="5397952" cy="5349873"/>
          </a:xfrm>
          <a:prstGeom prst="rect">
            <a:avLst/>
          </a:prstGeom>
          <a:noFill/>
        </p:spPr>
        <p:txBody>
          <a:bodyPr vert="horz" wrap="square" lIns="90170" tIns="46990" rIns="90170" bIns="46990" rtlCol="0">
            <a:normAutofit fontScale="25000" lnSpcReduction="20000"/>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3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00000"/>
              </a:lnSpc>
              <a:spcBef>
                <a:spcPts val="0"/>
              </a:spcBef>
              <a:spcAft>
                <a:spcPts val="0"/>
              </a:spcAft>
              <a:buFont typeface="Arial" panose="020B0604020202020204" pitchFamily="34" charset="0"/>
              <a:buChar char="•"/>
              <a:tabLst>
                <a:tab pos="1609725" algn="l"/>
              </a:tabLst>
              <a:defRPr kumimoji="0" lang="zh-CN" altLang="en-US" sz="3200" b="1" i="0" u="none" strike="noStrike" kern="1200" cap="none" spc="150" normalizeH="0" baseline="0" noProof="1" dirty="0">
                <a:solidFill>
                  <a:schemeClr val="accent2">
                    <a:lumMod val="50000"/>
                  </a:schemeClr>
                </a:solidFill>
                <a:uFillTx/>
                <a:latin typeface="楷体" panose="02010609060101010101" charset="-122"/>
                <a:ea typeface="楷体" panose="0201060906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#include &lt;stdio.h&gt;</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int main(void) {</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int score;</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zh-CN" altLang="en-US"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printf("Please Enter score:\n");  </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zh-CN" altLang="en-US"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scanf("%d", &amp;score); </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zh-CN" altLang="en-US"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switch(score / 10) {</a:t>
            </a:r>
          </a:p>
          <a:p>
            <a:pPr lvl="0">
              <a:lnSpc>
                <a:spcPct val="120000"/>
              </a:lnSpc>
              <a:spcBef>
                <a:spcPct val="0"/>
              </a:spcBef>
              <a:spcAft>
                <a:spcPts val="0"/>
              </a:spcAft>
              <a:buNone/>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zh-CN" altLang="en-US"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case  0:  //</a:t>
            </a:r>
            <a:r>
              <a:rPr lang="zh-CN" altLang="en-US" sz="6400" dirty="0">
                <a:solidFill>
                  <a:srgbClr val="000000"/>
                </a:solidFill>
              </a:rPr>
              <a:t>在 </a:t>
            </a:r>
            <a:r>
              <a:rPr lang="en-US" altLang="zh-CN" sz="6400" dirty="0">
                <a:solidFill>
                  <a:srgbClr val="000000"/>
                </a:solidFill>
              </a:rPr>
              <a:t>case </a:t>
            </a:r>
            <a:r>
              <a:rPr lang="zh-CN" altLang="en-US" sz="6400" dirty="0">
                <a:solidFill>
                  <a:srgbClr val="000000"/>
                </a:solidFill>
              </a:rPr>
              <a:t>的语句组为空时，</a:t>
            </a:r>
            <a:endParaRPr kumimoji="0" lang="zh-CN" altLang="en-US"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endParaRPr>
          </a:p>
          <a:p>
            <a:pPr>
              <a:lnSpc>
                <a:spcPct val="120000"/>
              </a:lnSpc>
              <a:spcBef>
                <a:spcPct val="0"/>
              </a:spcBef>
              <a:spcAft>
                <a:spcPts val="0"/>
              </a:spcAft>
              <a:buNone/>
            </a:pPr>
            <a:r>
              <a:rPr kumimoji="0" lang="zh-CN" altLang="en-US"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case  1:  //</a:t>
            </a:r>
            <a:r>
              <a:rPr lang="zh-CN" altLang="en-US" sz="6400" dirty="0">
                <a:solidFill>
                  <a:srgbClr val="000000"/>
                </a:solidFill>
              </a:rPr>
              <a:t>将按顺序下延至其他语句再执行</a:t>
            </a:r>
            <a:endPar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endParaRP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zh-CN" altLang="en-US"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case  2: </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zh-CN" altLang="en-US"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case  3:</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zh-CN" altLang="en-US"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case  4:</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zh-CN" altLang="en-US"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case  5:  printf("Fail \n");</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zh-CN" altLang="en-US"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break;     </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zh-CN" altLang="en-US"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case  6:</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zh-CN" altLang="en-US"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case  7:  </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zh-CN" altLang="en-US"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case  8: </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zh-CN" altLang="en-US"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case  9: </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zh-CN" altLang="en-US"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case 10:  printf("Pass \n"); </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break;</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zh-CN" altLang="en-US"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default:  printf("The score is error!\n"); </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break;</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zh-CN" altLang="en-US"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zh-CN" altLang="en-US"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return 0; </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6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a:t>
            </a:r>
            <a:endParaRPr kumimoji="0" lang="en-US" altLang="zh-CN" sz="4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endParaRPr>
          </a:p>
        </p:txBody>
      </p:sp>
      <p:sp>
        <p:nvSpPr>
          <p:cNvPr id="13" name="Rectangle 3">
            <a:extLst>
              <a:ext uri="{FF2B5EF4-FFF2-40B4-BE49-F238E27FC236}">
                <a16:creationId xmlns:a16="http://schemas.microsoft.com/office/drawing/2014/main" id="{5AD79C47-5215-8964-87BB-2BB7AB03173D}"/>
              </a:ext>
            </a:extLst>
          </p:cNvPr>
          <p:cNvSpPr txBox="1">
            <a:spLocks noChangeArrowheads="1"/>
          </p:cNvSpPr>
          <p:nvPr/>
        </p:nvSpPr>
        <p:spPr>
          <a:xfrm>
            <a:off x="2525794" y="4300192"/>
            <a:ext cx="5159309" cy="2323147"/>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buNone/>
            </a:pPr>
            <a:r>
              <a:rPr lang="en-US" altLang="zh-CN" sz="2000" b="1" dirty="0">
                <a:solidFill>
                  <a:prstClr val="black"/>
                </a:solidFill>
                <a:latin typeface="Calibri"/>
                <a:ea typeface="宋体"/>
              </a:rPr>
              <a:t>0, 1, 2, 3, 4, 5</a:t>
            </a:r>
            <a:r>
              <a:rPr lang="zh-CN" altLang="en-US" sz="2000" b="1" dirty="0">
                <a:solidFill>
                  <a:prstClr val="black"/>
                </a:solidFill>
                <a:latin typeface="Calibri"/>
                <a:ea typeface="宋体"/>
              </a:rPr>
              <a:t>　 　　 </a:t>
            </a:r>
            <a:r>
              <a:rPr lang="en-US" altLang="zh-CN" sz="2000" b="1" dirty="0">
                <a:solidFill>
                  <a:prstClr val="black"/>
                </a:solidFill>
                <a:latin typeface="Calibri"/>
                <a:ea typeface="宋体"/>
              </a:rPr>
              <a:t>6, 7, 8, 9,10</a:t>
            </a:r>
            <a:r>
              <a:rPr lang="zh-CN" altLang="en-US" sz="2000" b="1" dirty="0">
                <a:solidFill>
                  <a:prstClr val="black"/>
                </a:solidFill>
                <a:latin typeface="Calibri"/>
                <a:ea typeface="宋体"/>
              </a:rPr>
              <a:t> </a:t>
            </a:r>
            <a:r>
              <a:rPr lang="en-US" altLang="zh-CN" sz="2000" b="1" dirty="0">
                <a:solidFill>
                  <a:prstClr val="black"/>
                </a:solidFill>
                <a:latin typeface="Calibri"/>
                <a:ea typeface="宋体"/>
              </a:rPr>
              <a:t> default</a:t>
            </a:r>
          </a:p>
          <a:p>
            <a:pPr>
              <a:buFont typeface="Wingdings" pitchFamily="2" charset="2"/>
              <a:buNone/>
            </a:pPr>
            <a:endParaRPr lang="en-US" altLang="zh-CN" sz="2000" b="1" dirty="0">
              <a:solidFill>
                <a:prstClr val="black"/>
              </a:solidFill>
              <a:latin typeface="Calibri"/>
              <a:ea typeface="宋体"/>
            </a:endParaRPr>
          </a:p>
          <a:p>
            <a:pPr>
              <a:buFont typeface="Wingdings" pitchFamily="2" charset="2"/>
              <a:buNone/>
            </a:pPr>
            <a:endParaRPr lang="en-US" altLang="zh-CN" sz="800" b="1" dirty="0">
              <a:solidFill>
                <a:prstClr val="black"/>
              </a:solidFill>
              <a:latin typeface="Calibri"/>
              <a:ea typeface="宋体"/>
            </a:endParaRPr>
          </a:p>
          <a:p>
            <a:pPr>
              <a:buFont typeface="Wingdings" pitchFamily="2" charset="2"/>
              <a:buNone/>
            </a:pPr>
            <a:endParaRPr lang="en-US" altLang="zh-CN" sz="2000" b="1" dirty="0">
              <a:solidFill>
                <a:prstClr val="black"/>
              </a:solidFill>
              <a:latin typeface="Calibri"/>
              <a:ea typeface="宋体"/>
            </a:endParaRPr>
          </a:p>
          <a:p>
            <a:pPr>
              <a:buFont typeface="Wingdings" pitchFamily="2" charset="2"/>
              <a:buNone/>
            </a:pPr>
            <a:r>
              <a:rPr lang="en-US" altLang="zh-CN" sz="2000" b="1" dirty="0">
                <a:solidFill>
                  <a:prstClr val="black"/>
                </a:solidFill>
                <a:latin typeface="Calibri"/>
                <a:ea typeface="宋体"/>
              </a:rPr>
              <a:t>break</a:t>
            </a:r>
            <a:r>
              <a:rPr lang="zh-CN" altLang="en-US" sz="2000" b="1" dirty="0">
                <a:solidFill>
                  <a:prstClr val="black"/>
                </a:solidFill>
                <a:latin typeface="Calibri"/>
                <a:ea typeface="宋体"/>
              </a:rPr>
              <a:t>　 </a:t>
            </a:r>
            <a:r>
              <a:rPr lang="en-US" altLang="zh-CN" sz="2000" b="1" dirty="0">
                <a:solidFill>
                  <a:prstClr val="white"/>
                </a:solidFill>
                <a:latin typeface="Calibri"/>
                <a:ea typeface="宋体"/>
              </a:rPr>
              <a:t>    break</a:t>
            </a:r>
            <a:endParaRPr lang="en-US" altLang="zh-CN" sz="2000" b="1" dirty="0">
              <a:solidFill>
                <a:prstClr val="black"/>
              </a:solidFill>
              <a:latin typeface="Calibri"/>
              <a:ea typeface="宋体"/>
            </a:endParaRPr>
          </a:p>
          <a:p>
            <a:pPr>
              <a:buFont typeface="Wingdings" pitchFamily="2" charset="2"/>
              <a:buNone/>
            </a:pPr>
            <a:r>
              <a:rPr lang="zh-CN" altLang="en-US" sz="2000" b="1" dirty="0">
                <a:solidFill>
                  <a:prstClr val="black"/>
                </a:solidFill>
                <a:latin typeface="Calibri"/>
                <a:ea typeface="宋体"/>
              </a:rPr>
              <a:t>　　　　　　　　　　　　　　　</a:t>
            </a:r>
          </a:p>
        </p:txBody>
      </p:sp>
      <p:sp>
        <p:nvSpPr>
          <p:cNvPr id="14" name="AutoShape 57">
            <a:extLst>
              <a:ext uri="{FF2B5EF4-FFF2-40B4-BE49-F238E27FC236}">
                <a16:creationId xmlns:a16="http://schemas.microsoft.com/office/drawing/2014/main" id="{327CE5A4-8E6D-B485-D504-6C92F8998BAF}"/>
              </a:ext>
            </a:extLst>
          </p:cNvPr>
          <p:cNvSpPr>
            <a:spLocks noChangeArrowheads="1"/>
          </p:cNvSpPr>
          <p:nvPr/>
        </p:nvSpPr>
        <p:spPr bwMode="auto">
          <a:xfrm>
            <a:off x="4275638" y="3588342"/>
            <a:ext cx="1584325" cy="647700"/>
          </a:xfrm>
          <a:prstGeom prst="flowChartDecision">
            <a:avLst/>
          </a:prstGeom>
          <a:noFill/>
          <a:ln w="12700" cap="sq" algn="ctr">
            <a:solidFill>
              <a:srgbClr val="00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lgn="l"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algn="l" eaLnBrk="0" hangingPunct="0">
              <a:spcBef>
                <a:spcPct val="20000"/>
              </a:spcBef>
              <a:buClr>
                <a:srgbClr val="3333FF"/>
              </a:buClr>
              <a:buFont typeface="Times New Roman" pitchFamily="18" charset="0"/>
              <a:buChar char="–"/>
              <a:defRPr kumimoji="1" sz="2800" b="1">
                <a:solidFill>
                  <a:schemeClr val="bg2"/>
                </a:solidFill>
                <a:latin typeface="Times New Roman" pitchFamily="18" charset="0"/>
                <a:ea typeface="宋体" pitchFamily="2" charset="-122"/>
              </a:defRPr>
            </a:lvl2pPr>
            <a:lvl3pPr marL="1143000" indent="-228600" algn="l" eaLnBrk="0" hangingPunct="0">
              <a:spcBef>
                <a:spcPct val="20000"/>
              </a:spcBef>
              <a:buClr>
                <a:srgbClr val="CC00CC"/>
              </a:buClr>
              <a:buFont typeface="Times New Roman" pitchFamily="18" charset="0"/>
              <a:buChar char="»"/>
              <a:defRPr kumimoji="1" sz="2400" b="1">
                <a:solidFill>
                  <a:schemeClr val="bg2"/>
                </a:solidFill>
                <a:latin typeface="Times New Roman" pitchFamily="18" charset="0"/>
                <a:ea typeface="宋体" pitchFamily="2" charset="-122"/>
              </a:defRPr>
            </a:lvl3pPr>
            <a:lvl4pPr marL="1600200" indent="-228600" algn="l" eaLnBrk="0" hangingPunct="0">
              <a:spcBef>
                <a:spcPct val="20000"/>
              </a:spcBef>
              <a:buClr>
                <a:srgbClr val="3333FF"/>
              </a:buClr>
              <a:buSzPct val="75000"/>
              <a:buFont typeface="Wingdings" pitchFamily="2" charset="2"/>
              <a:buChar char="n"/>
              <a:defRPr kumimoji="1" sz="2000" b="1">
                <a:solidFill>
                  <a:schemeClr val="bg2"/>
                </a:solidFill>
                <a:latin typeface="Times New Roman" pitchFamily="18" charset="0"/>
                <a:ea typeface="宋体" pitchFamily="2" charset="-122"/>
              </a:defRPr>
            </a:lvl4pPr>
            <a:lvl5pPr marL="2057400" indent="-228600" algn="l" eaLnBrk="0" hangingPunct="0">
              <a:spcBef>
                <a:spcPct val="20000"/>
              </a:spcBef>
              <a:buClr>
                <a:srgbClr val="CC00CC"/>
              </a:buClr>
              <a:buFont typeface="Times New Roman" pitchFamily="18" charset="0"/>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rgbClr val="CC00CC"/>
              </a:buClr>
              <a:buFont typeface="Times New Roman" pitchFamily="18" charset="0"/>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rgbClr val="CC00CC"/>
              </a:buClr>
              <a:buFont typeface="Times New Roman" pitchFamily="18" charset="0"/>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rgbClr val="CC00CC"/>
              </a:buClr>
              <a:buFont typeface="Times New Roman" pitchFamily="18" charset="0"/>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rgbClr val="CC00CC"/>
              </a:buClr>
              <a:buFont typeface="Times New Roman" pitchFamily="18" charset="0"/>
              <a:buChar char="–"/>
              <a:defRPr kumimoji="1" sz="2000" b="1">
                <a:solidFill>
                  <a:schemeClr val="bg2"/>
                </a:solidFill>
                <a:latin typeface="Times New Roman" pitchFamily="18" charset="0"/>
                <a:ea typeface="宋体"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dirty="0">
                <a:ln>
                  <a:noFill/>
                </a:ln>
                <a:solidFill>
                  <a:srgbClr val="000000"/>
                </a:solidFill>
                <a:effectLst/>
                <a:uLnTx/>
                <a:uFillTx/>
                <a:latin typeface="Times New Roman" pitchFamily="18" charset="0"/>
                <a:ea typeface="宋体" pitchFamily="2" charset="-122"/>
              </a:rPr>
              <a:t>score/10</a:t>
            </a:r>
            <a:endParaRPr kumimoji="1" lang="zh-CN" altLang="en-US" sz="2000" b="1" i="0" u="none" strike="noStrike" kern="0" cap="none" spc="0" normalizeH="0" baseline="0" noProof="0" dirty="0">
              <a:ln>
                <a:noFill/>
              </a:ln>
              <a:solidFill>
                <a:srgbClr val="000000"/>
              </a:solidFill>
              <a:effectLst/>
              <a:uLnTx/>
              <a:uFillTx/>
              <a:latin typeface="Times New Roman" pitchFamily="18" charset="0"/>
              <a:ea typeface="宋体" pitchFamily="2" charset="-122"/>
            </a:endParaRPr>
          </a:p>
        </p:txBody>
      </p:sp>
      <p:sp>
        <p:nvSpPr>
          <p:cNvPr id="15" name="Line 58">
            <a:extLst>
              <a:ext uri="{FF2B5EF4-FFF2-40B4-BE49-F238E27FC236}">
                <a16:creationId xmlns:a16="http://schemas.microsoft.com/office/drawing/2014/main" id="{C292690E-1453-9A6C-A447-BB4E57CE2CBF}"/>
              </a:ext>
            </a:extLst>
          </p:cNvPr>
          <p:cNvSpPr>
            <a:spLocks noChangeShapeType="1"/>
          </p:cNvSpPr>
          <p:nvPr/>
        </p:nvSpPr>
        <p:spPr bwMode="auto">
          <a:xfrm flipH="1">
            <a:off x="5067798" y="3372442"/>
            <a:ext cx="8053" cy="215900"/>
          </a:xfrm>
          <a:prstGeom prst="line">
            <a:avLst/>
          </a:prstGeom>
          <a:noFill/>
          <a:ln w="12700" cap="sq">
            <a:solidFill>
              <a:srgbClr val="00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fontAlgn="base">
              <a:spcBef>
                <a:spcPct val="0"/>
              </a:spcBef>
              <a:spcAft>
                <a:spcPct val="0"/>
              </a:spcAft>
              <a:defRPr/>
            </a:pPr>
            <a:endParaRPr kumimoji="1" lang="en-US" sz="2400" kern="0">
              <a:solidFill>
                <a:srgbClr val="FFFFFF"/>
              </a:solidFill>
              <a:latin typeface="Times New Roman"/>
              <a:ea typeface="宋体"/>
            </a:endParaRPr>
          </a:p>
        </p:txBody>
      </p:sp>
      <p:sp>
        <p:nvSpPr>
          <p:cNvPr id="16" name="Line 59">
            <a:extLst>
              <a:ext uri="{FF2B5EF4-FFF2-40B4-BE49-F238E27FC236}">
                <a16:creationId xmlns:a16="http://schemas.microsoft.com/office/drawing/2014/main" id="{79D035FD-2A9F-1C1F-5254-9FC288DF63AB}"/>
              </a:ext>
            </a:extLst>
          </p:cNvPr>
          <p:cNvSpPr>
            <a:spLocks noChangeShapeType="1"/>
          </p:cNvSpPr>
          <p:nvPr/>
        </p:nvSpPr>
        <p:spPr bwMode="auto">
          <a:xfrm>
            <a:off x="5067799" y="4236042"/>
            <a:ext cx="0" cy="431800"/>
          </a:xfrm>
          <a:prstGeom prst="line">
            <a:avLst/>
          </a:prstGeom>
          <a:noFill/>
          <a:ln w="12700" cap="sq">
            <a:solidFill>
              <a:srgbClr val="00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fontAlgn="base">
              <a:spcBef>
                <a:spcPct val="0"/>
              </a:spcBef>
              <a:spcAft>
                <a:spcPct val="0"/>
              </a:spcAft>
              <a:defRPr/>
            </a:pPr>
            <a:endParaRPr kumimoji="1" lang="en-US" sz="2400" kern="0">
              <a:solidFill>
                <a:srgbClr val="FFFFFF"/>
              </a:solidFill>
              <a:latin typeface="Times New Roman"/>
              <a:ea typeface="宋体"/>
            </a:endParaRPr>
          </a:p>
        </p:txBody>
      </p:sp>
      <p:sp>
        <p:nvSpPr>
          <p:cNvPr id="17" name="Line 60">
            <a:extLst>
              <a:ext uri="{FF2B5EF4-FFF2-40B4-BE49-F238E27FC236}">
                <a16:creationId xmlns:a16="http://schemas.microsoft.com/office/drawing/2014/main" id="{ED2D5899-A60A-A4A4-565F-B02CC4612A25}"/>
              </a:ext>
            </a:extLst>
          </p:cNvPr>
          <p:cNvSpPr>
            <a:spLocks noChangeShapeType="1"/>
          </p:cNvSpPr>
          <p:nvPr/>
        </p:nvSpPr>
        <p:spPr bwMode="auto">
          <a:xfrm>
            <a:off x="3257367" y="4667842"/>
            <a:ext cx="3635388" cy="0"/>
          </a:xfrm>
          <a:prstGeom prst="line">
            <a:avLst/>
          </a:prstGeom>
          <a:noFill/>
          <a:ln w="12700" cap="sq">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fontAlgn="base">
              <a:spcBef>
                <a:spcPct val="0"/>
              </a:spcBef>
              <a:spcAft>
                <a:spcPct val="0"/>
              </a:spcAft>
              <a:defRPr/>
            </a:pPr>
            <a:endParaRPr kumimoji="1" lang="en-US" sz="2400" kern="0">
              <a:solidFill>
                <a:srgbClr val="FFFFFF"/>
              </a:solidFill>
              <a:latin typeface="Times New Roman"/>
              <a:ea typeface="宋体"/>
            </a:endParaRPr>
          </a:p>
        </p:txBody>
      </p:sp>
      <p:sp>
        <p:nvSpPr>
          <p:cNvPr id="18" name="Line 61">
            <a:extLst>
              <a:ext uri="{FF2B5EF4-FFF2-40B4-BE49-F238E27FC236}">
                <a16:creationId xmlns:a16="http://schemas.microsoft.com/office/drawing/2014/main" id="{0B4FA2AC-490E-1116-CCD9-79B7A93F3EAF}"/>
              </a:ext>
            </a:extLst>
          </p:cNvPr>
          <p:cNvSpPr>
            <a:spLocks noChangeShapeType="1"/>
          </p:cNvSpPr>
          <p:nvPr/>
        </p:nvSpPr>
        <p:spPr bwMode="auto">
          <a:xfrm>
            <a:off x="5633845" y="4667842"/>
            <a:ext cx="0" cy="431800"/>
          </a:xfrm>
          <a:prstGeom prst="line">
            <a:avLst/>
          </a:prstGeom>
          <a:noFill/>
          <a:ln w="12700" cap="sq">
            <a:solidFill>
              <a:srgbClr val="00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fontAlgn="base">
              <a:spcBef>
                <a:spcPct val="0"/>
              </a:spcBef>
              <a:spcAft>
                <a:spcPct val="0"/>
              </a:spcAft>
              <a:defRPr/>
            </a:pPr>
            <a:endParaRPr kumimoji="1" lang="en-US" sz="2400" kern="0">
              <a:solidFill>
                <a:srgbClr val="FFFFFF"/>
              </a:solidFill>
              <a:latin typeface="Times New Roman"/>
              <a:ea typeface="宋体"/>
            </a:endParaRPr>
          </a:p>
        </p:txBody>
      </p:sp>
      <p:sp>
        <p:nvSpPr>
          <p:cNvPr id="19" name="Line 64">
            <a:extLst>
              <a:ext uri="{FF2B5EF4-FFF2-40B4-BE49-F238E27FC236}">
                <a16:creationId xmlns:a16="http://schemas.microsoft.com/office/drawing/2014/main" id="{E1AB7452-2B05-30CB-9320-8350686B1FEF}"/>
              </a:ext>
            </a:extLst>
          </p:cNvPr>
          <p:cNvSpPr>
            <a:spLocks noChangeShapeType="1"/>
          </p:cNvSpPr>
          <p:nvPr/>
        </p:nvSpPr>
        <p:spPr bwMode="auto">
          <a:xfrm>
            <a:off x="3257357" y="4667842"/>
            <a:ext cx="0" cy="431800"/>
          </a:xfrm>
          <a:prstGeom prst="line">
            <a:avLst/>
          </a:prstGeom>
          <a:noFill/>
          <a:ln w="12700" cap="sq">
            <a:solidFill>
              <a:srgbClr val="00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fontAlgn="base">
              <a:spcBef>
                <a:spcPct val="0"/>
              </a:spcBef>
              <a:spcAft>
                <a:spcPct val="0"/>
              </a:spcAft>
              <a:defRPr/>
            </a:pPr>
            <a:endParaRPr kumimoji="1" lang="en-US" sz="2400" kern="0">
              <a:solidFill>
                <a:srgbClr val="FFFFFF"/>
              </a:solidFill>
              <a:latin typeface="Times New Roman"/>
              <a:ea typeface="宋体"/>
            </a:endParaRPr>
          </a:p>
        </p:txBody>
      </p:sp>
      <p:sp>
        <p:nvSpPr>
          <p:cNvPr id="20" name="Line 65">
            <a:extLst>
              <a:ext uri="{FF2B5EF4-FFF2-40B4-BE49-F238E27FC236}">
                <a16:creationId xmlns:a16="http://schemas.microsoft.com/office/drawing/2014/main" id="{BA095A61-24A5-A0A9-CD60-0301FF11CCE5}"/>
              </a:ext>
            </a:extLst>
          </p:cNvPr>
          <p:cNvSpPr>
            <a:spLocks noChangeShapeType="1"/>
          </p:cNvSpPr>
          <p:nvPr/>
        </p:nvSpPr>
        <p:spPr bwMode="auto">
          <a:xfrm>
            <a:off x="6892754" y="4667842"/>
            <a:ext cx="0" cy="431800"/>
          </a:xfrm>
          <a:prstGeom prst="line">
            <a:avLst/>
          </a:prstGeom>
          <a:noFill/>
          <a:ln w="12700" cap="sq">
            <a:solidFill>
              <a:srgbClr val="00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fontAlgn="base">
              <a:spcBef>
                <a:spcPct val="0"/>
              </a:spcBef>
              <a:spcAft>
                <a:spcPct val="0"/>
              </a:spcAft>
              <a:defRPr/>
            </a:pPr>
            <a:endParaRPr kumimoji="1" lang="en-US" sz="2400" kern="0">
              <a:solidFill>
                <a:srgbClr val="FFFFFF"/>
              </a:solidFill>
              <a:latin typeface="Times New Roman"/>
              <a:ea typeface="宋体"/>
            </a:endParaRPr>
          </a:p>
        </p:txBody>
      </p:sp>
      <p:sp>
        <p:nvSpPr>
          <p:cNvPr id="21" name="Line 71">
            <a:extLst>
              <a:ext uri="{FF2B5EF4-FFF2-40B4-BE49-F238E27FC236}">
                <a16:creationId xmlns:a16="http://schemas.microsoft.com/office/drawing/2014/main" id="{18888880-E437-8B09-AED3-C35771DA1B2E}"/>
              </a:ext>
            </a:extLst>
          </p:cNvPr>
          <p:cNvSpPr>
            <a:spLocks noChangeShapeType="1"/>
          </p:cNvSpPr>
          <p:nvPr/>
        </p:nvSpPr>
        <p:spPr bwMode="auto">
          <a:xfrm flipH="1">
            <a:off x="3257364" y="5989775"/>
            <a:ext cx="3635389" cy="3627"/>
          </a:xfrm>
          <a:prstGeom prst="line">
            <a:avLst/>
          </a:prstGeom>
          <a:noFill/>
          <a:ln w="12700" cap="sq">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fontAlgn="base">
              <a:spcBef>
                <a:spcPct val="0"/>
              </a:spcBef>
              <a:spcAft>
                <a:spcPct val="0"/>
              </a:spcAft>
              <a:defRPr/>
            </a:pPr>
            <a:endParaRPr kumimoji="1" lang="en-US" sz="2400" kern="0">
              <a:solidFill>
                <a:srgbClr val="FFFFFF"/>
              </a:solidFill>
              <a:latin typeface="Times New Roman"/>
              <a:ea typeface="宋体"/>
            </a:endParaRPr>
          </a:p>
        </p:txBody>
      </p:sp>
      <p:sp>
        <p:nvSpPr>
          <p:cNvPr id="22" name="Line 72">
            <a:extLst>
              <a:ext uri="{FF2B5EF4-FFF2-40B4-BE49-F238E27FC236}">
                <a16:creationId xmlns:a16="http://schemas.microsoft.com/office/drawing/2014/main" id="{7E0641FD-CDF1-0259-4388-A186F5F26CF2}"/>
              </a:ext>
            </a:extLst>
          </p:cNvPr>
          <p:cNvSpPr>
            <a:spLocks noChangeShapeType="1"/>
          </p:cNvSpPr>
          <p:nvPr/>
        </p:nvSpPr>
        <p:spPr bwMode="auto">
          <a:xfrm flipH="1">
            <a:off x="5634645" y="5472494"/>
            <a:ext cx="0" cy="517282"/>
          </a:xfrm>
          <a:prstGeom prst="line">
            <a:avLst/>
          </a:prstGeom>
          <a:noFill/>
          <a:ln w="12700" cap="sq">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fontAlgn="base">
              <a:spcBef>
                <a:spcPct val="0"/>
              </a:spcBef>
              <a:spcAft>
                <a:spcPct val="0"/>
              </a:spcAft>
              <a:defRPr/>
            </a:pPr>
            <a:endParaRPr kumimoji="1" lang="en-US" sz="2400" kern="0">
              <a:solidFill>
                <a:srgbClr val="FFFFFF"/>
              </a:solidFill>
              <a:latin typeface="Times New Roman"/>
              <a:ea typeface="宋体"/>
            </a:endParaRPr>
          </a:p>
        </p:txBody>
      </p:sp>
      <p:sp>
        <p:nvSpPr>
          <p:cNvPr id="23" name="Line 75">
            <a:extLst>
              <a:ext uri="{FF2B5EF4-FFF2-40B4-BE49-F238E27FC236}">
                <a16:creationId xmlns:a16="http://schemas.microsoft.com/office/drawing/2014/main" id="{69C8667C-F7B1-7497-76E9-60ECD4E13C29}"/>
              </a:ext>
            </a:extLst>
          </p:cNvPr>
          <p:cNvSpPr>
            <a:spLocks noChangeShapeType="1"/>
          </p:cNvSpPr>
          <p:nvPr/>
        </p:nvSpPr>
        <p:spPr bwMode="auto">
          <a:xfrm flipH="1">
            <a:off x="3258151" y="5472479"/>
            <a:ext cx="0" cy="520923"/>
          </a:xfrm>
          <a:prstGeom prst="line">
            <a:avLst/>
          </a:prstGeom>
          <a:noFill/>
          <a:ln w="12700" cap="sq">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fontAlgn="base">
              <a:spcBef>
                <a:spcPct val="0"/>
              </a:spcBef>
              <a:spcAft>
                <a:spcPct val="0"/>
              </a:spcAft>
              <a:defRPr/>
            </a:pPr>
            <a:endParaRPr kumimoji="1" lang="en-US" sz="2400" kern="0">
              <a:solidFill>
                <a:srgbClr val="FFFFFF"/>
              </a:solidFill>
              <a:latin typeface="Times New Roman"/>
              <a:ea typeface="宋体"/>
            </a:endParaRPr>
          </a:p>
        </p:txBody>
      </p:sp>
      <p:sp>
        <p:nvSpPr>
          <p:cNvPr id="24" name="Line 72">
            <a:extLst>
              <a:ext uri="{FF2B5EF4-FFF2-40B4-BE49-F238E27FC236}">
                <a16:creationId xmlns:a16="http://schemas.microsoft.com/office/drawing/2014/main" id="{BE12CB95-EC2C-BC26-1B2B-EE776D2F842E}"/>
              </a:ext>
            </a:extLst>
          </p:cNvPr>
          <p:cNvSpPr>
            <a:spLocks noChangeShapeType="1"/>
          </p:cNvSpPr>
          <p:nvPr/>
        </p:nvSpPr>
        <p:spPr bwMode="auto">
          <a:xfrm flipH="1">
            <a:off x="6892763" y="5437542"/>
            <a:ext cx="0" cy="552233"/>
          </a:xfrm>
          <a:prstGeom prst="line">
            <a:avLst/>
          </a:prstGeom>
          <a:noFill/>
          <a:ln w="12700" cap="sq">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fontAlgn="base">
              <a:spcBef>
                <a:spcPct val="0"/>
              </a:spcBef>
              <a:spcAft>
                <a:spcPct val="0"/>
              </a:spcAft>
              <a:defRPr/>
            </a:pPr>
            <a:endParaRPr kumimoji="1" lang="en-US" sz="2400" kern="0">
              <a:solidFill>
                <a:srgbClr val="FFFFFF"/>
              </a:solidFill>
              <a:latin typeface="Times New Roman"/>
              <a:ea typeface="宋体"/>
            </a:endParaRPr>
          </a:p>
        </p:txBody>
      </p:sp>
      <p:sp>
        <p:nvSpPr>
          <p:cNvPr id="25" name="Line 72">
            <a:extLst>
              <a:ext uri="{FF2B5EF4-FFF2-40B4-BE49-F238E27FC236}">
                <a16:creationId xmlns:a16="http://schemas.microsoft.com/office/drawing/2014/main" id="{8FC418F1-AF91-269C-8444-E6808259EE3B}"/>
              </a:ext>
            </a:extLst>
          </p:cNvPr>
          <p:cNvSpPr>
            <a:spLocks noChangeShapeType="1"/>
          </p:cNvSpPr>
          <p:nvPr/>
        </p:nvSpPr>
        <p:spPr bwMode="auto">
          <a:xfrm flipH="1">
            <a:off x="5076835" y="6000664"/>
            <a:ext cx="2097" cy="281567"/>
          </a:xfrm>
          <a:prstGeom prst="line">
            <a:avLst/>
          </a:prstGeom>
          <a:noFill/>
          <a:ln w="12700" cap="sq">
            <a:solidFill>
              <a:srgbClr val="00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fontAlgn="base">
              <a:spcBef>
                <a:spcPct val="0"/>
              </a:spcBef>
              <a:spcAft>
                <a:spcPct val="0"/>
              </a:spcAft>
              <a:defRPr/>
            </a:pPr>
            <a:endParaRPr kumimoji="1" lang="en-US" sz="2400" kern="0">
              <a:solidFill>
                <a:srgbClr val="FFFFFF"/>
              </a:solidFill>
              <a:latin typeface="Times New Roman"/>
              <a:ea typeface="宋体"/>
            </a:endParaRPr>
          </a:p>
        </p:txBody>
      </p:sp>
      <p:sp>
        <p:nvSpPr>
          <p:cNvPr id="26" name="Line 14">
            <a:extLst>
              <a:ext uri="{FF2B5EF4-FFF2-40B4-BE49-F238E27FC236}">
                <a16:creationId xmlns:a16="http://schemas.microsoft.com/office/drawing/2014/main" id="{4212E238-380F-BBBB-E6E6-70EF8A09E59E}"/>
              </a:ext>
            </a:extLst>
          </p:cNvPr>
          <p:cNvSpPr>
            <a:spLocks noChangeShapeType="1"/>
          </p:cNvSpPr>
          <p:nvPr/>
        </p:nvSpPr>
        <p:spPr bwMode="auto">
          <a:xfrm>
            <a:off x="5063977" y="2887545"/>
            <a:ext cx="0" cy="146965"/>
          </a:xfrm>
          <a:prstGeom prst="line">
            <a:avLst/>
          </a:prstGeom>
          <a:noFill/>
          <a:ln w="12700" cap="sq">
            <a:solidFill>
              <a:srgbClr val="00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fontAlgn="base">
              <a:spcBef>
                <a:spcPct val="0"/>
              </a:spcBef>
              <a:spcAft>
                <a:spcPct val="0"/>
              </a:spcAft>
              <a:defRPr/>
            </a:pPr>
            <a:endParaRPr kumimoji="1" lang="en-US" sz="2400" kern="0">
              <a:solidFill>
                <a:srgbClr val="FFFFFF"/>
              </a:solidFill>
              <a:latin typeface="Times New Roman"/>
              <a:ea typeface="宋体"/>
            </a:endParaRPr>
          </a:p>
        </p:txBody>
      </p:sp>
      <p:grpSp>
        <p:nvGrpSpPr>
          <p:cNvPr id="27" name="Group 15">
            <a:extLst>
              <a:ext uri="{FF2B5EF4-FFF2-40B4-BE49-F238E27FC236}">
                <a16:creationId xmlns:a16="http://schemas.microsoft.com/office/drawing/2014/main" id="{70C2B772-6B23-F17C-351D-38A627764A87}"/>
              </a:ext>
            </a:extLst>
          </p:cNvPr>
          <p:cNvGrpSpPr>
            <a:grpSpLocks/>
          </p:cNvGrpSpPr>
          <p:nvPr/>
        </p:nvGrpSpPr>
        <p:grpSpPr bwMode="auto">
          <a:xfrm>
            <a:off x="4719793" y="2562118"/>
            <a:ext cx="697600" cy="325437"/>
            <a:chOff x="2877" y="1122"/>
            <a:chExt cx="680" cy="285"/>
          </a:xfrm>
        </p:grpSpPr>
        <p:sp>
          <p:nvSpPr>
            <p:cNvPr id="28" name="AutoShape 16">
              <a:extLst>
                <a:ext uri="{FF2B5EF4-FFF2-40B4-BE49-F238E27FC236}">
                  <a16:creationId xmlns:a16="http://schemas.microsoft.com/office/drawing/2014/main" id="{78A5D19D-60C0-0D32-006C-FC81B9C33A01}"/>
                </a:ext>
              </a:extLst>
            </p:cNvPr>
            <p:cNvSpPr>
              <a:spLocks noChangeArrowheads="1"/>
            </p:cNvSpPr>
            <p:nvPr/>
          </p:nvSpPr>
          <p:spPr bwMode="auto">
            <a:xfrm>
              <a:off x="2877" y="1122"/>
              <a:ext cx="680" cy="285"/>
            </a:xfrm>
            <a:prstGeom prst="flowChartTerminator">
              <a:avLst/>
            </a:prstGeom>
            <a:noFill/>
            <a:ln w="9525">
              <a:solidFill>
                <a:sysClr val="windowText" lastClr="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bg1"/>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eaLnBrk="0" hangingPunct="0">
                <a:spcBef>
                  <a:spcPct val="20000"/>
                </a:spcBef>
                <a:buClr>
                  <a:schemeClr val="bg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eaLnBrk="0" hangingPunct="0">
                <a:spcBef>
                  <a:spcPct val="20000"/>
                </a:spcBef>
                <a:buClr>
                  <a:srgbClr val="CC00CC"/>
                </a:buClr>
                <a:buSzPct val="100000"/>
                <a:buChar char="•"/>
                <a:defRPr kumimoji="1" sz="3200" b="1">
                  <a:solidFill>
                    <a:schemeClr val="bg2"/>
                  </a:solidFill>
                  <a:latin typeface="Times New Roman" pitchFamily="18" charset="0"/>
                  <a:ea typeface="宋体" pitchFamily="2" charset="-122"/>
                </a:defRPr>
              </a:lvl4pPr>
              <a:lvl5pPr marL="2057400" indent="-228600" eaLnBrk="0" hangingPunct="0">
                <a:spcBef>
                  <a:spcPct val="20000"/>
                </a:spcBef>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1" lang="en-US" altLang="en-US" sz="1800" b="1" i="0" u="none" strike="noStrike" kern="0" cap="none" spc="0" normalizeH="0" baseline="0" noProof="0">
                <a:ln>
                  <a:noFill/>
                </a:ln>
                <a:solidFill>
                  <a:srgbClr val="FFFFFF"/>
                </a:solidFill>
                <a:effectLst/>
                <a:uLnTx/>
                <a:uFillTx/>
                <a:latin typeface="Times New Roman" pitchFamily="18" charset="0"/>
                <a:ea typeface="宋体" pitchFamily="2" charset="-122"/>
              </a:endParaRPr>
            </a:p>
          </p:txBody>
        </p:sp>
        <p:sp>
          <p:nvSpPr>
            <p:cNvPr id="29" name="Text Box 17">
              <a:extLst>
                <a:ext uri="{FF2B5EF4-FFF2-40B4-BE49-F238E27FC236}">
                  <a16:creationId xmlns:a16="http://schemas.microsoft.com/office/drawing/2014/main" id="{F1C30238-39E3-B1EF-760B-78E7B5CFB9B8}"/>
                </a:ext>
              </a:extLst>
            </p:cNvPr>
            <p:cNvSpPr txBox="1">
              <a:spLocks noChangeArrowheads="1"/>
            </p:cNvSpPr>
            <p:nvPr/>
          </p:nvSpPr>
          <p:spPr bwMode="auto">
            <a:xfrm>
              <a:off x="2976" y="1167"/>
              <a:ext cx="505" cy="239"/>
            </a:xfrm>
            <a:prstGeom prst="rect">
              <a:avLst/>
            </a:prstGeom>
            <a:noFill/>
            <a:ln w="9525" algn="ctr">
              <a:no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bg1"/>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eaLnBrk="0" hangingPunct="0">
                <a:spcBef>
                  <a:spcPct val="20000"/>
                </a:spcBef>
                <a:buClr>
                  <a:schemeClr val="bg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eaLnBrk="0" hangingPunct="0">
                <a:spcBef>
                  <a:spcPct val="20000"/>
                </a:spcBef>
                <a:buClr>
                  <a:srgbClr val="CC00CC"/>
                </a:buClr>
                <a:buSzPct val="100000"/>
                <a:buChar char="•"/>
                <a:defRPr kumimoji="1" sz="3200" b="1">
                  <a:solidFill>
                    <a:schemeClr val="bg2"/>
                  </a:solidFill>
                  <a:latin typeface="Times New Roman" pitchFamily="18" charset="0"/>
                  <a:ea typeface="宋体" pitchFamily="2" charset="-122"/>
                </a:defRPr>
              </a:lvl4pPr>
              <a:lvl5pPr marL="2057400" indent="-228600" eaLnBrk="0" hangingPunct="0">
                <a:spcBef>
                  <a:spcPct val="20000"/>
                </a:spcBef>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9pPr>
            </a:lstStyle>
            <a:p>
              <a:pPr marL="0" marR="0" lvl="0" indent="0" algn="ctr" defTabSz="914400" eaLnBrk="0" fontAlgn="auto" latinLnBrk="0" hangingPunct="0">
                <a:lnSpc>
                  <a:spcPct val="100000"/>
                </a:lnSpc>
                <a:spcBef>
                  <a:spcPct val="0"/>
                </a:spcBef>
                <a:spcAft>
                  <a:spcPts val="0"/>
                </a:spcAft>
                <a:buClrTx/>
                <a:buSzTx/>
                <a:buFontTx/>
                <a:buNone/>
                <a:tabLst/>
                <a:defRPr/>
              </a:pPr>
              <a:r>
                <a:rPr kumimoji="0" lang="zh-CN" altLang="en-US" sz="1800" b="1" i="0" u="none" strike="noStrike" kern="0" cap="none" spc="0" normalizeH="0" baseline="0" noProof="0" dirty="0">
                  <a:ln>
                    <a:noFill/>
                  </a:ln>
                  <a:solidFill>
                    <a:srgbClr val="000000"/>
                  </a:solidFill>
                  <a:effectLst/>
                  <a:uLnTx/>
                  <a:uFillTx/>
                  <a:latin typeface="Times New Roman" pitchFamily="18" charset="0"/>
                  <a:ea typeface="宋体" pitchFamily="2" charset="-122"/>
                </a:rPr>
                <a:t>开始</a:t>
              </a:r>
            </a:p>
          </p:txBody>
        </p:sp>
      </p:grpSp>
      <p:grpSp>
        <p:nvGrpSpPr>
          <p:cNvPr id="30" name="Group 21">
            <a:extLst>
              <a:ext uri="{FF2B5EF4-FFF2-40B4-BE49-F238E27FC236}">
                <a16:creationId xmlns:a16="http://schemas.microsoft.com/office/drawing/2014/main" id="{5B9A58D4-D7F7-9416-3ECA-8D2344348F23}"/>
              </a:ext>
            </a:extLst>
          </p:cNvPr>
          <p:cNvGrpSpPr>
            <a:grpSpLocks/>
          </p:cNvGrpSpPr>
          <p:nvPr/>
        </p:nvGrpSpPr>
        <p:grpSpPr bwMode="auto">
          <a:xfrm>
            <a:off x="3927640" y="3033587"/>
            <a:ext cx="2274441" cy="331571"/>
            <a:chOff x="7335" y="10077"/>
            <a:chExt cx="1984" cy="340"/>
          </a:xfrm>
        </p:grpSpPr>
        <p:grpSp>
          <p:nvGrpSpPr>
            <p:cNvPr id="31" name="Group 22">
              <a:extLst>
                <a:ext uri="{FF2B5EF4-FFF2-40B4-BE49-F238E27FC236}">
                  <a16:creationId xmlns:a16="http://schemas.microsoft.com/office/drawing/2014/main" id="{BF1AD27A-6CAE-81A2-FFE3-8FE8A5736D3F}"/>
                </a:ext>
              </a:extLst>
            </p:cNvPr>
            <p:cNvGrpSpPr>
              <a:grpSpLocks/>
            </p:cNvGrpSpPr>
            <p:nvPr/>
          </p:nvGrpSpPr>
          <p:grpSpPr bwMode="auto">
            <a:xfrm>
              <a:off x="7335" y="10077"/>
              <a:ext cx="1984" cy="340"/>
              <a:chOff x="2157" y="10329"/>
              <a:chExt cx="2268" cy="459"/>
            </a:xfrm>
          </p:grpSpPr>
          <p:sp>
            <p:nvSpPr>
              <p:cNvPr id="33" name="Line 23">
                <a:extLst>
                  <a:ext uri="{FF2B5EF4-FFF2-40B4-BE49-F238E27FC236}">
                    <a16:creationId xmlns:a16="http://schemas.microsoft.com/office/drawing/2014/main" id="{AE4BFDB2-9FD9-7DE7-C01C-DA6DF63F682C}"/>
                  </a:ext>
                </a:extLst>
              </p:cNvPr>
              <p:cNvSpPr>
                <a:spLocks noChangeShapeType="1"/>
              </p:cNvSpPr>
              <p:nvPr/>
            </p:nvSpPr>
            <p:spPr bwMode="auto">
              <a:xfrm flipH="1">
                <a:off x="2157" y="10329"/>
                <a:ext cx="454" cy="454"/>
              </a:xfrm>
              <a:prstGeom prst="line">
                <a:avLst/>
              </a:prstGeom>
              <a:noFill/>
              <a:ln w="9525">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宋体"/>
                </a:endParaRPr>
              </a:p>
            </p:txBody>
          </p:sp>
          <p:sp>
            <p:nvSpPr>
              <p:cNvPr id="34" name="Line 24">
                <a:extLst>
                  <a:ext uri="{FF2B5EF4-FFF2-40B4-BE49-F238E27FC236}">
                    <a16:creationId xmlns:a16="http://schemas.microsoft.com/office/drawing/2014/main" id="{F4CD64B0-5A16-551C-52BA-044C1BF80519}"/>
                  </a:ext>
                </a:extLst>
              </p:cNvPr>
              <p:cNvSpPr>
                <a:spLocks noChangeShapeType="1"/>
              </p:cNvSpPr>
              <p:nvPr/>
            </p:nvSpPr>
            <p:spPr bwMode="auto">
              <a:xfrm flipH="1">
                <a:off x="3971" y="10332"/>
                <a:ext cx="454" cy="454"/>
              </a:xfrm>
              <a:prstGeom prst="line">
                <a:avLst/>
              </a:prstGeom>
              <a:noFill/>
              <a:ln w="9525">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宋体"/>
                </a:endParaRPr>
              </a:p>
            </p:txBody>
          </p:sp>
          <p:sp>
            <p:nvSpPr>
              <p:cNvPr id="35" name="Line 25">
                <a:extLst>
                  <a:ext uri="{FF2B5EF4-FFF2-40B4-BE49-F238E27FC236}">
                    <a16:creationId xmlns:a16="http://schemas.microsoft.com/office/drawing/2014/main" id="{E31593CA-E250-E89A-1BA0-E511D27BA5D2}"/>
                  </a:ext>
                </a:extLst>
              </p:cNvPr>
              <p:cNvSpPr>
                <a:spLocks noChangeShapeType="1"/>
              </p:cNvSpPr>
              <p:nvPr/>
            </p:nvSpPr>
            <p:spPr bwMode="auto">
              <a:xfrm>
                <a:off x="2625" y="10332"/>
                <a:ext cx="1800" cy="0"/>
              </a:xfrm>
              <a:prstGeom prst="line">
                <a:avLst/>
              </a:prstGeom>
              <a:noFill/>
              <a:ln w="9525">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宋体"/>
                </a:endParaRPr>
              </a:p>
            </p:txBody>
          </p:sp>
          <p:sp>
            <p:nvSpPr>
              <p:cNvPr id="36" name="Line 26">
                <a:extLst>
                  <a:ext uri="{FF2B5EF4-FFF2-40B4-BE49-F238E27FC236}">
                    <a16:creationId xmlns:a16="http://schemas.microsoft.com/office/drawing/2014/main" id="{903A4C81-1BD1-2AFE-AE0D-33DFE6AA34DC}"/>
                  </a:ext>
                </a:extLst>
              </p:cNvPr>
              <p:cNvSpPr>
                <a:spLocks noChangeShapeType="1"/>
              </p:cNvSpPr>
              <p:nvPr/>
            </p:nvSpPr>
            <p:spPr bwMode="auto">
              <a:xfrm>
                <a:off x="2190" y="10788"/>
                <a:ext cx="1800" cy="0"/>
              </a:xfrm>
              <a:prstGeom prst="line">
                <a:avLst/>
              </a:prstGeom>
              <a:noFill/>
              <a:ln w="9525">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宋体"/>
                </a:endParaRPr>
              </a:p>
            </p:txBody>
          </p:sp>
        </p:grpSp>
        <p:sp>
          <p:nvSpPr>
            <p:cNvPr id="32" name="Text Box 27">
              <a:extLst>
                <a:ext uri="{FF2B5EF4-FFF2-40B4-BE49-F238E27FC236}">
                  <a16:creationId xmlns:a16="http://schemas.microsoft.com/office/drawing/2014/main" id="{E1E33337-2B10-A7C7-91F6-EFA25A4800FF}"/>
                </a:ext>
              </a:extLst>
            </p:cNvPr>
            <p:cNvSpPr txBox="1">
              <a:spLocks noChangeArrowheads="1"/>
            </p:cNvSpPr>
            <p:nvPr/>
          </p:nvSpPr>
          <p:spPr bwMode="auto">
            <a:xfrm>
              <a:off x="7661" y="10139"/>
              <a:ext cx="1279" cy="242"/>
            </a:xfrm>
            <a:prstGeom prst="rect">
              <a:avLst/>
            </a:prstGeom>
            <a:noFill/>
            <a:ln w="9525" algn="ctr">
              <a:no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bg1"/>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eaLnBrk="0" hangingPunct="0">
                <a:spcBef>
                  <a:spcPct val="20000"/>
                </a:spcBef>
                <a:buClr>
                  <a:schemeClr val="bg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eaLnBrk="0" hangingPunct="0">
                <a:spcBef>
                  <a:spcPct val="20000"/>
                </a:spcBef>
                <a:buClr>
                  <a:srgbClr val="CC00CC"/>
                </a:buClr>
                <a:buSzPct val="100000"/>
                <a:buChar char="•"/>
                <a:defRPr kumimoji="1" sz="3200" b="1">
                  <a:solidFill>
                    <a:schemeClr val="bg2"/>
                  </a:solidFill>
                  <a:latin typeface="Times New Roman" pitchFamily="18" charset="0"/>
                  <a:ea typeface="宋体" pitchFamily="2" charset="-122"/>
                </a:defRPr>
              </a:lvl4pPr>
              <a:lvl5pPr marL="2057400" indent="-228600" eaLnBrk="0" hangingPunct="0">
                <a:spcBef>
                  <a:spcPct val="20000"/>
                </a:spcBef>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9pPr>
            </a:lstStyle>
            <a:p>
              <a:pPr marL="0" marR="0" lvl="0" indent="0" algn="ctr" defTabSz="914400" eaLnBrk="0" fontAlgn="auto" latinLnBrk="0" hangingPunct="0">
                <a:lnSpc>
                  <a:spcPct val="100000"/>
                </a:lnSpc>
                <a:spcBef>
                  <a:spcPct val="0"/>
                </a:spcBef>
                <a:spcAft>
                  <a:spcPts val="0"/>
                </a:spcAft>
                <a:buClrTx/>
                <a:buSzTx/>
                <a:buFontTx/>
                <a:buNone/>
                <a:tabLst/>
                <a:defRPr/>
              </a:pPr>
              <a:r>
                <a:rPr kumimoji="0" lang="zh-CN" altLang="en-US" sz="1800" b="1" i="0" u="none" strike="noStrike" kern="0" cap="none" spc="0" normalizeH="0" baseline="0" noProof="0" dirty="0">
                  <a:ln>
                    <a:noFill/>
                  </a:ln>
                  <a:solidFill>
                    <a:srgbClr val="000000"/>
                  </a:solidFill>
                  <a:effectLst/>
                  <a:uLnTx/>
                  <a:uFillTx/>
                  <a:latin typeface="Times New Roman" pitchFamily="18" charset="0"/>
                  <a:ea typeface="宋体" pitchFamily="2" charset="-122"/>
                </a:rPr>
                <a:t>输入</a:t>
              </a:r>
              <a:r>
                <a:rPr kumimoji="0" lang="en-US" altLang="zh-CN" sz="1800" b="1" i="0" u="none" strike="noStrike" kern="0" cap="none" spc="0" normalizeH="0" baseline="0" noProof="0" dirty="0">
                  <a:ln>
                    <a:noFill/>
                  </a:ln>
                  <a:solidFill>
                    <a:srgbClr val="000000"/>
                  </a:solidFill>
                  <a:effectLst/>
                  <a:uLnTx/>
                  <a:uFillTx/>
                  <a:latin typeface="Times New Roman" pitchFamily="18" charset="0"/>
                  <a:ea typeface="宋体" pitchFamily="2" charset="-122"/>
                </a:rPr>
                <a:t>score</a:t>
              </a:r>
              <a:endParaRPr kumimoji="0" lang="zh-CN" altLang="en-US" sz="1800" b="1" i="0" u="none" strike="noStrike" kern="0" cap="none" spc="0" normalizeH="0" baseline="0" noProof="0" dirty="0">
                <a:ln>
                  <a:noFill/>
                </a:ln>
                <a:solidFill>
                  <a:srgbClr val="000000"/>
                </a:solidFill>
                <a:effectLst/>
                <a:uLnTx/>
                <a:uFillTx/>
                <a:latin typeface="Times New Roman" pitchFamily="18" charset="0"/>
                <a:ea typeface="宋体" pitchFamily="2" charset="-122"/>
              </a:endParaRPr>
            </a:p>
          </p:txBody>
        </p:sp>
      </p:grpSp>
      <p:grpSp>
        <p:nvGrpSpPr>
          <p:cNvPr id="37" name="Group 15">
            <a:extLst>
              <a:ext uri="{FF2B5EF4-FFF2-40B4-BE49-F238E27FC236}">
                <a16:creationId xmlns:a16="http://schemas.microsoft.com/office/drawing/2014/main" id="{72B0B45B-5C39-A083-AC2D-574E0E594C5A}"/>
              </a:ext>
            </a:extLst>
          </p:cNvPr>
          <p:cNvGrpSpPr>
            <a:grpSpLocks/>
          </p:cNvGrpSpPr>
          <p:nvPr/>
        </p:nvGrpSpPr>
        <p:grpSpPr bwMode="auto">
          <a:xfrm>
            <a:off x="4713233" y="6297902"/>
            <a:ext cx="697600" cy="325437"/>
            <a:chOff x="2877" y="1122"/>
            <a:chExt cx="680" cy="285"/>
          </a:xfrm>
        </p:grpSpPr>
        <p:sp>
          <p:nvSpPr>
            <p:cNvPr id="38" name="AutoShape 16">
              <a:extLst>
                <a:ext uri="{FF2B5EF4-FFF2-40B4-BE49-F238E27FC236}">
                  <a16:creationId xmlns:a16="http://schemas.microsoft.com/office/drawing/2014/main" id="{BBAD036C-ED52-B2B0-486E-75E65C29A9FE}"/>
                </a:ext>
              </a:extLst>
            </p:cNvPr>
            <p:cNvSpPr>
              <a:spLocks noChangeArrowheads="1"/>
            </p:cNvSpPr>
            <p:nvPr/>
          </p:nvSpPr>
          <p:spPr bwMode="auto">
            <a:xfrm>
              <a:off x="2877" y="1122"/>
              <a:ext cx="680" cy="285"/>
            </a:xfrm>
            <a:prstGeom prst="flowChartTerminator">
              <a:avLst/>
            </a:prstGeom>
            <a:noFill/>
            <a:ln w="9525">
              <a:solidFill>
                <a:sysClr val="windowText" lastClr="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bg1"/>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eaLnBrk="0" hangingPunct="0">
                <a:spcBef>
                  <a:spcPct val="20000"/>
                </a:spcBef>
                <a:buClr>
                  <a:schemeClr val="bg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eaLnBrk="0" hangingPunct="0">
                <a:spcBef>
                  <a:spcPct val="20000"/>
                </a:spcBef>
                <a:buClr>
                  <a:srgbClr val="CC00CC"/>
                </a:buClr>
                <a:buSzPct val="100000"/>
                <a:buChar char="•"/>
                <a:defRPr kumimoji="1" sz="3200" b="1">
                  <a:solidFill>
                    <a:schemeClr val="bg2"/>
                  </a:solidFill>
                  <a:latin typeface="Times New Roman" pitchFamily="18" charset="0"/>
                  <a:ea typeface="宋体" pitchFamily="2" charset="-122"/>
                </a:defRPr>
              </a:lvl4pPr>
              <a:lvl5pPr marL="2057400" indent="-228600" eaLnBrk="0" hangingPunct="0">
                <a:spcBef>
                  <a:spcPct val="20000"/>
                </a:spcBef>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1" lang="en-US" altLang="en-US" sz="1800" b="1" i="0" u="none" strike="noStrike" kern="0" cap="none" spc="0" normalizeH="0" baseline="0" noProof="0">
                <a:ln>
                  <a:noFill/>
                </a:ln>
                <a:solidFill>
                  <a:srgbClr val="FFFFFF"/>
                </a:solidFill>
                <a:effectLst/>
                <a:uLnTx/>
                <a:uFillTx/>
                <a:latin typeface="Times New Roman" pitchFamily="18" charset="0"/>
                <a:ea typeface="宋体" pitchFamily="2" charset="-122"/>
              </a:endParaRPr>
            </a:p>
          </p:txBody>
        </p:sp>
        <p:sp>
          <p:nvSpPr>
            <p:cNvPr id="39" name="Text Box 17">
              <a:extLst>
                <a:ext uri="{FF2B5EF4-FFF2-40B4-BE49-F238E27FC236}">
                  <a16:creationId xmlns:a16="http://schemas.microsoft.com/office/drawing/2014/main" id="{BF7681D2-8A86-950A-ED4A-2AA9597C3B39}"/>
                </a:ext>
              </a:extLst>
            </p:cNvPr>
            <p:cNvSpPr txBox="1">
              <a:spLocks noChangeArrowheads="1"/>
            </p:cNvSpPr>
            <p:nvPr/>
          </p:nvSpPr>
          <p:spPr bwMode="auto">
            <a:xfrm>
              <a:off x="2976" y="1167"/>
              <a:ext cx="505" cy="239"/>
            </a:xfrm>
            <a:prstGeom prst="rect">
              <a:avLst/>
            </a:prstGeom>
            <a:noFill/>
            <a:ln w="9525" algn="ctr">
              <a:no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bg1"/>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eaLnBrk="0" hangingPunct="0">
                <a:spcBef>
                  <a:spcPct val="20000"/>
                </a:spcBef>
                <a:buClr>
                  <a:schemeClr val="bg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eaLnBrk="0" hangingPunct="0">
                <a:spcBef>
                  <a:spcPct val="20000"/>
                </a:spcBef>
                <a:buClr>
                  <a:srgbClr val="CC00CC"/>
                </a:buClr>
                <a:buSzPct val="100000"/>
                <a:buChar char="•"/>
                <a:defRPr kumimoji="1" sz="3200" b="1">
                  <a:solidFill>
                    <a:schemeClr val="bg2"/>
                  </a:solidFill>
                  <a:latin typeface="Times New Roman" pitchFamily="18" charset="0"/>
                  <a:ea typeface="宋体" pitchFamily="2" charset="-122"/>
                </a:defRPr>
              </a:lvl4pPr>
              <a:lvl5pPr marL="2057400" indent="-228600" eaLnBrk="0" hangingPunct="0">
                <a:spcBef>
                  <a:spcPct val="20000"/>
                </a:spcBef>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9pPr>
            </a:lstStyle>
            <a:p>
              <a:pPr marL="0" marR="0" lvl="0" indent="0" algn="ctr" defTabSz="914400" eaLnBrk="0" fontAlgn="auto" latinLnBrk="0" hangingPunct="0">
                <a:lnSpc>
                  <a:spcPct val="100000"/>
                </a:lnSpc>
                <a:spcBef>
                  <a:spcPct val="0"/>
                </a:spcBef>
                <a:spcAft>
                  <a:spcPts val="0"/>
                </a:spcAft>
                <a:buClrTx/>
                <a:buSzTx/>
                <a:buFontTx/>
                <a:buNone/>
                <a:tabLst/>
                <a:defRPr/>
              </a:pPr>
              <a:r>
                <a:rPr kumimoji="0" lang="zh-CN" altLang="en-US" sz="1800" b="1" i="0" u="none" strike="noStrike" kern="0" cap="none" spc="0" normalizeH="0" baseline="0" noProof="0" dirty="0">
                  <a:ln>
                    <a:noFill/>
                  </a:ln>
                  <a:solidFill>
                    <a:srgbClr val="000000"/>
                  </a:solidFill>
                  <a:effectLst/>
                  <a:uLnTx/>
                  <a:uFillTx/>
                  <a:latin typeface="Times New Roman" pitchFamily="18" charset="0"/>
                  <a:ea typeface="宋体" pitchFamily="2" charset="-122"/>
                </a:rPr>
                <a:t>结束</a:t>
              </a:r>
            </a:p>
          </p:txBody>
        </p:sp>
      </p:grpSp>
      <p:grpSp>
        <p:nvGrpSpPr>
          <p:cNvPr id="40" name="Group 21">
            <a:extLst>
              <a:ext uri="{FF2B5EF4-FFF2-40B4-BE49-F238E27FC236}">
                <a16:creationId xmlns:a16="http://schemas.microsoft.com/office/drawing/2014/main" id="{AE32FD6D-3A0B-5058-C860-5210F22DAE82}"/>
              </a:ext>
            </a:extLst>
          </p:cNvPr>
          <p:cNvGrpSpPr>
            <a:grpSpLocks/>
          </p:cNvGrpSpPr>
          <p:nvPr/>
        </p:nvGrpSpPr>
        <p:grpSpPr bwMode="auto">
          <a:xfrm>
            <a:off x="5140586" y="5082675"/>
            <a:ext cx="973479" cy="389817"/>
            <a:chOff x="7335" y="10077"/>
            <a:chExt cx="1984" cy="340"/>
          </a:xfrm>
        </p:grpSpPr>
        <p:grpSp>
          <p:nvGrpSpPr>
            <p:cNvPr id="41" name="Group 22">
              <a:extLst>
                <a:ext uri="{FF2B5EF4-FFF2-40B4-BE49-F238E27FC236}">
                  <a16:creationId xmlns:a16="http://schemas.microsoft.com/office/drawing/2014/main" id="{9FEE7490-F8C7-77D2-442C-74F60D4381DE}"/>
                </a:ext>
              </a:extLst>
            </p:cNvPr>
            <p:cNvGrpSpPr>
              <a:grpSpLocks/>
            </p:cNvGrpSpPr>
            <p:nvPr/>
          </p:nvGrpSpPr>
          <p:grpSpPr bwMode="auto">
            <a:xfrm>
              <a:off x="7335" y="10077"/>
              <a:ext cx="1984" cy="340"/>
              <a:chOff x="2157" y="10329"/>
              <a:chExt cx="2268" cy="459"/>
            </a:xfrm>
          </p:grpSpPr>
          <p:sp>
            <p:nvSpPr>
              <p:cNvPr id="43" name="Line 23">
                <a:extLst>
                  <a:ext uri="{FF2B5EF4-FFF2-40B4-BE49-F238E27FC236}">
                    <a16:creationId xmlns:a16="http://schemas.microsoft.com/office/drawing/2014/main" id="{11196B3B-2E0D-17B8-4FCD-AF6593656CB0}"/>
                  </a:ext>
                </a:extLst>
              </p:cNvPr>
              <p:cNvSpPr>
                <a:spLocks noChangeShapeType="1"/>
              </p:cNvSpPr>
              <p:nvPr/>
            </p:nvSpPr>
            <p:spPr bwMode="auto">
              <a:xfrm flipH="1">
                <a:off x="2157" y="10329"/>
                <a:ext cx="454" cy="454"/>
              </a:xfrm>
              <a:prstGeom prst="line">
                <a:avLst/>
              </a:prstGeom>
              <a:noFill/>
              <a:ln w="9525">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宋体"/>
                </a:endParaRPr>
              </a:p>
            </p:txBody>
          </p:sp>
          <p:sp>
            <p:nvSpPr>
              <p:cNvPr id="44" name="Line 24">
                <a:extLst>
                  <a:ext uri="{FF2B5EF4-FFF2-40B4-BE49-F238E27FC236}">
                    <a16:creationId xmlns:a16="http://schemas.microsoft.com/office/drawing/2014/main" id="{F6A1581D-DEC8-39D4-ADF1-726F5F061E4E}"/>
                  </a:ext>
                </a:extLst>
              </p:cNvPr>
              <p:cNvSpPr>
                <a:spLocks noChangeShapeType="1"/>
              </p:cNvSpPr>
              <p:nvPr/>
            </p:nvSpPr>
            <p:spPr bwMode="auto">
              <a:xfrm flipH="1">
                <a:off x="3971" y="10332"/>
                <a:ext cx="454" cy="454"/>
              </a:xfrm>
              <a:prstGeom prst="line">
                <a:avLst/>
              </a:prstGeom>
              <a:noFill/>
              <a:ln w="9525">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宋体"/>
                </a:endParaRPr>
              </a:p>
            </p:txBody>
          </p:sp>
          <p:sp>
            <p:nvSpPr>
              <p:cNvPr id="45" name="Line 25">
                <a:extLst>
                  <a:ext uri="{FF2B5EF4-FFF2-40B4-BE49-F238E27FC236}">
                    <a16:creationId xmlns:a16="http://schemas.microsoft.com/office/drawing/2014/main" id="{50988AFC-83F2-EB13-5246-3F4964094342}"/>
                  </a:ext>
                </a:extLst>
              </p:cNvPr>
              <p:cNvSpPr>
                <a:spLocks noChangeShapeType="1"/>
              </p:cNvSpPr>
              <p:nvPr/>
            </p:nvSpPr>
            <p:spPr bwMode="auto">
              <a:xfrm>
                <a:off x="2625" y="10332"/>
                <a:ext cx="1800" cy="0"/>
              </a:xfrm>
              <a:prstGeom prst="line">
                <a:avLst/>
              </a:prstGeom>
              <a:noFill/>
              <a:ln w="9525">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宋体"/>
                </a:endParaRPr>
              </a:p>
            </p:txBody>
          </p:sp>
          <p:sp>
            <p:nvSpPr>
              <p:cNvPr id="46" name="Line 26">
                <a:extLst>
                  <a:ext uri="{FF2B5EF4-FFF2-40B4-BE49-F238E27FC236}">
                    <a16:creationId xmlns:a16="http://schemas.microsoft.com/office/drawing/2014/main" id="{CD1CB48C-32D2-F45B-336F-DF0E3EDB7EED}"/>
                  </a:ext>
                </a:extLst>
              </p:cNvPr>
              <p:cNvSpPr>
                <a:spLocks noChangeShapeType="1"/>
              </p:cNvSpPr>
              <p:nvPr/>
            </p:nvSpPr>
            <p:spPr bwMode="auto">
              <a:xfrm>
                <a:off x="2190" y="10788"/>
                <a:ext cx="1800" cy="0"/>
              </a:xfrm>
              <a:prstGeom prst="line">
                <a:avLst/>
              </a:prstGeom>
              <a:noFill/>
              <a:ln w="9525">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宋体"/>
                </a:endParaRPr>
              </a:p>
            </p:txBody>
          </p:sp>
        </p:grpSp>
        <p:sp>
          <p:nvSpPr>
            <p:cNvPr id="42" name="Text Box 27">
              <a:extLst>
                <a:ext uri="{FF2B5EF4-FFF2-40B4-BE49-F238E27FC236}">
                  <a16:creationId xmlns:a16="http://schemas.microsoft.com/office/drawing/2014/main" id="{5F0A3D60-F675-33B4-17A4-37F07166DA42}"/>
                </a:ext>
              </a:extLst>
            </p:cNvPr>
            <p:cNvSpPr txBox="1">
              <a:spLocks noChangeArrowheads="1"/>
            </p:cNvSpPr>
            <p:nvPr/>
          </p:nvSpPr>
          <p:spPr bwMode="auto">
            <a:xfrm>
              <a:off x="7661" y="10139"/>
              <a:ext cx="1279" cy="242"/>
            </a:xfrm>
            <a:prstGeom prst="rect">
              <a:avLst/>
            </a:prstGeom>
            <a:noFill/>
            <a:ln w="9525" algn="ctr">
              <a:no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bg1"/>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eaLnBrk="0" hangingPunct="0">
                <a:spcBef>
                  <a:spcPct val="20000"/>
                </a:spcBef>
                <a:buClr>
                  <a:schemeClr val="bg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eaLnBrk="0" hangingPunct="0">
                <a:spcBef>
                  <a:spcPct val="20000"/>
                </a:spcBef>
                <a:buClr>
                  <a:srgbClr val="CC00CC"/>
                </a:buClr>
                <a:buSzPct val="100000"/>
                <a:buChar char="•"/>
                <a:defRPr kumimoji="1" sz="3200" b="1">
                  <a:solidFill>
                    <a:schemeClr val="bg2"/>
                  </a:solidFill>
                  <a:latin typeface="Times New Roman" pitchFamily="18" charset="0"/>
                  <a:ea typeface="宋体" pitchFamily="2" charset="-122"/>
                </a:defRPr>
              </a:lvl4pPr>
              <a:lvl5pPr marL="2057400" indent="-228600" eaLnBrk="0" hangingPunct="0">
                <a:spcBef>
                  <a:spcPct val="20000"/>
                </a:spcBef>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9pPr>
            </a:lstStyle>
            <a:p>
              <a:pPr marL="0" marR="0" lvl="0" indent="0" algn="ctr" defTabSz="914400" eaLnBrk="0" fontAlgn="auto" latinLnBrk="0" hangingPunct="0">
                <a:lnSpc>
                  <a:spcPct val="100000"/>
                </a:lnSpc>
                <a:spcBef>
                  <a:spcPct val="0"/>
                </a:spcBef>
                <a:spcAft>
                  <a:spcPts val="0"/>
                </a:spcAft>
                <a:buClrTx/>
                <a:buSzTx/>
                <a:buFontTx/>
                <a:buNone/>
                <a:tabLst/>
                <a:defRPr/>
              </a:pPr>
              <a:r>
                <a:rPr kumimoji="0" lang="en-US" altLang="zh-CN" sz="1800" b="1" i="0" u="none" strike="noStrike" kern="0" cap="none" spc="0" normalizeH="0" baseline="0" noProof="0" dirty="0">
                  <a:ln>
                    <a:noFill/>
                  </a:ln>
                  <a:solidFill>
                    <a:srgbClr val="000000"/>
                  </a:solidFill>
                  <a:effectLst/>
                  <a:uLnTx/>
                  <a:uFillTx/>
                  <a:latin typeface="Times New Roman" pitchFamily="18" charset="0"/>
                  <a:ea typeface="宋体" pitchFamily="2" charset="-122"/>
                </a:rPr>
                <a:t>Pass</a:t>
              </a:r>
              <a:endParaRPr kumimoji="0" lang="zh-CN" altLang="en-US" sz="1800" b="1" i="0" u="none" strike="noStrike" kern="0" cap="none" spc="0" normalizeH="0" baseline="0" noProof="0" dirty="0">
                <a:ln>
                  <a:noFill/>
                </a:ln>
                <a:solidFill>
                  <a:srgbClr val="000000"/>
                </a:solidFill>
                <a:effectLst/>
                <a:uLnTx/>
                <a:uFillTx/>
                <a:latin typeface="Times New Roman" pitchFamily="18" charset="0"/>
                <a:ea typeface="宋体" pitchFamily="2" charset="-122"/>
              </a:endParaRPr>
            </a:p>
          </p:txBody>
        </p:sp>
      </p:grpSp>
      <p:grpSp>
        <p:nvGrpSpPr>
          <p:cNvPr id="47" name="Group 21">
            <a:extLst>
              <a:ext uri="{FF2B5EF4-FFF2-40B4-BE49-F238E27FC236}">
                <a16:creationId xmlns:a16="http://schemas.microsoft.com/office/drawing/2014/main" id="{E5AC1286-0CF7-1361-A115-9417272FFA29}"/>
              </a:ext>
            </a:extLst>
          </p:cNvPr>
          <p:cNvGrpSpPr>
            <a:grpSpLocks/>
          </p:cNvGrpSpPr>
          <p:nvPr/>
        </p:nvGrpSpPr>
        <p:grpSpPr bwMode="auto">
          <a:xfrm>
            <a:off x="2738522" y="5089936"/>
            <a:ext cx="973479" cy="371344"/>
            <a:chOff x="7335" y="10077"/>
            <a:chExt cx="1984" cy="340"/>
          </a:xfrm>
        </p:grpSpPr>
        <p:grpSp>
          <p:nvGrpSpPr>
            <p:cNvPr id="48" name="Group 22">
              <a:extLst>
                <a:ext uri="{FF2B5EF4-FFF2-40B4-BE49-F238E27FC236}">
                  <a16:creationId xmlns:a16="http://schemas.microsoft.com/office/drawing/2014/main" id="{B924BA2A-0EB6-FE3F-2043-7824843839F3}"/>
                </a:ext>
              </a:extLst>
            </p:cNvPr>
            <p:cNvGrpSpPr>
              <a:grpSpLocks/>
            </p:cNvGrpSpPr>
            <p:nvPr/>
          </p:nvGrpSpPr>
          <p:grpSpPr bwMode="auto">
            <a:xfrm>
              <a:off x="7335" y="10077"/>
              <a:ext cx="1984" cy="340"/>
              <a:chOff x="2157" y="10329"/>
              <a:chExt cx="2268" cy="459"/>
            </a:xfrm>
          </p:grpSpPr>
          <p:sp>
            <p:nvSpPr>
              <p:cNvPr id="50" name="Line 23">
                <a:extLst>
                  <a:ext uri="{FF2B5EF4-FFF2-40B4-BE49-F238E27FC236}">
                    <a16:creationId xmlns:a16="http://schemas.microsoft.com/office/drawing/2014/main" id="{A977E07D-13F3-4FC8-4AA7-1CBB092568A0}"/>
                  </a:ext>
                </a:extLst>
              </p:cNvPr>
              <p:cNvSpPr>
                <a:spLocks noChangeShapeType="1"/>
              </p:cNvSpPr>
              <p:nvPr/>
            </p:nvSpPr>
            <p:spPr bwMode="auto">
              <a:xfrm flipH="1">
                <a:off x="2157" y="10329"/>
                <a:ext cx="454" cy="454"/>
              </a:xfrm>
              <a:prstGeom prst="line">
                <a:avLst/>
              </a:prstGeom>
              <a:noFill/>
              <a:ln w="9525">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宋体"/>
                </a:endParaRPr>
              </a:p>
            </p:txBody>
          </p:sp>
          <p:sp>
            <p:nvSpPr>
              <p:cNvPr id="51" name="Line 24">
                <a:extLst>
                  <a:ext uri="{FF2B5EF4-FFF2-40B4-BE49-F238E27FC236}">
                    <a16:creationId xmlns:a16="http://schemas.microsoft.com/office/drawing/2014/main" id="{3CB523D0-C3A8-5FA8-F47E-192A81D8519D}"/>
                  </a:ext>
                </a:extLst>
              </p:cNvPr>
              <p:cNvSpPr>
                <a:spLocks noChangeShapeType="1"/>
              </p:cNvSpPr>
              <p:nvPr/>
            </p:nvSpPr>
            <p:spPr bwMode="auto">
              <a:xfrm flipH="1">
                <a:off x="3971" y="10332"/>
                <a:ext cx="454" cy="454"/>
              </a:xfrm>
              <a:prstGeom prst="line">
                <a:avLst/>
              </a:prstGeom>
              <a:noFill/>
              <a:ln w="9525">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宋体"/>
                </a:endParaRPr>
              </a:p>
            </p:txBody>
          </p:sp>
          <p:sp>
            <p:nvSpPr>
              <p:cNvPr id="52" name="Line 25">
                <a:extLst>
                  <a:ext uri="{FF2B5EF4-FFF2-40B4-BE49-F238E27FC236}">
                    <a16:creationId xmlns:a16="http://schemas.microsoft.com/office/drawing/2014/main" id="{19D3B2EF-2303-54F9-3CD9-ED22462A9019}"/>
                  </a:ext>
                </a:extLst>
              </p:cNvPr>
              <p:cNvSpPr>
                <a:spLocks noChangeShapeType="1"/>
              </p:cNvSpPr>
              <p:nvPr/>
            </p:nvSpPr>
            <p:spPr bwMode="auto">
              <a:xfrm>
                <a:off x="2625" y="10332"/>
                <a:ext cx="1800" cy="0"/>
              </a:xfrm>
              <a:prstGeom prst="line">
                <a:avLst/>
              </a:prstGeom>
              <a:noFill/>
              <a:ln w="9525">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宋体"/>
                </a:endParaRPr>
              </a:p>
            </p:txBody>
          </p:sp>
          <p:sp>
            <p:nvSpPr>
              <p:cNvPr id="53" name="Line 26">
                <a:extLst>
                  <a:ext uri="{FF2B5EF4-FFF2-40B4-BE49-F238E27FC236}">
                    <a16:creationId xmlns:a16="http://schemas.microsoft.com/office/drawing/2014/main" id="{9C2F5F0E-D93E-807B-B445-505B89701C6D}"/>
                  </a:ext>
                </a:extLst>
              </p:cNvPr>
              <p:cNvSpPr>
                <a:spLocks noChangeShapeType="1"/>
              </p:cNvSpPr>
              <p:nvPr/>
            </p:nvSpPr>
            <p:spPr bwMode="auto">
              <a:xfrm>
                <a:off x="2190" y="10788"/>
                <a:ext cx="1800" cy="0"/>
              </a:xfrm>
              <a:prstGeom prst="line">
                <a:avLst/>
              </a:prstGeom>
              <a:noFill/>
              <a:ln w="9525">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宋体"/>
                </a:endParaRPr>
              </a:p>
            </p:txBody>
          </p:sp>
        </p:grpSp>
        <p:sp>
          <p:nvSpPr>
            <p:cNvPr id="49" name="Text Box 27">
              <a:extLst>
                <a:ext uri="{FF2B5EF4-FFF2-40B4-BE49-F238E27FC236}">
                  <a16:creationId xmlns:a16="http://schemas.microsoft.com/office/drawing/2014/main" id="{28782CDF-48A8-5B01-306E-2C20C5116CDE}"/>
                </a:ext>
              </a:extLst>
            </p:cNvPr>
            <p:cNvSpPr txBox="1">
              <a:spLocks noChangeArrowheads="1"/>
            </p:cNvSpPr>
            <p:nvPr/>
          </p:nvSpPr>
          <p:spPr bwMode="auto">
            <a:xfrm>
              <a:off x="7661" y="10139"/>
              <a:ext cx="1279" cy="242"/>
            </a:xfrm>
            <a:prstGeom prst="rect">
              <a:avLst/>
            </a:prstGeom>
            <a:noFill/>
            <a:ln w="9525" algn="ctr">
              <a:no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bg1"/>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eaLnBrk="0" hangingPunct="0">
                <a:spcBef>
                  <a:spcPct val="20000"/>
                </a:spcBef>
                <a:buClr>
                  <a:schemeClr val="bg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eaLnBrk="0" hangingPunct="0">
                <a:spcBef>
                  <a:spcPct val="20000"/>
                </a:spcBef>
                <a:buClr>
                  <a:srgbClr val="CC00CC"/>
                </a:buClr>
                <a:buSzPct val="100000"/>
                <a:buChar char="•"/>
                <a:defRPr kumimoji="1" sz="3200" b="1">
                  <a:solidFill>
                    <a:schemeClr val="bg2"/>
                  </a:solidFill>
                  <a:latin typeface="Times New Roman" pitchFamily="18" charset="0"/>
                  <a:ea typeface="宋体" pitchFamily="2" charset="-122"/>
                </a:defRPr>
              </a:lvl4pPr>
              <a:lvl5pPr marL="2057400" indent="-228600" eaLnBrk="0" hangingPunct="0">
                <a:spcBef>
                  <a:spcPct val="20000"/>
                </a:spcBef>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9pPr>
            </a:lstStyle>
            <a:p>
              <a:pPr marL="0" marR="0" lvl="0" indent="0" algn="ctr" defTabSz="914400" eaLnBrk="0" fontAlgn="auto" latinLnBrk="0" hangingPunct="0">
                <a:lnSpc>
                  <a:spcPct val="100000"/>
                </a:lnSpc>
                <a:spcBef>
                  <a:spcPct val="0"/>
                </a:spcBef>
                <a:spcAft>
                  <a:spcPts val="0"/>
                </a:spcAft>
                <a:buClrTx/>
                <a:buSzTx/>
                <a:buFontTx/>
                <a:buNone/>
                <a:tabLst/>
                <a:defRPr/>
              </a:pPr>
              <a:r>
                <a:rPr kumimoji="0" lang="en-US" altLang="zh-CN" sz="1800" b="1" i="0" u="none" strike="noStrike" kern="0" cap="none" spc="0" normalizeH="0" baseline="0" noProof="0" dirty="0">
                  <a:ln>
                    <a:noFill/>
                  </a:ln>
                  <a:solidFill>
                    <a:srgbClr val="000000"/>
                  </a:solidFill>
                  <a:effectLst/>
                  <a:uLnTx/>
                  <a:uFillTx/>
                  <a:latin typeface="Times New Roman" pitchFamily="18" charset="0"/>
                  <a:ea typeface="宋体" pitchFamily="2" charset="-122"/>
                </a:rPr>
                <a:t>Fail</a:t>
              </a:r>
              <a:endParaRPr kumimoji="0" lang="zh-CN" altLang="en-US" sz="1800" b="1" i="0" u="none" strike="noStrike" kern="0" cap="none" spc="0" normalizeH="0" baseline="0" noProof="0" dirty="0">
                <a:ln>
                  <a:noFill/>
                </a:ln>
                <a:solidFill>
                  <a:srgbClr val="000000"/>
                </a:solidFill>
                <a:effectLst/>
                <a:uLnTx/>
                <a:uFillTx/>
                <a:latin typeface="Times New Roman" pitchFamily="18" charset="0"/>
                <a:ea typeface="宋体" pitchFamily="2" charset="-122"/>
              </a:endParaRPr>
            </a:p>
          </p:txBody>
        </p:sp>
      </p:grpSp>
      <p:grpSp>
        <p:nvGrpSpPr>
          <p:cNvPr id="54" name="Group 21">
            <a:extLst>
              <a:ext uri="{FF2B5EF4-FFF2-40B4-BE49-F238E27FC236}">
                <a16:creationId xmlns:a16="http://schemas.microsoft.com/office/drawing/2014/main" id="{635ACF41-C234-25D6-DBC8-43445B05A0EC}"/>
              </a:ext>
            </a:extLst>
          </p:cNvPr>
          <p:cNvGrpSpPr>
            <a:grpSpLocks/>
          </p:cNvGrpSpPr>
          <p:nvPr/>
        </p:nvGrpSpPr>
        <p:grpSpPr bwMode="auto">
          <a:xfrm>
            <a:off x="6251868" y="5104836"/>
            <a:ext cx="1281024" cy="396696"/>
            <a:chOff x="7347" y="10090"/>
            <a:chExt cx="1973" cy="346"/>
          </a:xfrm>
        </p:grpSpPr>
        <p:grpSp>
          <p:nvGrpSpPr>
            <p:cNvPr id="55" name="Group 22">
              <a:extLst>
                <a:ext uri="{FF2B5EF4-FFF2-40B4-BE49-F238E27FC236}">
                  <a16:creationId xmlns:a16="http://schemas.microsoft.com/office/drawing/2014/main" id="{729A1B57-1416-C9CF-F3E3-16D328854A92}"/>
                </a:ext>
              </a:extLst>
            </p:cNvPr>
            <p:cNvGrpSpPr>
              <a:grpSpLocks/>
            </p:cNvGrpSpPr>
            <p:nvPr/>
          </p:nvGrpSpPr>
          <p:grpSpPr bwMode="auto">
            <a:xfrm>
              <a:off x="7347" y="10090"/>
              <a:ext cx="1973" cy="346"/>
              <a:chOff x="2170" y="10322"/>
              <a:chExt cx="2255" cy="466"/>
            </a:xfrm>
          </p:grpSpPr>
          <p:sp>
            <p:nvSpPr>
              <p:cNvPr id="57" name="Line 23">
                <a:extLst>
                  <a:ext uri="{FF2B5EF4-FFF2-40B4-BE49-F238E27FC236}">
                    <a16:creationId xmlns:a16="http://schemas.microsoft.com/office/drawing/2014/main" id="{EE7C0910-01DF-41F1-AB94-294521885544}"/>
                  </a:ext>
                </a:extLst>
              </p:cNvPr>
              <p:cNvSpPr>
                <a:spLocks noChangeShapeType="1"/>
              </p:cNvSpPr>
              <p:nvPr/>
            </p:nvSpPr>
            <p:spPr bwMode="auto">
              <a:xfrm flipH="1">
                <a:off x="2170" y="10329"/>
                <a:ext cx="454" cy="454"/>
              </a:xfrm>
              <a:prstGeom prst="line">
                <a:avLst/>
              </a:prstGeom>
              <a:noFill/>
              <a:ln w="9525">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black"/>
                  </a:solidFill>
                  <a:effectLst/>
                  <a:uLnTx/>
                  <a:uFillTx/>
                  <a:latin typeface="Calibri"/>
                  <a:ea typeface="宋体"/>
                </a:endParaRPr>
              </a:p>
            </p:txBody>
          </p:sp>
          <p:sp>
            <p:nvSpPr>
              <p:cNvPr id="58" name="Line 24">
                <a:extLst>
                  <a:ext uri="{FF2B5EF4-FFF2-40B4-BE49-F238E27FC236}">
                    <a16:creationId xmlns:a16="http://schemas.microsoft.com/office/drawing/2014/main" id="{99FCD94D-17E0-A06E-8444-0602009FBE08}"/>
                  </a:ext>
                </a:extLst>
              </p:cNvPr>
              <p:cNvSpPr>
                <a:spLocks noChangeShapeType="1"/>
              </p:cNvSpPr>
              <p:nvPr/>
            </p:nvSpPr>
            <p:spPr bwMode="auto">
              <a:xfrm flipH="1">
                <a:off x="3971" y="10332"/>
                <a:ext cx="454" cy="454"/>
              </a:xfrm>
              <a:prstGeom prst="line">
                <a:avLst/>
              </a:prstGeom>
              <a:noFill/>
              <a:ln w="9525">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black"/>
                  </a:solidFill>
                  <a:effectLst/>
                  <a:uLnTx/>
                  <a:uFillTx/>
                  <a:latin typeface="Calibri"/>
                  <a:ea typeface="宋体"/>
                </a:endParaRPr>
              </a:p>
            </p:txBody>
          </p:sp>
          <p:sp>
            <p:nvSpPr>
              <p:cNvPr id="59" name="Line 25">
                <a:extLst>
                  <a:ext uri="{FF2B5EF4-FFF2-40B4-BE49-F238E27FC236}">
                    <a16:creationId xmlns:a16="http://schemas.microsoft.com/office/drawing/2014/main" id="{30187773-E678-31AE-3EEC-A3011DD14D17}"/>
                  </a:ext>
                </a:extLst>
              </p:cNvPr>
              <p:cNvSpPr>
                <a:spLocks noChangeShapeType="1"/>
              </p:cNvSpPr>
              <p:nvPr/>
            </p:nvSpPr>
            <p:spPr bwMode="auto">
              <a:xfrm>
                <a:off x="2625" y="10322"/>
                <a:ext cx="1800" cy="0"/>
              </a:xfrm>
              <a:prstGeom prst="line">
                <a:avLst/>
              </a:prstGeom>
              <a:noFill/>
              <a:ln w="9525">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black"/>
                  </a:solidFill>
                  <a:effectLst/>
                  <a:uLnTx/>
                  <a:uFillTx/>
                  <a:latin typeface="Calibri"/>
                  <a:ea typeface="宋体"/>
                </a:endParaRPr>
              </a:p>
            </p:txBody>
          </p:sp>
          <p:sp>
            <p:nvSpPr>
              <p:cNvPr id="60" name="Line 26">
                <a:extLst>
                  <a:ext uri="{FF2B5EF4-FFF2-40B4-BE49-F238E27FC236}">
                    <a16:creationId xmlns:a16="http://schemas.microsoft.com/office/drawing/2014/main" id="{180BFBE5-B577-5F6E-95A1-DB5DD9327CBE}"/>
                  </a:ext>
                </a:extLst>
              </p:cNvPr>
              <p:cNvSpPr>
                <a:spLocks noChangeShapeType="1"/>
              </p:cNvSpPr>
              <p:nvPr/>
            </p:nvSpPr>
            <p:spPr bwMode="auto">
              <a:xfrm>
                <a:off x="2190" y="10788"/>
                <a:ext cx="1800" cy="0"/>
              </a:xfrm>
              <a:prstGeom prst="line">
                <a:avLst/>
              </a:prstGeom>
              <a:noFill/>
              <a:ln w="9525">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black"/>
                  </a:solidFill>
                  <a:effectLst/>
                  <a:uLnTx/>
                  <a:uFillTx/>
                  <a:latin typeface="Calibri"/>
                  <a:ea typeface="宋体"/>
                </a:endParaRPr>
              </a:p>
            </p:txBody>
          </p:sp>
        </p:grpSp>
        <p:sp>
          <p:nvSpPr>
            <p:cNvPr id="56" name="Text Box 27">
              <a:extLst>
                <a:ext uri="{FF2B5EF4-FFF2-40B4-BE49-F238E27FC236}">
                  <a16:creationId xmlns:a16="http://schemas.microsoft.com/office/drawing/2014/main" id="{3C1BBC87-7298-34D6-63A6-82405D5380CB}"/>
                </a:ext>
              </a:extLst>
            </p:cNvPr>
            <p:cNvSpPr txBox="1">
              <a:spLocks noChangeArrowheads="1"/>
            </p:cNvSpPr>
            <p:nvPr/>
          </p:nvSpPr>
          <p:spPr bwMode="auto">
            <a:xfrm>
              <a:off x="7661" y="10139"/>
              <a:ext cx="1279" cy="242"/>
            </a:xfrm>
            <a:prstGeom prst="rect">
              <a:avLst/>
            </a:prstGeom>
            <a:noFill/>
            <a:ln w="9525" algn="ctr">
              <a:no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bg1"/>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eaLnBrk="0" hangingPunct="0">
                <a:spcBef>
                  <a:spcPct val="20000"/>
                </a:spcBef>
                <a:buClr>
                  <a:schemeClr val="bg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eaLnBrk="0" hangingPunct="0">
                <a:spcBef>
                  <a:spcPct val="20000"/>
                </a:spcBef>
                <a:buClr>
                  <a:srgbClr val="CC00CC"/>
                </a:buClr>
                <a:buSzPct val="100000"/>
                <a:buChar char="•"/>
                <a:defRPr kumimoji="1" sz="3200" b="1">
                  <a:solidFill>
                    <a:schemeClr val="bg2"/>
                  </a:solidFill>
                  <a:latin typeface="Times New Roman" pitchFamily="18" charset="0"/>
                  <a:ea typeface="宋体" pitchFamily="2" charset="-122"/>
                </a:defRPr>
              </a:lvl4pPr>
              <a:lvl5pPr marL="2057400" indent="-228600" eaLnBrk="0" hangingPunct="0">
                <a:spcBef>
                  <a:spcPct val="20000"/>
                </a:spcBef>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bg1"/>
                </a:buClr>
                <a:buSzPct val="100000"/>
                <a:buFont typeface="Times New Roman" pitchFamily="18" charset="0"/>
                <a:buChar char="–"/>
                <a:defRPr kumimoji="1" sz="3200" b="1">
                  <a:solidFill>
                    <a:schemeClr val="bg2"/>
                  </a:solidFill>
                  <a:latin typeface="Times New Roman" pitchFamily="18" charset="0"/>
                  <a:ea typeface="宋体" pitchFamily="2" charset="-122"/>
                </a:defRPr>
              </a:lvl9pPr>
            </a:lstStyle>
            <a:p>
              <a:pPr marL="0" marR="0" lvl="0" indent="0" algn="ctr" defTabSz="914400" eaLnBrk="0" fontAlgn="auto" latinLnBrk="0" hangingPunct="0">
                <a:lnSpc>
                  <a:spcPct val="100000"/>
                </a:lnSpc>
                <a:spcBef>
                  <a:spcPct val="0"/>
                </a:spcBef>
                <a:spcAft>
                  <a:spcPts val="0"/>
                </a:spcAft>
                <a:buClrTx/>
                <a:buSzTx/>
                <a:buFontTx/>
                <a:buNone/>
                <a:tabLst/>
                <a:defRPr/>
              </a:pPr>
              <a:r>
                <a:rPr kumimoji="0" lang="en-US" altLang="zh-CN" sz="1200" b="1" i="0" u="none" strike="noStrike" kern="0" cap="none" spc="0" normalizeH="0" baseline="0" noProof="0" dirty="0">
                  <a:ln>
                    <a:noFill/>
                  </a:ln>
                  <a:solidFill>
                    <a:srgbClr val="000000"/>
                  </a:solidFill>
                  <a:effectLst/>
                  <a:uLnTx/>
                  <a:uFillTx/>
                  <a:latin typeface="Times New Roman" pitchFamily="18" charset="0"/>
                  <a:ea typeface="宋体" pitchFamily="2" charset="-122"/>
                </a:rPr>
                <a:t>The score is error!</a:t>
              </a:r>
            </a:p>
          </p:txBody>
        </p:sp>
      </p:grpSp>
    </p:spTree>
    <p:extLst>
      <p:ext uri="{BB962C8B-B14F-4D97-AF65-F5344CB8AC3E}">
        <p14:creationId xmlns:p14="http://schemas.microsoft.com/office/powerpoint/2010/main" val="3144507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
                                            <p:txEl>
                                              <p:pRg st="0" end="0"/>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childTnLst>
                          </p:cTn>
                        </p:par>
                        <p:par>
                          <p:cTn id="25" fill="hold">
                            <p:stCondLst>
                              <p:cond delay="0"/>
                            </p:stCondLst>
                            <p:childTnLst>
                              <p:par>
                                <p:cTn id="26" presetID="1" presetClass="entr" presetSubtype="0" fill="hold" grpId="0" nodeType="afterEffect">
                                  <p:stCondLst>
                                    <p:cond delay="0"/>
                                  </p:stCondLst>
                                  <p:childTnLst>
                                    <p:set>
                                      <p:cBhvr>
                                        <p:cTn id="27" dur="1" fill="hold">
                                          <p:stCondLst>
                                            <p:cond delay="0"/>
                                          </p:stCondLst>
                                        </p:cTn>
                                        <p:tgtEl>
                                          <p:spTgt spid="20"/>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17"/>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47"/>
                                        </p:tgtEl>
                                        <p:attrNameLst>
                                          <p:attrName>style.visibility</p:attrName>
                                        </p:attrNameLst>
                                      </p:cBhvr>
                                      <p:to>
                                        <p:strVal val="visible"/>
                                      </p:to>
                                    </p:set>
                                  </p:childTnLst>
                                </p:cTn>
                              </p:par>
                            </p:childTnLst>
                          </p:cTn>
                        </p:par>
                        <p:par>
                          <p:cTn id="34" fill="hold">
                            <p:stCondLst>
                              <p:cond delay="0"/>
                            </p:stCondLst>
                            <p:childTnLst>
                              <p:par>
                                <p:cTn id="35" presetID="1" presetClass="entr" presetSubtype="0" fill="hold" nodeType="afterEffect">
                                  <p:stCondLst>
                                    <p:cond delay="0"/>
                                  </p:stCondLst>
                                  <p:childTnLst>
                                    <p:set>
                                      <p:cBhvr>
                                        <p:cTn id="36" dur="1" fill="hold">
                                          <p:stCondLst>
                                            <p:cond delay="0"/>
                                          </p:stCondLst>
                                        </p:cTn>
                                        <p:tgtEl>
                                          <p:spTgt spid="40"/>
                                        </p:tgtEl>
                                        <p:attrNameLst>
                                          <p:attrName>style.visibility</p:attrName>
                                        </p:attrNameLst>
                                      </p:cBhvr>
                                      <p:to>
                                        <p:strVal val="visible"/>
                                      </p:to>
                                    </p:set>
                                  </p:childTnLst>
                                </p:cTn>
                              </p:par>
                            </p:childTnLst>
                          </p:cTn>
                        </p:par>
                        <p:par>
                          <p:cTn id="37" fill="hold">
                            <p:stCondLst>
                              <p:cond delay="0"/>
                            </p:stCondLst>
                            <p:childTnLst>
                              <p:par>
                                <p:cTn id="38" presetID="1" presetClass="entr" presetSubtype="0" fill="hold" nodeType="afterEffect">
                                  <p:stCondLst>
                                    <p:cond delay="0"/>
                                  </p:stCondLst>
                                  <p:childTnLst>
                                    <p:set>
                                      <p:cBhvr>
                                        <p:cTn id="39" dur="1" fill="hold">
                                          <p:stCondLst>
                                            <p:cond delay="0"/>
                                          </p:stCondLst>
                                        </p:cTn>
                                        <p:tgtEl>
                                          <p:spTgt spid="54"/>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23"/>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22"/>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21"/>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25"/>
                                        </p:tgtEl>
                                        <p:attrNameLst>
                                          <p:attrName>style.visibility</p:attrName>
                                        </p:attrNameLst>
                                      </p:cBhvr>
                                      <p:to>
                                        <p:strVal val="visible"/>
                                      </p:to>
                                    </p:set>
                                  </p:childTnLst>
                                </p:cTn>
                              </p:par>
                              <p:par>
                                <p:cTn id="50" presetID="1" presetClass="entr" presetSubtype="0" fill="hold" nodeType="withEffect">
                                  <p:stCondLst>
                                    <p:cond delay="0"/>
                                  </p:stCondLst>
                                  <p:childTnLst>
                                    <p:set>
                                      <p:cBhvr>
                                        <p:cTn id="51" dur="1" fill="hold">
                                          <p:stCondLst>
                                            <p:cond delay="0"/>
                                          </p:stCondLst>
                                        </p:cTn>
                                        <p:tgtEl>
                                          <p:spTgt spid="13">
                                            <p:txEl>
                                              <p:pRg st="4" end="4"/>
                                            </p:txEl>
                                          </p:spTgt>
                                        </p:tgtEl>
                                        <p:attrNameLst>
                                          <p:attrName>style.visibility</p:attrName>
                                        </p:attrNameLst>
                                      </p:cBhvr>
                                      <p:to>
                                        <p:strVal val="visible"/>
                                      </p:to>
                                    </p:set>
                                  </p:childTnLst>
                                </p:cTn>
                              </p:par>
                              <p:par>
                                <p:cTn id="52" presetID="1" presetClass="entr" presetSubtype="0" fill="hold" nodeType="withEffect">
                                  <p:stCondLst>
                                    <p:cond delay="0"/>
                                  </p:stCondLst>
                                  <p:childTnLst>
                                    <p:set>
                                      <p:cBhvr>
                                        <p:cTn id="53" dur="1" fill="hold">
                                          <p:stCondLst>
                                            <p:cond delay="0"/>
                                          </p:stCondLst>
                                        </p:cTn>
                                        <p:tgtEl>
                                          <p:spTgt spid="13">
                                            <p:txEl>
                                              <p:pRg st="5" end="5"/>
                                            </p:txEl>
                                          </p:spTgt>
                                        </p:tgtEl>
                                        <p:attrNameLst>
                                          <p:attrName>style.visibility</p:attrName>
                                        </p:attrNameLst>
                                      </p:cBhvr>
                                      <p:to>
                                        <p:strVal val="visible"/>
                                      </p:to>
                                    </p:set>
                                  </p:childTnLst>
                                </p:cTn>
                              </p:par>
                              <p:par>
                                <p:cTn id="54" presetID="1" presetClass="entr" presetSubtype="0" fill="hold" nodeType="withEffect">
                                  <p:stCondLst>
                                    <p:cond delay="0"/>
                                  </p:stCondLst>
                                  <p:childTnLst>
                                    <p:set>
                                      <p:cBhvr>
                                        <p:cTn id="55" dur="1" fill="hold">
                                          <p:stCondLst>
                                            <p:cond delay="0"/>
                                          </p:stCondLst>
                                        </p:cTn>
                                        <p:tgtEl>
                                          <p:spTgt spid="37"/>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24"/>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387" name="Rectangle 3"/>
          <p:cNvSpPr>
            <a:spLocks noGrp="1" noChangeArrowheads="1"/>
          </p:cNvSpPr>
          <p:nvPr>
            <p:ph type="body" idx="1"/>
          </p:nvPr>
        </p:nvSpPr>
        <p:spPr>
          <a:xfrm>
            <a:off x="101903" y="1295396"/>
            <a:ext cx="10058097" cy="2808288"/>
          </a:xfrm>
        </p:spPr>
        <p:txBody>
          <a:bodyPr/>
          <a:lstStyle/>
          <a:p>
            <a:pPr eaLnBrk="1" hangingPunct="1">
              <a:lnSpc>
                <a:spcPct val="90000"/>
              </a:lnSpc>
              <a:buNone/>
            </a:pPr>
            <a:r>
              <a:rPr lang="en-US" altLang="zh-CN" sz="2400" dirty="0">
                <a:solidFill>
                  <a:srgbClr val="6600CC"/>
                </a:solidFill>
                <a:cs typeface="+mj-cs"/>
              </a:rPr>
              <a:t>case</a:t>
            </a:r>
            <a:r>
              <a:rPr lang="zh-CN" altLang="en-US" sz="2400" dirty="0">
                <a:solidFill>
                  <a:srgbClr val="6600CC"/>
                </a:solidFill>
                <a:cs typeface="+mj-cs"/>
              </a:rPr>
              <a:t>的语句组为空时将顺序下延至遇到语句再执行</a:t>
            </a:r>
            <a:endParaRPr lang="en-US" altLang="zh-CN" sz="2400" dirty="0">
              <a:solidFill>
                <a:srgbClr val="6600CC"/>
              </a:solidFill>
              <a:cs typeface="+mj-cs"/>
            </a:endParaRPr>
          </a:p>
          <a:p>
            <a:pPr marL="0" lvl="0" indent="0" eaLnBrk="1" fontAlgn="auto" hangingPunct="1">
              <a:lnSpc>
                <a:spcPct val="130000"/>
              </a:lnSpc>
              <a:spcBef>
                <a:spcPts val="0"/>
              </a:spcBef>
              <a:spcAft>
                <a:spcPts val="1000"/>
              </a:spcAft>
              <a:buClrTx/>
              <a:buSzTx/>
              <a:buNone/>
              <a:defRPr/>
            </a:pPr>
            <a:r>
              <a:rPr kumimoji="0" lang="en-US" altLang="zh-CN" sz="2400" b="0" kern="1200" spc="150" noProof="1">
                <a:solidFill>
                  <a:srgbClr val="000000"/>
                </a:solidFill>
                <a:latin typeface="Arial" panose="020B0604020202020204" pitchFamily="34" charset="0"/>
                <a:ea typeface="微软雅黑" panose="020B0503020204020204" charset="-122"/>
                <a:sym typeface="+mn-ea"/>
              </a:rPr>
              <a:t>【</a:t>
            </a:r>
            <a:r>
              <a:rPr kumimoji="0" lang="zh-CN" altLang="en-US" sz="2400" b="0" kern="1200" spc="150" noProof="1">
                <a:solidFill>
                  <a:srgbClr val="000000"/>
                </a:solidFill>
                <a:latin typeface="Arial" panose="020B0604020202020204" pitchFamily="34" charset="0"/>
                <a:ea typeface="微软雅黑" panose="020B0503020204020204" charset="-122"/>
                <a:sym typeface="+mn-ea"/>
              </a:rPr>
              <a:t>例 </a:t>
            </a:r>
            <a:r>
              <a:rPr kumimoji="0" lang="en-US" altLang="zh-CN" sz="2400" b="0" kern="1200" spc="150" noProof="1">
                <a:solidFill>
                  <a:srgbClr val="000000"/>
                </a:solidFill>
                <a:latin typeface="Arial" panose="020B0604020202020204" pitchFamily="34" charset="0"/>
                <a:ea typeface="微软雅黑" panose="020B0503020204020204" charset="-122"/>
                <a:sym typeface="+mn-ea"/>
              </a:rPr>
              <a:t>3.5】</a:t>
            </a:r>
            <a:r>
              <a:rPr kumimoji="0" lang="zh-CN" altLang="en-US" sz="2400" b="0" kern="1200" spc="150" noProof="1">
                <a:solidFill>
                  <a:srgbClr val="000000"/>
                </a:solidFill>
                <a:latin typeface="Arial" panose="020B0604020202020204" pitchFamily="34" charset="0"/>
                <a:ea typeface="微软雅黑" panose="020B0503020204020204" charset="-122"/>
                <a:sym typeface="+mn-ea"/>
              </a:rPr>
              <a:t>输入一个学生的成绩，判定其是否通过考试，输出“</a:t>
            </a:r>
            <a:r>
              <a:rPr kumimoji="0" lang="en-US" altLang="zh-CN" sz="2400" b="0" kern="1200" spc="150" noProof="1">
                <a:solidFill>
                  <a:srgbClr val="000000"/>
                </a:solidFill>
                <a:latin typeface="Arial" panose="020B0604020202020204" pitchFamily="34" charset="0"/>
                <a:ea typeface="微软雅黑" panose="020B0503020204020204" charset="-122"/>
                <a:sym typeface="+mn-ea"/>
              </a:rPr>
              <a:t>Pass”</a:t>
            </a:r>
            <a:r>
              <a:rPr kumimoji="0" lang="zh-CN" altLang="en-US" sz="2400" b="0" kern="1200" spc="150" noProof="1">
                <a:solidFill>
                  <a:srgbClr val="000000"/>
                </a:solidFill>
                <a:latin typeface="Arial" panose="020B0604020202020204" pitchFamily="34" charset="0"/>
                <a:ea typeface="微软雅黑" panose="020B0503020204020204" charset="-122"/>
                <a:sym typeface="+mn-ea"/>
              </a:rPr>
              <a:t>（表示通过）或“</a:t>
            </a:r>
            <a:r>
              <a:rPr kumimoji="0" lang="en-US" altLang="zh-CN" sz="2400" b="0" kern="1200" spc="150" noProof="1">
                <a:solidFill>
                  <a:srgbClr val="000000"/>
                </a:solidFill>
                <a:latin typeface="Arial" panose="020B0604020202020204" pitchFamily="34" charset="0"/>
                <a:ea typeface="微软雅黑" panose="020B0503020204020204" charset="-122"/>
                <a:sym typeface="+mn-ea"/>
              </a:rPr>
              <a:t>Fail”</a:t>
            </a:r>
            <a:r>
              <a:rPr kumimoji="0" lang="zh-CN" altLang="en-US" sz="2400" b="0" kern="1200" spc="150" noProof="1">
                <a:solidFill>
                  <a:srgbClr val="000000"/>
                </a:solidFill>
                <a:latin typeface="Arial" panose="020B0604020202020204" pitchFamily="34" charset="0"/>
                <a:ea typeface="微软雅黑" panose="020B0503020204020204" charset="-122"/>
                <a:sym typeface="+mn-ea"/>
              </a:rPr>
              <a:t>（表示未通过）。</a:t>
            </a:r>
            <a:endParaRPr kumimoji="0" lang="en-US" altLang="zh-CN" sz="2400" b="0" kern="1200" spc="150" noProof="1">
              <a:solidFill>
                <a:srgbClr val="000000"/>
              </a:solidFill>
              <a:latin typeface="Arial" panose="020B0604020202020204" pitchFamily="34" charset="0"/>
              <a:ea typeface="微软雅黑" panose="020B0503020204020204" charset="-122"/>
              <a:sym typeface="+mn-ea"/>
            </a:endParaRPr>
          </a:p>
          <a:p>
            <a:pPr eaLnBrk="1" hangingPunct="1">
              <a:lnSpc>
                <a:spcPct val="90000"/>
              </a:lnSpc>
              <a:buNone/>
            </a:pPr>
            <a:endParaRPr lang="en-US" altLang="zh-CN" sz="2400" dirty="0">
              <a:solidFill>
                <a:srgbClr val="3333FF"/>
              </a:solidFill>
              <a:latin typeface="宋体" pitchFamily="2" charset="-122"/>
            </a:endParaRPr>
          </a:p>
        </p:txBody>
      </p:sp>
      <p:sp>
        <p:nvSpPr>
          <p:cNvPr id="16390" name="Text Box 83"/>
          <p:cNvSpPr txBox="1">
            <a:spLocks noChangeArrowheads="1"/>
          </p:cNvSpPr>
          <p:nvPr/>
        </p:nvSpPr>
        <p:spPr bwMode="auto">
          <a:xfrm>
            <a:off x="8606971" y="-26988"/>
            <a:ext cx="3635842" cy="1815882"/>
          </a:xfrm>
          <a:prstGeom prst="rect">
            <a:avLst/>
          </a:prstGeom>
          <a:noFill/>
          <a:ln w="12700" cap="sq" algn="ctr">
            <a:solidFill>
              <a:schemeClr val="bg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l" eaLnBrk="0" hangingPunct="0">
              <a:spcBef>
                <a:spcPct val="20000"/>
              </a:spcBef>
              <a:buClr>
                <a:schemeClr val="bg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algn="l" eaLnBrk="0" hangingPunct="0">
              <a:spcBef>
                <a:spcPct val="20000"/>
              </a:spcBef>
              <a:buClr>
                <a:srgbClr val="3333FF"/>
              </a:buClr>
              <a:buFont typeface="Times New Roman" pitchFamily="18" charset="0"/>
              <a:buChar char="–"/>
              <a:defRPr kumimoji="1" sz="2800" b="1">
                <a:solidFill>
                  <a:schemeClr val="bg2"/>
                </a:solidFill>
                <a:latin typeface="Times New Roman" pitchFamily="18" charset="0"/>
                <a:ea typeface="宋体" pitchFamily="2" charset="-122"/>
              </a:defRPr>
            </a:lvl2pPr>
            <a:lvl3pPr marL="1143000" indent="-228600" algn="l" eaLnBrk="0" hangingPunct="0">
              <a:spcBef>
                <a:spcPct val="20000"/>
              </a:spcBef>
              <a:buClr>
                <a:srgbClr val="CC00CC"/>
              </a:buClr>
              <a:buFont typeface="Times New Roman" pitchFamily="18" charset="0"/>
              <a:buChar char="»"/>
              <a:defRPr kumimoji="1" sz="2400" b="1">
                <a:solidFill>
                  <a:schemeClr val="bg2"/>
                </a:solidFill>
                <a:latin typeface="Times New Roman" pitchFamily="18" charset="0"/>
                <a:ea typeface="宋体" pitchFamily="2" charset="-122"/>
              </a:defRPr>
            </a:lvl3pPr>
            <a:lvl4pPr marL="1600200" indent="-228600" algn="l" eaLnBrk="0" hangingPunct="0">
              <a:spcBef>
                <a:spcPct val="20000"/>
              </a:spcBef>
              <a:buClr>
                <a:srgbClr val="3333FF"/>
              </a:buClr>
              <a:buSzPct val="75000"/>
              <a:buFont typeface="Wingdings" pitchFamily="2" charset="2"/>
              <a:buChar char="n"/>
              <a:defRPr kumimoji="1" sz="2000" b="1">
                <a:solidFill>
                  <a:schemeClr val="bg2"/>
                </a:solidFill>
                <a:latin typeface="Times New Roman" pitchFamily="18" charset="0"/>
                <a:ea typeface="宋体" pitchFamily="2" charset="-122"/>
              </a:defRPr>
            </a:lvl4pPr>
            <a:lvl5pPr marL="2057400" indent="-228600" algn="l" eaLnBrk="0" hangingPunct="0">
              <a:spcBef>
                <a:spcPct val="20000"/>
              </a:spcBef>
              <a:buClr>
                <a:srgbClr val="CC00CC"/>
              </a:buClr>
              <a:buFont typeface="Times New Roman" pitchFamily="18" charset="0"/>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rgbClr val="CC00CC"/>
              </a:buClr>
              <a:buFont typeface="Times New Roman" pitchFamily="18" charset="0"/>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rgbClr val="CC00CC"/>
              </a:buClr>
              <a:buFont typeface="Times New Roman" pitchFamily="18" charset="0"/>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rgbClr val="CC00CC"/>
              </a:buClr>
              <a:buFont typeface="Times New Roman" pitchFamily="18" charset="0"/>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rgbClr val="CC00CC"/>
              </a:buClr>
              <a:buFont typeface="Times New Roman" pitchFamily="18" charset="0"/>
              <a:buChar char="–"/>
              <a:defRPr kumimoji="1" sz="2000" b="1">
                <a:solidFill>
                  <a:schemeClr val="bg2"/>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6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mn-cs"/>
              </a:rPr>
              <a:t>switch (</a:t>
            </a:r>
            <a:r>
              <a:rPr kumimoji="1" lang="zh-CN" altLang="en-US" sz="16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mn-cs"/>
              </a:rPr>
              <a:t>表达式</a:t>
            </a:r>
            <a:r>
              <a:rPr kumimoji="1" lang="en-US" altLang="zh-CN" sz="16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mn-cs"/>
              </a:rPr>
              <a:t>) {                         </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16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mn-cs"/>
              </a:rPr>
              <a:t>　     </a:t>
            </a:r>
            <a:r>
              <a:rPr kumimoji="1" lang="en-US" altLang="zh-CN" sz="16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mn-cs"/>
              </a:rPr>
              <a:t>case  </a:t>
            </a:r>
            <a:r>
              <a:rPr kumimoji="1" lang="zh-CN" altLang="en-US" sz="16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mn-cs"/>
              </a:rPr>
              <a:t>常量表达式</a:t>
            </a:r>
            <a:r>
              <a:rPr kumimoji="1" lang="en-US" altLang="zh-CN" sz="16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mn-cs"/>
              </a:rPr>
              <a:t>1</a:t>
            </a:r>
            <a:r>
              <a:rPr kumimoji="1" lang="zh-CN" altLang="en-US" sz="16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mn-cs"/>
              </a:rPr>
              <a:t>：语句组</a:t>
            </a:r>
            <a:r>
              <a:rPr kumimoji="1" lang="en-US" altLang="zh-CN" sz="16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mn-cs"/>
              </a:rPr>
              <a:t>1;</a:t>
            </a:r>
            <a:r>
              <a:rPr kumimoji="1" lang="zh-CN" altLang="en-US" sz="16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mn-cs"/>
              </a:rPr>
              <a:t>　　</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16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mn-cs"/>
              </a:rPr>
              <a:t>     　</a:t>
            </a:r>
            <a:r>
              <a:rPr kumimoji="1" lang="en-US" altLang="zh-CN" sz="16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mn-cs"/>
              </a:rPr>
              <a:t>case  </a:t>
            </a:r>
            <a:r>
              <a:rPr kumimoji="1" lang="zh-CN" altLang="en-US" sz="16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mn-cs"/>
              </a:rPr>
              <a:t>常量表达式</a:t>
            </a:r>
            <a:r>
              <a:rPr kumimoji="1" lang="en-US" altLang="zh-CN" sz="16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mn-cs"/>
              </a:rPr>
              <a:t>2</a:t>
            </a:r>
            <a:r>
              <a:rPr kumimoji="1" lang="zh-CN" altLang="en-US" sz="16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mn-cs"/>
              </a:rPr>
              <a:t>：语句组</a:t>
            </a:r>
            <a:r>
              <a:rPr kumimoji="1" lang="en-US" altLang="zh-CN" sz="16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mn-cs"/>
              </a:rPr>
              <a:t>2;</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16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mn-cs"/>
              </a:rPr>
              <a:t>　　　　　　　</a:t>
            </a:r>
            <a:r>
              <a:rPr kumimoji="1" lang="en-US" altLang="zh-CN" sz="16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16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mn-cs"/>
              </a:rPr>
              <a:t>　     </a:t>
            </a:r>
            <a:r>
              <a:rPr kumimoji="1" lang="en-US" altLang="zh-CN" sz="16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mn-cs"/>
              </a:rPr>
              <a:t>case  </a:t>
            </a:r>
            <a:r>
              <a:rPr kumimoji="1" lang="zh-CN" altLang="en-US" sz="16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mn-cs"/>
              </a:rPr>
              <a:t>常量表达式</a:t>
            </a:r>
            <a:r>
              <a:rPr kumimoji="1" lang="en-US" altLang="zh-CN" sz="16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mn-cs"/>
              </a:rPr>
              <a:t>n</a:t>
            </a:r>
            <a:r>
              <a:rPr kumimoji="1" lang="zh-CN" altLang="en-US" sz="16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mn-cs"/>
              </a:rPr>
              <a:t>：语句组</a:t>
            </a:r>
            <a:r>
              <a:rPr kumimoji="1" lang="en-US" altLang="zh-CN" sz="16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mn-cs"/>
              </a:rPr>
              <a:t>n;</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16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mn-cs"/>
              </a:rPr>
              <a:t>　     </a:t>
            </a:r>
            <a:r>
              <a:rPr kumimoji="1" lang="en-US" altLang="zh-CN" sz="16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mn-cs"/>
              </a:rPr>
              <a:t>default</a:t>
            </a:r>
            <a:r>
              <a:rPr kumimoji="1" lang="zh-CN" altLang="en-US" sz="16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mn-cs"/>
              </a:rPr>
              <a:t>：语句组</a:t>
            </a:r>
            <a:r>
              <a:rPr kumimoji="1" lang="en-US" altLang="zh-CN" sz="16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mn-cs"/>
              </a:rPr>
              <a:t>n+1;</a:t>
            </a:r>
            <a:r>
              <a:rPr kumimoji="1" lang="zh-CN" altLang="en-US" sz="16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mn-cs"/>
              </a:rPr>
              <a:t>　　  　</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6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mn-cs"/>
              </a:rPr>
              <a:t>} </a:t>
            </a:r>
          </a:p>
        </p:txBody>
      </p:sp>
      <p:sp>
        <p:nvSpPr>
          <p:cNvPr id="7" name="矩形 6"/>
          <p:cNvSpPr/>
          <p:nvPr/>
        </p:nvSpPr>
        <p:spPr>
          <a:xfrm>
            <a:off x="7546522" y="4228163"/>
            <a:ext cx="4645025" cy="1631216"/>
          </a:xfrm>
          <a:prstGeom prst="rect">
            <a:avLst/>
          </a:prstGeom>
          <a:solidFill>
            <a:schemeClr val="accent4"/>
          </a:solidFill>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Times New Roman"/>
                <a:ea typeface="宋体"/>
                <a:cs typeface="Times New Roman" pitchFamily="18" charset="0"/>
              </a:rPr>
              <a:t>switch(score)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Times New Roman"/>
                <a:ea typeface="宋体"/>
                <a:cs typeface="+mn-cs"/>
              </a:rPr>
              <a:t>    </a:t>
            </a:r>
            <a:r>
              <a:rPr kumimoji="0" lang="zh-CN" altLang="en-US" sz="2000" b="0" i="0" u="none" strike="noStrike" kern="1200" cap="none" spc="0" normalizeH="0" baseline="0" noProof="0" dirty="0">
                <a:ln>
                  <a:noFill/>
                </a:ln>
                <a:solidFill>
                  <a:srgbClr val="000000"/>
                </a:solidFill>
                <a:effectLst/>
                <a:uLnTx/>
                <a:uFillTx/>
                <a:latin typeface="Times New Roman"/>
                <a:ea typeface="宋体"/>
                <a:cs typeface="+mn-cs"/>
              </a:rPr>
              <a:t>　</a:t>
            </a:r>
            <a:r>
              <a:rPr kumimoji="0" lang="en-US" altLang="zh-CN" sz="2000" b="0" i="0" u="none" strike="noStrike" kern="1200" cap="none" spc="0" normalizeH="0" baseline="0" noProof="0" dirty="0">
                <a:ln>
                  <a:noFill/>
                </a:ln>
                <a:solidFill>
                  <a:srgbClr val="000000"/>
                </a:solidFill>
                <a:effectLst/>
                <a:uLnTx/>
                <a:uFillTx/>
                <a:latin typeface="Times New Roman"/>
                <a:ea typeface="宋体"/>
                <a:cs typeface="Times New Roman" pitchFamily="18" charset="0"/>
              </a:rPr>
              <a:t>case</a:t>
            </a:r>
            <a:r>
              <a:rPr kumimoji="0" lang="en-US" altLang="zh-CN" sz="2000" b="0" i="0" u="none" strike="noStrike" kern="1200" cap="none" spc="0" normalizeH="0" baseline="0" noProof="0" dirty="0">
                <a:ln>
                  <a:noFill/>
                </a:ln>
                <a:solidFill>
                  <a:srgbClr val="EB27C6"/>
                </a:solidFill>
                <a:effectLst/>
                <a:uLnTx/>
                <a:uFillTx/>
                <a:latin typeface="Times New Roman"/>
                <a:ea typeface="宋体"/>
                <a:cs typeface="Times New Roman" pitchFamily="18" charset="0"/>
              </a:rPr>
              <a:t> (score &gt;= 60&amp;&amp;score &lt;= 100) </a:t>
            </a:r>
            <a:r>
              <a:rPr kumimoji="0" lang="en-US" altLang="zh-CN" sz="2000" b="0" i="0" u="none" strike="noStrike" kern="1200" cap="none" spc="0" normalizeH="0" baseline="0" noProof="0" dirty="0">
                <a:ln>
                  <a:noFill/>
                </a:ln>
                <a:solidFill>
                  <a:srgbClr val="000000"/>
                </a:solidFill>
                <a:effectLst/>
                <a:uLnTx/>
                <a:uFillTx/>
                <a:latin typeface="Times New Roman"/>
                <a:ea typeface="宋体"/>
                <a:cs typeface="Times New Roman" pitchFamily="18"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Times New Roman"/>
                <a:ea typeface="宋体"/>
                <a:cs typeface="Times New Roman" pitchFamily="18" charset="0"/>
              </a:rPr>
              <a:t>                </a:t>
            </a:r>
            <a:r>
              <a:rPr kumimoji="0" lang="en-US" altLang="zh-CN" sz="2000" b="0" i="0" u="none" strike="noStrike" kern="1200" cap="none" spc="0" normalizeH="0" baseline="0" noProof="0" dirty="0" err="1">
                <a:ln>
                  <a:noFill/>
                </a:ln>
                <a:solidFill>
                  <a:srgbClr val="000000"/>
                </a:solidFill>
                <a:effectLst/>
                <a:uLnTx/>
                <a:uFillTx/>
                <a:latin typeface="Times New Roman"/>
                <a:ea typeface="宋体"/>
                <a:cs typeface="Times New Roman" pitchFamily="18" charset="0"/>
              </a:rPr>
              <a:t>printf</a:t>
            </a:r>
            <a:r>
              <a:rPr kumimoji="0" lang="en-US" altLang="zh-CN" sz="2000" b="0" i="0" u="none" strike="noStrike" kern="1200" cap="none" spc="0" normalizeH="0" baseline="0" noProof="0" dirty="0">
                <a:ln>
                  <a:noFill/>
                </a:ln>
                <a:solidFill>
                  <a:srgbClr val="000000"/>
                </a:solidFill>
                <a:effectLst/>
                <a:uLnTx/>
                <a:uFillTx/>
                <a:latin typeface="Times New Roman"/>
                <a:ea typeface="宋体"/>
                <a:cs typeface="Times New Roman" pitchFamily="18" charset="0"/>
              </a:rPr>
              <a:t>(“Pass \n");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Times New Roman"/>
                <a:ea typeface="宋体"/>
                <a:cs typeface="Times New Roman" pitchFamily="18"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Times New Roman"/>
                <a:ea typeface="宋体"/>
                <a:cs typeface="Times New Roman" pitchFamily="18" charset="0"/>
              </a:rPr>
              <a:t>}</a:t>
            </a:r>
          </a:p>
        </p:txBody>
      </p:sp>
      <p:grpSp>
        <p:nvGrpSpPr>
          <p:cNvPr id="8" name="Group 14"/>
          <p:cNvGrpSpPr>
            <a:grpSpLocks/>
          </p:cNvGrpSpPr>
          <p:nvPr>
            <p:custDataLst>
              <p:tags r:id="rId1"/>
            </p:custDataLst>
          </p:nvPr>
        </p:nvGrpSpPr>
        <p:grpSpPr bwMode="auto">
          <a:xfrm>
            <a:off x="11562373" y="4440870"/>
            <a:ext cx="503237" cy="503237"/>
            <a:chOff x="3243" y="2750"/>
            <a:chExt cx="317" cy="317"/>
          </a:xfrm>
        </p:grpSpPr>
        <p:sp>
          <p:nvSpPr>
            <p:cNvPr id="9" name="Line 15"/>
            <p:cNvSpPr>
              <a:spLocks noChangeShapeType="1"/>
            </p:cNvSpPr>
            <p:nvPr/>
          </p:nvSpPr>
          <p:spPr bwMode="auto">
            <a:xfrm>
              <a:off x="3243" y="2750"/>
              <a:ext cx="317" cy="317"/>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FFFFFF"/>
                </a:solidFill>
                <a:effectLst/>
                <a:uLnTx/>
                <a:uFillTx/>
                <a:latin typeface="Times New Roman"/>
                <a:ea typeface="宋体"/>
                <a:cs typeface="+mn-cs"/>
              </a:endParaRPr>
            </a:p>
          </p:txBody>
        </p:sp>
        <p:sp>
          <p:nvSpPr>
            <p:cNvPr id="10" name="Line 16"/>
            <p:cNvSpPr>
              <a:spLocks noChangeShapeType="1"/>
            </p:cNvSpPr>
            <p:nvPr/>
          </p:nvSpPr>
          <p:spPr bwMode="auto">
            <a:xfrm rot="-5400000">
              <a:off x="3243" y="2750"/>
              <a:ext cx="317" cy="317"/>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FFFFFF"/>
                </a:solidFill>
                <a:effectLst/>
                <a:uLnTx/>
                <a:uFillTx/>
                <a:latin typeface="Times New Roman"/>
                <a:ea typeface="宋体"/>
                <a:cs typeface="+mn-cs"/>
              </a:endParaRPr>
            </a:p>
          </p:txBody>
        </p:sp>
      </p:grpSp>
      <p:sp>
        <p:nvSpPr>
          <p:cNvPr id="3" name="矩形 2"/>
          <p:cNvSpPr/>
          <p:nvPr/>
        </p:nvSpPr>
        <p:spPr>
          <a:xfrm>
            <a:off x="7546975" y="2281650"/>
            <a:ext cx="4645025" cy="1569660"/>
          </a:xfrm>
          <a:prstGeom prst="rect">
            <a:avLst/>
          </a:prstGeom>
          <a:solidFill>
            <a:schemeClr val="accent4"/>
          </a:solid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if</a:t>
            </a:r>
            <a:r>
              <a:rPr kumimoji="1" lang="en-US" altLang="zh-CN" sz="2400" b="0" i="0" u="none" strike="noStrike" kern="1200" cap="none" spc="0" normalizeH="0" baseline="0" noProof="0" dirty="0">
                <a:ln>
                  <a:noFill/>
                </a:ln>
                <a:solidFill>
                  <a:srgbClr val="FFFFFF"/>
                </a:solidFill>
                <a:effectLst/>
                <a:uLnTx/>
                <a:uFillTx/>
                <a:latin typeface="Times New Roman" pitchFamily="18" charset="0"/>
                <a:ea typeface="宋体" pitchFamily="2" charset="-122"/>
                <a:cs typeface="Times New Roman" pitchFamily="18" charset="0"/>
              </a:rPr>
              <a:t> </a:t>
            </a:r>
            <a:r>
              <a:rPr kumimoji="1" lang="en-US" altLang="zh-CN" sz="2400" b="0" i="0" u="none" strike="noStrike" kern="1200" cap="none" spc="0" normalizeH="0" baseline="0" noProof="0" dirty="0">
                <a:ln>
                  <a:noFill/>
                </a:ln>
                <a:solidFill>
                  <a:srgbClr val="CC00CC"/>
                </a:solidFill>
                <a:effectLst/>
                <a:uLnTx/>
                <a:uFillTx/>
                <a:latin typeface="Times New Roman" pitchFamily="18" charset="0"/>
                <a:ea typeface="宋体" pitchFamily="2" charset="-122"/>
                <a:cs typeface="Times New Roman" pitchFamily="18" charset="0"/>
              </a:rPr>
              <a:t>(score &gt;= 60&amp;&amp;score &lt;= 100) </a:t>
            </a:r>
            <a:r>
              <a:rPr kumimoji="1" lang="zh-CN" altLang="en-US" sz="2400" dirty="0">
                <a:solidFill>
                  <a:srgbClr val="CC00CC"/>
                </a:solidFill>
                <a:latin typeface="Times New Roman" pitchFamily="18" charset="0"/>
                <a:ea typeface="宋体" pitchFamily="2" charset="-122"/>
                <a:cs typeface="Times New Roman" pitchFamily="18" charset="0"/>
              </a:rPr>
              <a:t> </a:t>
            </a:r>
            <a:r>
              <a:rPr kumimoji="1" lang="en-US" altLang="zh-CN" sz="2400" dirty="0">
                <a:solidFill>
                  <a:srgbClr val="CC00CC"/>
                </a:solidFill>
                <a:latin typeface="Times New Roman" pitchFamily="18" charset="0"/>
                <a:ea typeface="宋体" pitchFamily="2" charset="-122"/>
                <a:cs typeface="Times New Roman" pitchFamily="18" charset="0"/>
              </a:rPr>
              <a:t>{</a:t>
            </a:r>
            <a:endParaRPr kumimoji="1" lang="en-US" altLang="zh-CN" sz="2400" b="0" i="0" u="none" strike="noStrike" kern="1200" cap="none" spc="0" normalizeH="0" baseline="0" noProof="0" dirty="0">
              <a:ln>
                <a:noFill/>
              </a:ln>
              <a:solidFill>
                <a:srgbClr val="CC00CC"/>
              </a:solidFill>
              <a:effectLst/>
              <a:uLnTx/>
              <a:uFillTx/>
              <a:latin typeface="Times New Roman" pitchFamily="18" charset="0"/>
              <a:ea typeface="宋体" pitchFamily="2" charset="-122"/>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a:t>
            </a:r>
            <a:r>
              <a:rPr kumimoji="1" lang="en-US" altLang="zh-CN" sz="2400" b="0"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Times New Roman" pitchFamily="18" charset="0"/>
              </a:rPr>
              <a:t>printf</a:t>
            </a:r>
            <a:r>
              <a:rPr kumimoji="1" lang="en-US" altLang="zh-CN" sz="24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(“Pass \n");</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dirty="0">
                <a:solidFill>
                  <a:srgbClr val="000000"/>
                </a:solidFill>
                <a:latin typeface="Times New Roman" pitchFamily="18" charset="0"/>
                <a:ea typeface="宋体" pitchFamily="2" charset="-122"/>
                <a:cs typeface="Times New Roman" pitchFamily="18" charset="0"/>
              </a:rPr>
              <a:t>}</a:t>
            </a:r>
            <a:endParaRPr kumimoji="1" lang="en-US" altLang="zh-CN" sz="24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else …</a:t>
            </a:r>
            <a:endParaRPr kumimoji="0" lang="en-US" sz="1800" b="0" i="0" u="none" strike="noStrike" kern="1200" cap="none" spc="0" normalizeH="0" baseline="0" noProof="0" dirty="0">
              <a:ln>
                <a:noFill/>
              </a:ln>
              <a:solidFill>
                <a:srgbClr val="000000"/>
              </a:solidFill>
              <a:effectLst/>
              <a:uLnTx/>
              <a:uFillTx/>
              <a:latin typeface="Times New Roman"/>
              <a:ea typeface="宋体"/>
              <a:cs typeface="+mn-cs"/>
            </a:endParaRPr>
          </a:p>
        </p:txBody>
      </p:sp>
      <p:sp>
        <p:nvSpPr>
          <p:cNvPr id="126" name="Rectangle 2"/>
          <p:cNvSpPr txBox="1">
            <a:spLocks noChangeArrowheads="1"/>
          </p:cNvSpPr>
          <p:nvPr/>
        </p:nvSpPr>
        <p:spPr>
          <a:xfrm>
            <a:off x="812800" y="304800"/>
            <a:ext cx="10363200" cy="609600"/>
          </a:xfrm>
          <a:prstGeom prst="rect">
            <a:avLst/>
          </a:prstGeom>
        </p:spPr>
        <p:txBody>
          <a:bodyPr vert="horz" wrap="square" lIns="90170" tIns="46990" rIns="90170" bIns="46990" rtlCol="0" anchor="ctr" anchorCtr="0">
            <a:noAutofit/>
          </a:bodyPr>
          <a:lstStyle>
            <a:lvl1pPr marL="0" marR="0" algn="l" defTabSz="914400" rtl="0" eaLnBrk="1" fontAlgn="auto" latinLnBrk="0" hangingPunct="1">
              <a:lnSpc>
                <a:spcPct val="100000"/>
              </a:lnSpc>
              <a:spcBef>
                <a:spcPct val="0"/>
              </a:spcBef>
              <a:buNone/>
              <a:defRPr kumimoji="0" lang="zh-CN" altLang="en-US" sz="36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3600" b="1" i="0" u="none" strike="noStrike" kern="1200" cap="none" spc="200" normalizeH="0" baseline="0" noProof="1">
                <a:ln>
                  <a:noFill/>
                </a:ln>
                <a:solidFill>
                  <a:srgbClr val="000000"/>
                </a:solidFill>
                <a:effectLst/>
                <a:uLnTx/>
                <a:uFillTx/>
                <a:latin typeface="Arial" panose="020B0604020202020204" pitchFamily="34" charset="0"/>
                <a:ea typeface="微软雅黑" panose="020B0503020204020204" charset="-122"/>
                <a:cs typeface="+mj-cs"/>
                <a:sym typeface="+mn-ea"/>
              </a:rPr>
              <a:t>3.2.2 switch</a:t>
            </a:r>
            <a:r>
              <a:rPr kumimoji="0" lang="zh-CN" altLang="en-US" sz="3600" b="1" i="0" u="none" strike="noStrike" kern="1200" cap="none" spc="200" normalizeH="0" baseline="0" noProof="1">
                <a:ln>
                  <a:noFill/>
                </a:ln>
                <a:solidFill>
                  <a:srgbClr val="000000"/>
                </a:solidFill>
                <a:effectLst/>
                <a:uLnTx/>
                <a:uFillTx/>
                <a:latin typeface="Arial" panose="020B0604020202020204" pitchFamily="34" charset="0"/>
                <a:ea typeface="微软雅黑" panose="020B0503020204020204" charset="-122"/>
                <a:cs typeface="+mj-cs"/>
                <a:sym typeface="+mn-ea"/>
              </a:rPr>
              <a:t>语句</a:t>
            </a:r>
          </a:p>
        </p:txBody>
      </p:sp>
    </p:spTree>
    <p:extLst>
      <p:ext uri="{BB962C8B-B14F-4D97-AF65-F5344CB8AC3E}">
        <p14:creationId xmlns:p14="http://schemas.microsoft.com/office/powerpoint/2010/main" val="216358953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250"/>
                                  </p:stCondLst>
                                  <p:childTnLst>
                                    <p:set>
                                      <p:cBhvr>
                                        <p:cTn id="9" dur="1" fill="hold">
                                          <p:stCondLst>
                                            <p:cond delay="0"/>
                                          </p:stCondLst>
                                        </p:cTn>
                                        <p:tgtEl>
                                          <p:spTgt spid="7"/>
                                        </p:tgtEl>
                                        <p:attrNameLst>
                                          <p:attrName>style.visibility</p:attrName>
                                        </p:attrNameLst>
                                      </p:cBhvr>
                                      <p:to>
                                        <p:strVal val="visible"/>
                                      </p:to>
                                    </p:set>
                                  </p:childTnLst>
                                </p:cTn>
                              </p:par>
                              <p:par>
                                <p:cTn id="10" presetID="1" presetClass="entr" presetSubtype="0" fill="hold" nodeType="withEffect">
                                  <p:stCondLst>
                                    <p:cond delay="0"/>
                                  </p:stCondLst>
                                  <p:childTnLst>
                                    <p:set>
                                      <p:cBhvr>
                                        <p:cTn id="11"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86A48D-B8D4-430A-AE1C-E921A6F75A10}"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pic>
        <p:nvPicPr>
          <p:cNvPr id="2" name="图片 1">
            <a:extLst>
              <a:ext uri="{FF2B5EF4-FFF2-40B4-BE49-F238E27FC236}">
                <a16:creationId xmlns:a16="http://schemas.microsoft.com/office/drawing/2014/main" id="{581D760E-A9DA-67AD-E081-50FEC50A998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27217" y="1794058"/>
            <a:ext cx="5792601" cy="4030695"/>
          </a:xfrm>
          <a:prstGeom prst="rect">
            <a:avLst/>
          </a:prstGeom>
        </p:spPr>
      </p:pic>
      <p:sp>
        <p:nvSpPr>
          <p:cNvPr id="5" name="文本框 4">
            <a:extLst>
              <a:ext uri="{FF2B5EF4-FFF2-40B4-BE49-F238E27FC236}">
                <a16:creationId xmlns:a16="http://schemas.microsoft.com/office/drawing/2014/main" id="{3BC38001-7AA9-AE12-DACA-66580D4C5265}"/>
              </a:ext>
            </a:extLst>
          </p:cNvPr>
          <p:cNvSpPr txBox="1"/>
          <p:nvPr/>
        </p:nvSpPr>
        <p:spPr>
          <a:xfrm>
            <a:off x="826681" y="635169"/>
            <a:ext cx="6097772" cy="769441"/>
          </a:xfrm>
          <a:prstGeom prst="rect">
            <a:avLst/>
          </a:prstGeom>
          <a:noFill/>
        </p:spPr>
        <p:txBody>
          <a:bodyPr wrap="square">
            <a:spAutoFit/>
          </a:bodyPr>
          <a:lstStyle/>
          <a:p>
            <a:r>
              <a:rPr kumimoji="0" lang="en-US" altLang="zh-CN" sz="4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rPr>
              <a:t>3.3 </a:t>
            </a:r>
            <a:r>
              <a:rPr kumimoji="0" lang="zh-CN" altLang="en-US" sz="4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rPr>
              <a:t>循环结构</a:t>
            </a:r>
            <a:endParaRPr lang="zh-CN" altLang="en-US" sz="4400" dirty="0"/>
          </a:p>
        </p:txBody>
      </p:sp>
    </p:spTree>
    <p:extLst>
      <p:ext uri="{BB962C8B-B14F-4D97-AF65-F5344CB8AC3E}">
        <p14:creationId xmlns:p14="http://schemas.microsoft.com/office/powerpoint/2010/main" val="32541797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1506" name="Rectangle 2"/>
          <p:cNvSpPr>
            <a:spLocks noGrp="1" noChangeArrowheads="1"/>
          </p:cNvSpPr>
          <p:nvPr>
            <p:ph type="body" idx="1"/>
          </p:nvPr>
        </p:nvSpPr>
        <p:spPr>
          <a:xfrm>
            <a:off x="431800" y="1009658"/>
            <a:ext cx="11760200" cy="5848353"/>
          </a:xfrm>
        </p:spPr>
        <p:txBody>
          <a:bodyPr/>
          <a:lstStyle/>
          <a:p>
            <a:pPr algn="just" eaLnBrk="1" hangingPunct="1">
              <a:lnSpc>
                <a:spcPct val="90000"/>
              </a:lnSpc>
              <a:buFont typeface="Wingdings" pitchFamily="2" charset="2"/>
              <a:buNone/>
            </a:pPr>
            <a:r>
              <a:rPr lang="en-US" altLang="zh-CN" sz="2800" dirty="0" err="1">
                <a:solidFill>
                  <a:srgbClr val="6600CC"/>
                </a:solidFill>
              </a:rPr>
              <a:t>eg.</a:t>
            </a:r>
            <a:r>
              <a:rPr lang="en-US" altLang="zh-CN" sz="2800" dirty="0">
                <a:solidFill>
                  <a:srgbClr val="6600CC"/>
                </a:solidFill>
              </a:rPr>
              <a:t> </a:t>
            </a:r>
            <a:r>
              <a:rPr lang="zh-CN" altLang="en-US" sz="2800" dirty="0">
                <a:solidFill>
                  <a:srgbClr val="6600CC"/>
                </a:solidFill>
              </a:rPr>
              <a:t>输入一个半径值</a:t>
            </a:r>
            <a:r>
              <a:rPr lang="en-US" altLang="zh-CN" sz="2800" dirty="0">
                <a:solidFill>
                  <a:srgbClr val="6600CC"/>
                </a:solidFill>
              </a:rPr>
              <a:t>, </a:t>
            </a:r>
            <a:r>
              <a:rPr lang="zh-CN" altLang="en-US" sz="2800" dirty="0">
                <a:solidFill>
                  <a:srgbClr val="6600CC"/>
                </a:solidFill>
              </a:rPr>
              <a:t>求圆的面积。</a:t>
            </a:r>
            <a:endParaRPr lang="zh-CN" altLang="en-US" sz="2800" dirty="0">
              <a:solidFill>
                <a:srgbClr val="6600CC"/>
              </a:solidFill>
              <a:cs typeface="Times New Roman" pitchFamily="18" charset="0"/>
            </a:endParaRPr>
          </a:p>
          <a:p>
            <a:pPr algn="just" eaLnBrk="1" hangingPunct="1">
              <a:lnSpc>
                <a:spcPct val="90000"/>
              </a:lnSpc>
              <a:buFont typeface="Wingdings" pitchFamily="2" charset="2"/>
              <a:buNone/>
            </a:pPr>
            <a:r>
              <a:rPr lang="en-US" altLang="zh-CN" sz="2800" dirty="0">
                <a:cs typeface="Times New Roman" pitchFamily="18" charset="0"/>
              </a:rPr>
              <a:t>#include &lt;</a:t>
            </a:r>
            <a:r>
              <a:rPr lang="en-US" altLang="zh-CN" sz="2800" dirty="0" err="1">
                <a:cs typeface="Times New Roman" pitchFamily="18" charset="0"/>
              </a:rPr>
              <a:t>stdio.h</a:t>
            </a:r>
            <a:r>
              <a:rPr lang="en-US" altLang="zh-CN" sz="2800" dirty="0">
                <a:cs typeface="Times New Roman" pitchFamily="18" charset="0"/>
              </a:rPr>
              <a:t>&gt;</a:t>
            </a:r>
          </a:p>
          <a:p>
            <a:pPr algn="just" eaLnBrk="1" hangingPunct="1">
              <a:lnSpc>
                <a:spcPct val="90000"/>
              </a:lnSpc>
              <a:buFont typeface="Wingdings" pitchFamily="2" charset="2"/>
              <a:buNone/>
            </a:pPr>
            <a:r>
              <a:rPr lang="en-US" altLang="zh-CN" sz="2800" dirty="0">
                <a:cs typeface="Times New Roman" pitchFamily="18" charset="0"/>
              </a:rPr>
              <a:t>#define </a:t>
            </a:r>
            <a:r>
              <a:rPr lang="en-US" altLang="zh-CN" sz="2800" dirty="0">
                <a:solidFill>
                  <a:srgbClr val="FFFF00"/>
                </a:solidFill>
                <a:cs typeface="Times New Roman" pitchFamily="18" charset="0"/>
              </a:rPr>
              <a:t> </a:t>
            </a:r>
            <a:r>
              <a:rPr lang="en-US" altLang="zh-CN" sz="2800" dirty="0">
                <a:solidFill>
                  <a:srgbClr val="CC00CC"/>
                </a:solidFill>
                <a:cs typeface="Times New Roman" pitchFamily="18" charset="0"/>
              </a:rPr>
              <a:t>PI </a:t>
            </a:r>
            <a:r>
              <a:rPr lang="en-US" altLang="zh-CN" sz="2800" dirty="0">
                <a:cs typeface="Times New Roman" pitchFamily="18" charset="0"/>
              </a:rPr>
              <a:t> 3.1415926</a:t>
            </a:r>
            <a:endParaRPr lang="en-US" altLang="zh-CN" sz="2800" dirty="0">
              <a:solidFill>
                <a:srgbClr val="FFFF00"/>
              </a:solidFill>
              <a:cs typeface="Times New Roman" pitchFamily="18" charset="0"/>
            </a:endParaRPr>
          </a:p>
          <a:p>
            <a:pPr algn="just" eaLnBrk="1" hangingPunct="1">
              <a:lnSpc>
                <a:spcPct val="90000"/>
              </a:lnSpc>
              <a:buFont typeface="Wingdings" pitchFamily="2" charset="2"/>
              <a:buNone/>
            </a:pPr>
            <a:r>
              <a:rPr lang="en-US" altLang="zh-CN" sz="2800" dirty="0">
                <a:cs typeface="Times New Roman" pitchFamily="18" charset="0"/>
              </a:rPr>
              <a:t>int main(void ) {</a:t>
            </a:r>
          </a:p>
          <a:p>
            <a:pPr algn="just" eaLnBrk="1" hangingPunct="1">
              <a:lnSpc>
                <a:spcPct val="90000"/>
              </a:lnSpc>
              <a:buFont typeface="Wingdings" pitchFamily="2" charset="2"/>
              <a:buNone/>
            </a:pPr>
            <a:r>
              <a:rPr lang="en-US" altLang="zh-CN" sz="2800" dirty="0">
                <a:cs typeface="Times New Roman" pitchFamily="18" charset="0"/>
              </a:rPr>
              <a:t>       double  r, s;</a:t>
            </a:r>
          </a:p>
          <a:p>
            <a:pPr algn="just" eaLnBrk="1" hangingPunct="1">
              <a:lnSpc>
                <a:spcPct val="90000"/>
              </a:lnSpc>
              <a:buFont typeface="Wingdings" pitchFamily="2" charset="2"/>
              <a:buNone/>
            </a:pPr>
            <a:endParaRPr lang="en-US" altLang="zh-CN" sz="1100" dirty="0">
              <a:cs typeface="Times New Roman" pitchFamily="18" charset="0"/>
            </a:endParaRPr>
          </a:p>
          <a:p>
            <a:pPr algn="just" eaLnBrk="1" hangingPunct="1">
              <a:lnSpc>
                <a:spcPct val="90000"/>
              </a:lnSpc>
              <a:buFont typeface="Wingdings" pitchFamily="2" charset="2"/>
              <a:buNone/>
            </a:pPr>
            <a:r>
              <a:rPr lang="en-US" altLang="zh-CN" sz="2800" dirty="0">
                <a:cs typeface="Times New Roman" pitchFamily="18" charset="0"/>
              </a:rPr>
              <a:t>       </a:t>
            </a:r>
            <a:r>
              <a:rPr lang="en-US" altLang="zh-CN" sz="2800" dirty="0" err="1">
                <a:solidFill>
                  <a:srgbClr val="EB27C6"/>
                </a:solidFill>
                <a:cs typeface="Times New Roman" pitchFamily="18" charset="0"/>
              </a:rPr>
              <a:t>scanf</a:t>
            </a:r>
            <a:r>
              <a:rPr lang="en-US" altLang="zh-CN" sz="2800" dirty="0">
                <a:solidFill>
                  <a:srgbClr val="EB27C6"/>
                </a:solidFill>
                <a:cs typeface="Times New Roman" pitchFamily="18" charset="0"/>
              </a:rPr>
              <a:t>(" %lf", &amp;r);</a:t>
            </a:r>
          </a:p>
          <a:p>
            <a:pPr algn="just" eaLnBrk="1" hangingPunct="1">
              <a:lnSpc>
                <a:spcPct val="90000"/>
              </a:lnSpc>
              <a:buFont typeface="Wingdings" pitchFamily="2" charset="2"/>
              <a:buNone/>
            </a:pPr>
            <a:r>
              <a:rPr lang="en-US" altLang="zh-CN" sz="2800" dirty="0">
                <a:solidFill>
                  <a:srgbClr val="EB27C6"/>
                </a:solidFill>
                <a:cs typeface="Times New Roman" pitchFamily="18" charset="0"/>
              </a:rPr>
              <a:t>       s = PI * r * r;</a:t>
            </a:r>
          </a:p>
          <a:p>
            <a:pPr algn="just" eaLnBrk="1" hangingPunct="1">
              <a:lnSpc>
                <a:spcPct val="90000"/>
              </a:lnSpc>
              <a:buFont typeface="Wingdings" pitchFamily="2" charset="2"/>
              <a:buNone/>
            </a:pPr>
            <a:r>
              <a:rPr lang="en-US" altLang="zh-CN" sz="2800" dirty="0">
                <a:solidFill>
                  <a:srgbClr val="EB27C6"/>
                </a:solidFill>
                <a:cs typeface="Times New Roman" pitchFamily="18" charset="0"/>
              </a:rPr>
              <a:t>       </a:t>
            </a:r>
            <a:r>
              <a:rPr lang="en-US" altLang="zh-CN" sz="2800" dirty="0" err="1">
                <a:solidFill>
                  <a:srgbClr val="EB27C6"/>
                </a:solidFill>
                <a:cs typeface="Times New Roman" pitchFamily="18" charset="0"/>
              </a:rPr>
              <a:t>printf</a:t>
            </a:r>
            <a:r>
              <a:rPr lang="en-US" altLang="zh-CN" sz="2800" dirty="0">
                <a:solidFill>
                  <a:srgbClr val="EB27C6"/>
                </a:solidFill>
                <a:cs typeface="Times New Roman" pitchFamily="18" charset="0"/>
              </a:rPr>
              <a:t>( "area =  %.2f\n", s);</a:t>
            </a:r>
          </a:p>
          <a:p>
            <a:pPr algn="just" eaLnBrk="1" hangingPunct="1">
              <a:lnSpc>
                <a:spcPct val="90000"/>
              </a:lnSpc>
              <a:buFont typeface="Wingdings" pitchFamily="2" charset="2"/>
              <a:buNone/>
            </a:pPr>
            <a:r>
              <a:rPr lang="en-US" altLang="zh-CN" sz="2800" dirty="0">
                <a:cs typeface="Times New Roman" pitchFamily="18" charset="0"/>
              </a:rPr>
              <a:t>       return 0; </a:t>
            </a:r>
          </a:p>
          <a:p>
            <a:pPr algn="just" eaLnBrk="1" hangingPunct="1">
              <a:lnSpc>
                <a:spcPct val="90000"/>
              </a:lnSpc>
              <a:buFont typeface="Wingdings" pitchFamily="2" charset="2"/>
              <a:buNone/>
            </a:pPr>
            <a:r>
              <a:rPr lang="en-US" altLang="zh-CN" sz="2800" dirty="0">
                <a:cs typeface="Times New Roman" pitchFamily="18" charset="0"/>
              </a:rPr>
              <a:t>}</a:t>
            </a:r>
          </a:p>
          <a:p>
            <a:pPr algn="just" eaLnBrk="1" hangingPunct="1">
              <a:lnSpc>
                <a:spcPct val="90000"/>
              </a:lnSpc>
              <a:buFont typeface="Wingdings" pitchFamily="2" charset="2"/>
              <a:buNone/>
            </a:pPr>
            <a:r>
              <a:rPr lang="zh-CN" altLang="en-US" sz="2800" dirty="0"/>
              <a:t>输入不同</a:t>
            </a:r>
            <a:r>
              <a:rPr lang="en-US" altLang="zh-CN" sz="2800" dirty="0"/>
              <a:t>r</a:t>
            </a:r>
            <a:r>
              <a:rPr lang="zh-CN" altLang="en-US" sz="2800" dirty="0"/>
              <a:t>值？</a:t>
            </a:r>
          </a:p>
        </p:txBody>
      </p:sp>
      <p:sp>
        <p:nvSpPr>
          <p:cNvPr id="21507" name="Text Box 3"/>
          <p:cNvSpPr txBox="1">
            <a:spLocks noChangeArrowheads="1"/>
          </p:cNvSpPr>
          <p:nvPr/>
        </p:nvSpPr>
        <p:spPr bwMode="auto">
          <a:xfrm>
            <a:off x="3266052" y="5486448"/>
            <a:ext cx="2544233" cy="13234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lr>
                <a:schemeClr val="accent2"/>
              </a:buClr>
              <a:buSzPct val="80000"/>
              <a:buFont typeface="Wingdings" pitchFamily="2" charset="2"/>
              <a:buChar char="l"/>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tx1"/>
              </a:buClr>
              <a:buSzPct val="9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accent1"/>
              </a:buClr>
              <a:buSzPct val="60000"/>
              <a:buFont typeface="Wingdings" pitchFamily="2" charset="2"/>
              <a:buChar char="l"/>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accent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0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Arial" pitchFamily="34" charset="0"/>
              </a:rPr>
              <a:t>程序执行：</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000" b="1" i="0" u="sng" strike="noStrike" kern="1200" cap="none" spc="0" normalizeH="0" baseline="0" noProof="0" dirty="0">
                <a:ln>
                  <a:noFill/>
                </a:ln>
                <a:solidFill>
                  <a:srgbClr val="CC00CC"/>
                </a:solidFill>
                <a:effectLst/>
                <a:uLnTx/>
                <a:uFillTx/>
                <a:latin typeface="Times New Roman" pitchFamily="18" charset="0"/>
                <a:ea typeface="宋体" pitchFamily="2" charset="-122"/>
                <a:cs typeface="Arial" pitchFamily="34" charset="0"/>
              </a:rPr>
              <a:t>1</a:t>
            </a:r>
            <a:r>
              <a:rPr kumimoji="1" lang="en-US" altLang="zh-CN" sz="2000" b="1" i="0" u="sng" strike="noStrike" kern="1200" cap="none" spc="0" normalizeH="0" baseline="0" noProof="0" dirty="0">
                <a:ln>
                  <a:noFill/>
                </a:ln>
                <a:solidFill>
                  <a:srgbClr val="CC00CC"/>
                </a:solidFill>
                <a:effectLst/>
                <a:uLnTx/>
                <a:uFillTx/>
                <a:latin typeface="宋体" pitchFamily="2" charset="-122"/>
                <a:ea typeface="宋体" pitchFamily="2" charset="-122"/>
                <a:cs typeface="Arial" pitchFamily="34" charset="0"/>
              </a:rPr>
              <a:t>↙</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0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Arial" pitchFamily="34" charset="0"/>
              </a:rPr>
              <a:t>area = 3.14</a:t>
            </a:r>
          </a:p>
        </p:txBody>
      </p:sp>
      <p:sp>
        <p:nvSpPr>
          <p:cNvPr id="72708" name="Text Box 4"/>
          <p:cNvSpPr txBox="1">
            <a:spLocks noChangeArrowheads="1"/>
          </p:cNvSpPr>
          <p:nvPr/>
        </p:nvSpPr>
        <p:spPr bwMode="auto">
          <a:xfrm>
            <a:off x="6551117" y="2216150"/>
            <a:ext cx="5327649" cy="3785652"/>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SzPct val="80000"/>
              <a:buFont typeface="Wingdings" pitchFamily="2" charset="2"/>
              <a:buChar char="l"/>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tx1"/>
              </a:buClr>
              <a:buSzPct val="9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accent1"/>
              </a:buClr>
              <a:buSzPct val="60000"/>
              <a:buFont typeface="Wingdings" pitchFamily="2" charset="2"/>
              <a:buChar char="l"/>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accent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Wingdings" pitchFamily="2" charset="2"/>
              <a:buNone/>
              <a:tabLst/>
              <a:defRPr/>
            </a:pPr>
            <a:r>
              <a:rPr kumimoji="1" lang="en-US" altLang="zh-CN"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Arial" pitchFamily="34" charset="0"/>
              </a:rPr>
              <a:t> /  * </a:t>
            </a:r>
            <a:r>
              <a:rPr kumimoji="1" lang="zh-CN" altLang="en-US"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Arial" pitchFamily="34" charset="0"/>
              </a:rPr>
              <a:t>输入</a:t>
            </a:r>
            <a:r>
              <a:rPr kumimoji="1" lang="en-US" altLang="zh-CN"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Arial" pitchFamily="34" charset="0"/>
              </a:rPr>
              <a:t>50</a:t>
            </a:r>
            <a:r>
              <a:rPr kumimoji="1" lang="zh-CN" altLang="en-US"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Arial" pitchFamily="34" charset="0"/>
              </a:rPr>
              <a:t>个半径</a:t>
            </a:r>
            <a:r>
              <a:rPr kumimoji="1" lang="en-US" altLang="zh-CN"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Arial" pitchFamily="34" charset="0"/>
              </a:rPr>
              <a:t>, </a:t>
            </a:r>
            <a:r>
              <a:rPr kumimoji="1" lang="zh-CN" altLang="en-US"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Arial" pitchFamily="34" charset="0"/>
              </a:rPr>
              <a:t>求相应圆的面积 * </a:t>
            </a:r>
            <a:r>
              <a:rPr kumimoji="1" lang="en-US" altLang="zh-CN"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Arial" pitchFamily="34" charset="0"/>
              </a:rPr>
              <a:t> / </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altLang="zh-CN"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Arial" pitchFamily="34" charset="0"/>
              </a:rPr>
              <a:t>int </a:t>
            </a:r>
            <a:r>
              <a:rPr kumimoji="1" lang="en-US" altLang="zh-CN" sz="24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Arial" pitchFamily="34" charset="0"/>
              </a:rPr>
              <a:t>i</a:t>
            </a:r>
            <a:r>
              <a:rPr kumimoji="1" lang="en-US" altLang="zh-CN"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Arial" pitchFamily="34" charset="0"/>
              </a:rPr>
              <a:t> = 1;</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altLang="zh-CN"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srgbClr val="54A5BF"/>
                </a:solidFill>
                <a:effectLst/>
                <a:uLnTx/>
                <a:uFillTx/>
                <a:latin typeface="Times New Roman" pitchFamily="18" charset="0"/>
                <a:ea typeface="宋体" pitchFamily="2" charset="-122"/>
                <a:cs typeface="Arial" pitchFamily="34" charset="0"/>
              </a:rPr>
              <a:t>while(</a:t>
            </a:r>
            <a:r>
              <a:rPr kumimoji="1" lang="en-US" altLang="zh-CN" sz="2400" b="1" i="0" u="none" strike="noStrike" kern="1200" cap="none" spc="0" normalizeH="0" baseline="0" noProof="0" dirty="0" err="1">
                <a:ln>
                  <a:noFill/>
                </a:ln>
                <a:solidFill>
                  <a:srgbClr val="54A5BF"/>
                </a:solidFill>
                <a:effectLst/>
                <a:uLnTx/>
                <a:uFillTx/>
                <a:latin typeface="Times New Roman" pitchFamily="18" charset="0"/>
                <a:ea typeface="宋体" pitchFamily="2" charset="-122"/>
                <a:cs typeface="Arial" pitchFamily="34" charset="0"/>
              </a:rPr>
              <a:t>i</a:t>
            </a:r>
            <a:r>
              <a:rPr kumimoji="1" lang="en-US" altLang="zh-CN" sz="2400" b="1" i="0" u="none" strike="noStrike" kern="1200" cap="none" spc="0" normalizeH="0" baseline="0" noProof="0" dirty="0">
                <a:ln>
                  <a:noFill/>
                </a:ln>
                <a:solidFill>
                  <a:srgbClr val="54A5BF"/>
                </a:solidFill>
                <a:effectLst/>
                <a:uLnTx/>
                <a:uFillTx/>
                <a:latin typeface="Times New Roman" pitchFamily="18" charset="0"/>
                <a:ea typeface="宋体" pitchFamily="2" charset="-122"/>
                <a:cs typeface="Arial" pitchFamily="34" charset="0"/>
              </a:rPr>
              <a:t>  &lt;= 50) {</a:t>
            </a:r>
          </a:p>
          <a:p>
            <a:pPr marL="0" marR="0" lvl="0" indent="0" algn="l" defTabSz="914400" rtl="0" eaLnBrk="1" fontAlgn="base" latinLnBrk="0" hangingPunct="1">
              <a:lnSpc>
                <a:spcPct val="100000"/>
              </a:lnSpc>
              <a:spcBef>
                <a:spcPct val="0"/>
              </a:spcBef>
              <a:spcAft>
                <a:spcPct val="0"/>
              </a:spcAft>
              <a:buClrTx/>
              <a:buSzTx/>
              <a:buFont typeface="Wingdings" pitchFamily="2" charset="2"/>
              <a:buNone/>
              <a:tabLst/>
              <a:defRPr/>
            </a:pPr>
            <a:r>
              <a:rPr kumimoji="1" lang="en-US" altLang="zh-CN" sz="2400" b="1" i="0" u="none" strike="noStrike" kern="1200" cap="none" spc="0" normalizeH="0" baseline="0" noProof="0" dirty="0">
                <a:ln>
                  <a:noFill/>
                </a:ln>
                <a:solidFill>
                  <a:srgbClr val="EB27C6"/>
                </a:solidFill>
                <a:effectLst/>
                <a:uLnTx/>
                <a:uFillTx/>
                <a:latin typeface="Times New Roman" pitchFamily="18" charset="0"/>
                <a:ea typeface="宋体" pitchFamily="2" charset="-122"/>
                <a:cs typeface="Arial" pitchFamily="34" charset="0"/>
              </a:rPr>
              <a:t>       </a:t>
            </a:r>
            <a:r>
              <a:rPr kumimoji="1" lang="en-US" altLang="zh-CN" sz="2400" b="1" i="0" u="none" strike="noStrike" kern="1200" cap="none" spc="0" normalizeH="0" baseline="0" noProof="0" dirty="0" err="1">
                <a:ln>
                  <a:noFill/>
                </a:ln>
                <a:solidFill>
                  <a:srgbClr val="EB27C6"/>
                </a:solidFill>
                <a:effectLst/>
                <a:uLnTx/>
                <a:uFillTx/>
                <a:latin typeface="Times New Roman" pitchFamily="18" charset="0"/>
                <a:ea typeface="宋体" pitchFamily="2" charset="-122"/>
                <a:cs typeface="Arial" pitchFamily="34" charset="0"/>
              </a:rPr>
              <a:t>scanf</a:t>
            </a:r>
            <a:r>
              <a:rPr kumimoji="1" lang="en-US" altLang="zh-CN" sz="2400" b="1" i="0" u="none" strike="noStrike" kern="1200" cap="none" spc="0" normalizeH="0" baseline="0" noProof="0" dirty="0">
                <a:ln>
                  <a:noFill/>
                </a:ln>
                <a:solidFill>
                  <a:srgbClr val="EB27C6"/>
                </a:solidFill>
                <a:effectLst/>
                <a:uLnTx/>
                <a:uFillTx/>
                <a:latin typeface="Times New Roman" pitchFamily="18" charset="0"/>
                <a:ea typeface="宋体" pitchFamily="2" charset="-122"/>
                <a:cs typeface="Arial" pitchFamily="34" charset="0"/>
              </a:rPr>
              <a:t>(" %lf", &amp;r); </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srgbClr val="EB27C6"/>
                </a:solidFill>
                <a:effectLst/>
                <a:uLnTx/>
                <a:uFillTx/>
                <a:latin typeface="Times New Roman" pitchFamily="18" charset="0"/>
                <a:ea typeface="宋体" pitchFamily="2" charset="-122"/>
                <a:cs typeface="Arial" pitchFamily="34" charset="0"/>
              </a:rPr>
              <a:t>       s = PI * r * r;</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srgbClr val="EB27C6"/>
                </a:solidFill>
                <a:effectLst/>
                <a:uLnTx/>
                <a:uFillTx/>
                <a:latin typeface="Times New Roman" pitchFamily="18" charset="0"/>
                <a:ea typeface="宋体" pitchFamily="2" charset="-122"/>
                <a:cs typeface="Arial" pitchFamily="34" charset="0"/>
              </a:rPr>
              <a:t>       </a:t>
            </a:r>
            <a:r>
              <a:rPr kumimoji="1" lang="en-US" altLang="zh-CN" sz="2400" b="1" i="0" u="none" strike="noStrike" kern="1200" cap="none" spc="0" normalizeH="0" baseline="0" noProof="0" dirty="0" err="1">
                <a:ln>
                  <a:noFill/>
                </a:ln>
                <a:solidFill>
                  <a:srgbClr val="EB27C6"/>
                </a:solidFill>
                <a:effectLst/>
                <a:uLnTx/>
                <a:uFillTx/>
                <a:latin typeface="Times New Roman" pitchFamily="18" charset="0"/>
                <a:ea typeface="宋体" pitchFamily="2" charset="-122"/>
                <a:cs typeface="Arial" pitchFamily="34" charset="0"/>
              </a:rPr>
              <a:t>printf</a:t>
            </a:r>
            <a:r>
              <a:rPr kumimoji="1" lang="en-US" altLang="zh-CN" sz="2400" b="1" i="0" u="none" strike="noStrike" kern="1200" cap="none" spc="0" normalizeH="0" baseline="0" noProof="0" dirty="0">
                <a:ln>
                  <a:noFill/>
                </a:ln>
                <a:solidFill>
                  <a:srgbClr val="EB27C6"/>
                </a:solidFill>
                <a:effectLst/>
                <a:uLnTx/>
                <a:uFillTx/>
                <a:latin typeface="Times New Roman" pitchFamily="18" charset="0"/>
                <a:ea typeface="宋体" pitchFamily="2" charset="-122"/>
                <a:cs typeface="Arial" pitchFamily="34" charset="0"/>
              </a:rPr>
              <a:t>( "area =  %. 2f\n", s);</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srgbClr val="54A5BF"/>
                </a:solidFill>
                <a:effectLst/>
                <a:uLnTx/>
                <a:uFillTx/>
                <a:latin typeface="Times New Roman" pitchFamily="18" charset="0"/>
                <a:ea typeface="宋体" pitchFamily="2" charset="-122"/>
                <a:cs typeface="Arial" pitchFamily="34" charset="0"/>
              </a:rPr>
              <a:t>       </a:t>
            </a:r>
            <a:r>
              <a:rPr kumimoji="1" lang="en-US" altLang="zh-CN" sz="2400" b="1" i="0" u="none" strike="noStrike" kern="1200" cap="none" spc="0" normalizeH="0" baseline="0" noProof="0" dirty="0" err="1">
                <a:ln>
                  <a:noFill/>
                </a:ln>
                <a:solidFill>
                  <a:srgbClr val="54A5BF"/>
                </a:solidFill>
                <a:effectLst/>
                <a:uLnTx/>
                <a:uFillTx/>
                <a:latin typeface="Times New Roman" pitchFamily="18" charset="0"/>
                <a:ea typeface="宋体" pitchFamily="2" charset="-122"/>
                <a:cs typeface="Arial" pitchFamily="34" charset="0"/>
              </a:rPr>
              <a:t>i</a:t>
            </a:r>
            <a:r>
              <a:rPr kumimoji="1" lang="en-US" altLang="zh-CN" sz="2400" b="1" i="0" u="none" strike="noStrike" kern="1200" cap="none" spc="0" normalizeH="0" baseline="0" noProof="0" dirty="0">
                <a:ln>
                  <a:noFill/>
                </a:ln>
                <a:solidFill>
                  <a:srgbClr val="54A5BF"/>
                </a:solidFill>
                <a:effectLst/>
                <a:uLnTx/>
                <a:uFillTx/>
                <a:latin typeface="Times New Roman" pitchFamily="18" charset="0"/>
                <a:ea typeface="宋体" pitchFamily="2" charset="-122"/>
                <a:cs typeface="Arial" pitchFamily="34" charset="0"/>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srgbClr val="54A5BF"/>
                </a:solidFill>
                <a:effectLst/>
                <a:uLnTx/>
                <a:uFillTx/>
                <a:latin typeface="Times New Roman" pitchFamily="18" charset="0"/>
                <a:ea typeface="宋体" pitchFamily="2" charset="-122"/>
                <a:cs typeface="Arial" pitchFamily="34" charset="0"/>
              </a:rPr>
              <a:t>}</a:t>
            </a:r>
          </a:p>
        </p:txBody>
      </p:sp>
      <p:sp>
        <p:nvSpPr>
          <p:cNvPr id="5" name="Rectangle 2"/>
          <p:cNvSpPr txBox="1">
            <a:spLocks noChangeArrowheads="1"/>
          </p:cNvSpPr>
          <p:nvPr/>
        </p:nvSpPr>
        <p:spPr>
          <a:xfrm>
            <a:off x="812800" y="304800"/>
            <a:ext cx="10363200" cy="609600"/>
          </a:xfrm>
          <a:prstGeom prst="rect">
            <a:avLst/>
          </a:prstGeom>
        </p:spPr>
        <p:txBody>
          <a:bodyPr vert="horz" wrap="square" lIns="90170" tIns="46990" rIns="90170" bIns="46990" rtlCol="0" anchor="ctr" anchorCtr="0">
            <a:noAutofit/>
          </a:bodyPr>
          <a:lstStyle>
            <a:lvl1pPr marL="0" marR="0" algn="l" defTabSz="914400" rtl="0" eaLnBrk="1" fontAlgn="auto" latinLnBrk="0" hangingPunct="1">
              <a:lnSpc>
                <a:spcPct val="100000"/>
              </a:lnSpc>
              <a:spcBef>
                <a:spcPct val="0"/>
              </a:spcBef>
              <a:buNone/>
              <a:defRPr kumimoji="0" lang="zh-CN" altLang="en-US" sz="36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3600" b="1" i="0" u="none" strike="noStrike" kern="1200" cap="none" spc="200" normalizeH="0" baseline="0" noProof="1">
                <a:ln>
                  <a:noFill/>
                </a:ln>
                <a:solidFill>
                  <a:srgbClr val="000000"/>
                </a:solidFill>
                <a:effectLst/>
                <a:uLnTx/>
                <a:uFillTx/>
                <a:latin typeface="Arial" panose="020B0604020202020204" pitchFamily="34" charset="0"/>
                <a:ea typeface="微软雅黑" panose="020B0503020204020204" charset="-122"/>
                <a:cs typeface="+mj-cs"/>
                <a:sym typeface="+mn-ea"/>
              </a:rPr>
              <a:t>循环结构</a:t>
            </a:r>
          </a:p>
        </p:txBody>
      </p:sp>
    </p:spTree>
    <p:extLst>
      <p:ext uri="{BB962C8B-B14F-4D97-AF65-F5344CB8AC3E}">
        <p14:creationId xmlns:p14="http://schemas.microsoft.com/office/powerpoint/2010/main" val="3009757971"/>
      </p:ext>
    </p:ext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27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8" grpId="0" animBg="1"/>
    </p:bld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579" name="Rectangle 3"/>
          <p:cNvSpPr>
            <a:spLocks noGrp="1" noChangeArrowheads="1"/>
          </p:cNvSpPr>
          <p:nvPr>
            <p:ph type="body" idx="1"/>
          </p:nvPr>
        </p:nvSpPr>
        <p:spPr>
          <a:xfrm>
            <a:off x="812800" y="1524000"/>
            <a:ext cx="10363200" cy="4929188"/>
          </a:xfrm>
        </p:spPr>
        <p:txBody>
          <a:bodyPr/>
          <a:lstStyle/>
          <a:p>
            <a:pPr algn="just" eaLnBrk="1" hangingPunct="1">
              <a:lnSpc>
                <a:spcPct val="80000"/>
              </a:lnSpc>
              <a:buFont typeface="Wingdings" pitchFamily="2" charset="2"/>
              <a:buNone/>
            </a:pPr>
            <a:r>
              <a:rPr lang="zh-CN" altLang="en-US" sz="2800" dirty="0"/>
              <a:t>一般形式：</a:t>
            </a:r>
            <a:endParaRPr lang="zh-CN" altLang="en-US" sz="2800" dirty="0">
              <a:cs typeface="Times New Roman" pitchFamily="18" charset="0"/>
            </a:endParaRPr>
          </a:p>
          <a:p>
            <a:pPr algn="just" eaLnBrk="1" hangingPunct="1">
              <a:lnSpc>
                <a:spcPct val="80000"/>
              </a:lnSpc>
              <a:buFont typeface="Wingdings" pitchFamily="2" charset="2"/>
              <a:buNone/>
            </a:pPr>
            <a:r>
              <a:rPr lang="zh-CN" altLang="en-US" sz="2800" dirty="0">
                <a:solidFill>
                  <a:srgbClr val="FFFF00"/>
                </a:solidFill>
              </a:rPr>
              <a:t>　　</a:t>
            </a:r>
            <a:r>
              <a:rPr lang="en-US" altLang="zh-CN" sz="2800" dirty="0">
                <a:solidFill>
                  <a:srgbClr val="CC00CC"/>
                </a:solidFill>
              </a:rPr>
              <a:t>while (</a:t>
            </a:r>
            <a:r>
              <a:rPr lang="zh-CN" altLang="en-US" sz="2800" dirty="0">
                <a:solidFill>
                  <a:srgbClr val="CC00CC"/>
                </a:solidFill>
              </a:rPr>
              <a:t>表达式</a:t>
            </a:r>
            <a:r>
              <a:rPr lang="en-US" altLang="zh-CN" sz="2800" dirty="0">
                <a:solidFill>
                  <a:srgbClr val="CC00CC"/>
                </a:solidFill>
              </a:rPr>
              <a:t>){         </a:t>
            </a:r>
            <a:endParaRPr lang="en-US" altLang="zh-CN" sz="2800" dirty="0">
              <a:solidFill>
                <a:srgbClr val="CC00CC"/>
              </a:solidFill>
              <a:cs typeface="Times New Roman" pitchFamily="18" charset="0"/>
            </a:endParaRPr>
          </a:p>
          <a:p>
            <a:pPr algn="just" eaLnBrk="1" hangingPunct="1">
              <a:lnSpc>
                <a:spcPct val="80000"/>
              </a:lnSpc>
              <a:buFont typeface="Wingdings" pitchFamily="2" charset="2"/>
              <a:buNone/>
            </a:pPr>
            <a:r>
              <a:rPr lang="en-US" altLang="zh-CN" sz="2800" dirty="0">
                <a:solidFill>
                  <a:srgbClr val="CC00CC"/>
                </a:solidFill>
              </a:rPr>
              <a:t>    </a:t>
            </a:r>
            <a:r>
              <a:rPr lang="zh-CN" altLang="en-US" sz="2800" dirty="0">
                <a:solidFill>
                  <a:srgbClr val="CC00CC"/>
                </a:solidFill>
              </a:rPr>
              <a:t>　　　语句 </a:t>
            </a:r>
            <a:r>
              <a:rPr lang="en-US" altLang="zh-CN" sz="2800" dirty="0">
                <a:solidFill>
                  <a:srgbClr val="CC00CC"/>
                </a:solidFill>
              </a:rPr>
              <a:t>1;</a:t>
            </a:r>
            <a:endParaRPr lang="zh-CN" altLang="en-US" sz="2800" dirty="0">
              <a:solidFill>
                <a:srgbClr val="CC00CC"/>
              </a:solidFill>
            </a:endParaRPr>
          </a:p>
          <a:p>
            <a:pPr algn="just" eaLnBrk="1" hangingPunct="1">
              <a:lnSpc>
                <a:spcPct val="80000"/>
              </a:lnSpc>
              <a:buFont typeface="Wingdings" pitchFamily="2" charset="2"/>
              <a:buNone/>
            </a:pPr>
            <a:r>
              <a:rPr lang="zh-CN" altLang="en-US" sz="2800" dirty="0">
                <a:solidFill>
                  <a:srgbClr val="CC00CC"/>
                </a:solidFill>
              </a:rPr>
              <a:t>                语句 </a:t>
            </a:r>
            <a:r>
              <a:rPr lang="en-US" altLang="zh-CN" sz="2800" dirty="0">
                <a:solidFill>
                  <a:srgbClr val="CC00CC"/>
                </a:solidFill>
              </a:rPr>
              <a:t>2;</a:t>
            </a:r>
            <a:endParaRPr lang="zh-CN" altLang="en-US" sz="2800" dirty="0">
              <a:solidFill>
                <a:srgbClr val="CC00CC"/>
              </a:solidFill>
            </a:endParaRPr>
          </a:p>
          <a:p>
            <a:pPr algn="just" eaLnBrk="1" hangingPunct="1">
              <a:lnSpc>
                <a:spcPct val="80000"/>
              </a:lnSpc>
              <a:buFont typeface="Wingdings" pitchFamily="2" charset="2"/>
              <a:buNone/>
            </a:pPr>
            <a:r>
              <a:rPr lang="zh-CN" altLang="en-US" sz="2800" dirty="0">
                <a:solidFill>
                  <a:srgbClr val="CC00CC"/>
                </a:solidFill>
              </a:rPr>
              <a:t>                 </a:t>
            </a:r>
            <a:r>
              <a:rPr lang="en-US" altLang="zh-CN" sz="2800" dirty="0">
                <a:solidFill>
                  <a:srgbClr val="CC00CC"/>
                </a:solidFill>
              </a:rPr>
              <a:t>…</a:t>
            </a:r>
          </a:p>
          <a:p>
            <a:pPr algn="just" eaLnBrk="1" hangingPunct="1">
              <a:lnSpc>
                <a:spcPct val="80000"/>
              </a:lnSpc>
              <a:buFont typeface="Wingdings" pitchFamily="2" charset="2"/>
              <a:buNone/>
            </a:pPr>
            <a:r>
              <a:rPr lang="en-US" altLang="zh-CN" sz="2800" dirty="0">
                <a:solidFill>
                  <a:srgbClr val="CC00CC"/>
                </a:solidFill>
              </a:rPr>
              <a:t>         }</a:t>
            </a:r>
            <a:endParaRPr lang="en-US" altLang="zh-CN" sz="2800" dirty="0">
              <a:solidFill>
                <a:srgbClr val="CC00CC"/>
              </a:solidFill>
              <a:cs typeface="Times New Roman" pitchFamily="18" charset="0"/>
            </a:endParaRPr>
          </a:p>
          <a:p>
            <a:pPr algn="just" eaLnBrk="1" hangingPunct="1">
              <a:lnSpc>
                <a:spcPct val="80000"/>
              </a:lnSpc>
              <a:buFont typeface="Wingdings" pitchFamily="2" charset="2"/>
              <a:buNone/>
            </a:pPr>
            <a:endParaRPr lang="en-US" altLang="zh-CN" sz="2800" dirty="0">
              <a:solidFill>
                <a:srgbClr val="CC00CC"/>
              </a:solidFill>
            </a:endParaRPr>
          </a:p>
          <a:p>
            <a:pPr algn="just" eaLnBrk="1" hangingPunct="1">
              <a:lnSpc>
                <a:spcPct val="80000"/>
              </a:lnSpc>
              <a:buFont typeface="Wingdings" pitchFamily="2" charset="2"/>
              <a:buNone/>
            </a:pPr>
            <a:endParaRPr lang="en-US" altLang="zh-CN" sz="2400" dirty="0"/>
          </a:p>
          <a:p>
            <a:pPr algn="just" eaLnBrk="1" hangingPunct="1">
              <a:lnSpc>
                <a:spcPct val="80000"/>
              </a:lnSpc>
              <a:buFont typeface="Wingdings" pitchFamily="2" charset="2"/>
              <a:buNone/>
            </a:pPr>
            <a:r>
              <a:rPr lang="zh-CN" altLang="en-US" sz="2400" dirty="0"/>
              <a:t>表达式 </a:t>
            </a:r>
            <a:r>
              <a:rPr lang="en-US" altLang="zh-CN" sz="2400" dirty="0"/>
              <a:t>- </a:t>
            </a:r>
            <a:r>
              <a:rPr lang="zh-CN" altLang="en-US" sz="2400" dirty="0"/>
              <a:t>循环条件</a:t>
            </a:r>
            <a:r>
              <a:rPr lang="en-US" altLang="zh-CN" sz="2400" dirty="0"/>
              <a:t>, </a:t>
            </a:r>
            <a:r>
              <a:rPr lang="zh-CN" altLang="en-US" sz="2400" dirty="0"/>
              <a:t>语句 </a:t>
            </a:r>
            <a:r>
              <a:rPr lang="en-US" altLang="zh-CN" sz="2400" dirty="0"/>
              <a:t>- </a:t>
            </a:r>
            <a:r>
              <a:rPr lang="zh-CN" altLang="en-US" sz="2400" dirty="0"/>
              <a:t>循环体</a:t>
            </a:r>
          </a:p>
          <a:p>
            <a:pPr algn="just" eaLnBrk="1" hangingPunct="1">
              <a:lnSpc>
                <a:spcPct val="80000"/>
              </a:lnSpc>
              <a:buFont typeface="Wingdings" pitchFamily="2" charset="2"/>
              <a:buNone/>
            </a:pPr>
            <a:r>
              <a:rPr lang="en-US" altLang="zh-CN" sz="2800" dirty="0">
                <a:solidFill>
                  <a:srgbClr val="3333FF"/>
                </a:solidFill>
              </a:rPr>
              <a:t>while (</a:t>
            </a:r>
            <a:r>
              <a:rPr lang="zh-CN" altLang="en-US" sz="2800" dirty="0">
                <a:solidFill>
                  <a:srgbClr val="3333FF"/>
                </a:solidFill>
              </a:rPr>
              <a:t>表达式</a:t>
            </a:r>
            <a:r>
              <a:rPr lang="en-US" altLang="zh-CN" sz="2800" dirty="0">
                <a:solidFill>
                  <a:srgbClr val="3333FF"/>
                </a:solidFill>
              </a:rPr>
              <a:t>)</a:t>
            </a:r>
            <a:r>
              <a:rPr lang="zh-CN" altLang="en-US" sz="2800" dirty="0">
                <a:solidFill>
                  <a:srgbClr val="3333FF"/>
                </a:solidFill>
              </a:rPr>
              <a:t>         </a:t>
            </a:r>
            <a:endParaRPr lang="zh-CN" altLang="en-US" sz="2800" dirty="0">
              <a:solidFill>
                <a:srgbClr val="3333FF"/>
              </a:solidFill>
              <a:cs typeface="Times New Roman" pitchFamily="18" charset="0"/>
            </a:endParaRPr>
          </a:p>
          <a:p>
            <a:pPr algn="just" eaLnBrk="1" hangingPunct="1">
              <a:lnSpc>
                <a:spcPct val="80000"/>
              </a:lnSpc>
              <a:buFont typeface="Wingdings" pitchFamily="2" charset="2"/>
              <a:buNone/>
            </a:pPr>
            <a:r>
              <a:rPr lang="zh-CN" altLang="en-US" sz="2800" dirty="0">
                <a:solidFill>
                  <a:srgbClr val="3333FF"/>
                </a:solidFill>
              </a:rPr>
              <a:t>　　语句</a:t>
            </a:r>
            <a:r>
              <a:rPr lang="en-US" altLang="zh-CN" sz="2800" dirty="0">
                <a:solidFill>
                  <a:srgbClr val="3333FF"/>
                </a:solidFill>
              </a:rPr>
              <a:t>s;</a:t>
            </a:r>
            <a:endParaRPr lang="zh-CN" altLang="en-US" sz="2800" dirty="0">
              <a:solidFill>
                <a:srgbClr val="3333FF"/>
              </a:solidFill>
            </a:endParaRPr>
          </a:p>
        </p:txBody>
      </p:sp>
      <p:sp>
        <p:nvSpPr>
          <p:cNvPr id="25605" name="Rectangle 9"/>
          <p:cNvSpPr>
            <a:spLocks noChangeArrowheads="1"/>
          </p:cNvSpPr>
          <p:nvPr/>
        </p:nvSpPr>
        <p:spPr bwMode="auto">
          <a:xfrm>
            <a:off x="9323920" y="2430510"/>
            <a:ext cx="336549" cy="3889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spcBef>
                <a:spcPct val="20000"/>
              </a:spcBef>
              <a:buClr>
                <a:schemeClr val="accent2"/>
              </a:buClr>
              <a:buSzPct val="80000"/>
              <a:buFont typeface="Wingdings" pitchFamily="2" charset="2"/>
              <a:buChar char="l"/>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tx1"/>
              </a:buClr>
              <a:buSzPct val="9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accent1"/>
              </a:buClr>
              <a:buSzPct val="60000"/>
              <a:buFont typeface="Wingdings" pitchFamily="2" charset="2"/>
              <a:buChar char="l"/>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accent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9pPr>
          </a:lstStyle>
          <a:p>
            <a:pPr marL="0" marR="0" lvl="0" indent="0" algn="ctr" defTabSz="914400" rtl="0" eaLnBrk="0" fontAlgn="base" latinLnBrk="0" hangingPunct="0">
              <a:lnSpc>
                <a:spcPct val="72000"/>
              </a:lnSpc>
              <a:spcBef>
                <a:spcPct val="0"/>
              </a:spcBef>
              <a:spcAft>
                <a:spcPct val="0"/>
              </a:spcAft>
              <a:buClrTx/>
              <a:buSzTx/>
              <a:buFontTx/>
              <a:buNone/>
              <a:tabLst/>
              <a:defRPr/>
            </a:pPr>
            <a:r>
              <a:rPr kumimoji="0" lang="zh-CN" altLang="en-US" sz="1800" b="1" i="0" u="none" strike="noStrike" kern="1200" cap="none" spc="0" normalizeH="0" baseline="0" noProof="0">
                <a:ln>
                  <a:noFill/>
                </a:ln>
                <a:solidFill>
                  <a:srgbClr val="000000"/>
                </a:solidFill>
                <a:effectLst/>
                <a:uLnTx/>
                <a:uFillTx/>
                <a:latin typeface="Times New Roman" pitchFamily="18" charset="0"/>
                <a:ea typeface="宋体" pitchFamily="2" charset="-122"/>
                <a:cs typeface="Arial" pitchFamily="34" charset="0"/>
              </a:rPr>
              <a:t>真</a:t>
            </a:r>
          </a:p>
        </p:txBody>
      </p:sp>
      <p:sp>
        <p:nvSpPr>
          <p:cNvPr id="25606" name="Rectangle 10"/>
          <p:cNvSpPr>
            <a:spLocks noChangeArrowheads="1"/>
          </p:cNvSpPr>
          <p:nvPr/>
        </p:nvSpPr>
        <p:spPr bwMode="auto">
          <a:xfrm>
            <a:off x="10479619" y="1679575"/>
            <a:ext cx="419100" cy="387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spcBef>
                <a:spcPct val="20000"/>
              </a:spcBef>
              <a:buClr>
                <a:schemeClr val="accent2"/>
              </a:buClr>
              <a:buSzPct val="80000"/>
              <a:buFont typeface="Wingdings" pitchFamily="2" charset="2"/>
              <a:buChar char="l"/>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tx1"/>
              </a:buClr>
              <a:buSzPct val="9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accent1"/>
              </a:buClr>
              <a:buSzPct val="60000"/>
              <a:buFont typeface="Wingdings" pitchFamily="2" charset="2"/>
              <a:buChar char="l"/>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accent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9pPr>
          </a:lstStyle>
          <a:p>
            <a:pPr marL="0" marR="0" lvl="0" indent="0" algn="ctr" defTabSz="914400" rtl="0" eaLnBrk="0" fontAlgn="base" latinLnBrk="0" hangingPunct="0">
              <a:lnSpc>
                <a:spcPct val="72000"/>
              </a:lnSpc>
              <a:spcBef>
                <a:spcPct val="0"/>
              </a:spcBef>
              <a:spcAft>
                <a:spcPct val="0"/>
              </a:spcAft>
              <a:buClrTx/>
              <a:buSzTx/>
              <a:buFontTx/>
              <a:buNone/>
              <a:tabLst/>
              <a:defRPr/>
            </a:pPr>
            <a:r>
              <a:rPr kumimoji="0" lang="zh-CN" altLang="en-US" sz="1800" b="1" i="0" u="none" strike="noStrike" kern="1200" cap="none" spc="0" normalizeH="0" baseline="0" noProof="0">
                <a:ln>
                  <a:noFill/>
                </a:ln>
                <a:solidFill>
                  <a:srgbClr val="000000"/>
                </a:solidFill>
                <a:effectLst/>
                <a:uLnTx/>
                <a:uFillTx/>
                <a:latin typeface="Times New Roman" pitchFamily="18" charset="0"/>
                <a:ea typeface="宋体" pitchFamily="2" charset="-122"/>
                <a:cs typeface="Arial" pitchFamily="34" charset="0"/>
              </a:rPr>
              <a:t>假</a:t>
            </a:r>
          </a:p>
        </p:txBody>
      </p:sp>
      <p:grpSp>
        <p:nvGrpSpPr>
          <p:cNvPr id="25607" name="Group 11"/>
          <p:cNvGrpSpPr>
            <a:grpSpLocks/>
          </p:cNvGrpSpPr>
          <p:nvPr/>
        </p:nvGrpSpPr>
        <p:grpSpPr bwMode="auto">
          <a:xfrm>
            <a:off x="8923867" y="1700213"/>
            <a:ext cx="1600200" cy="690562"/>
            <a:chOff x="2655" y="8019"/>
            <a:chExt cx="1080" cy="397"/>
          </a:xfrm>
        </p:grpSpPr>
        <p:sp>
          <p:nvSpPr>
            <p:cNvPr id="25621" name="Rectangle 12"/>
            <p:cNvSpPr>
              <a:spLocks noChangeArrowheads="1"/>
            </p:cNvSpPr>
            <p:nvPr/>
          </p:nvSpPr>
          <p:spPr bwMode="auto">
            <a:xfrm>
              <a:off x="2880" y="8148"/>
              <a:ext cx="680" cy="2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spcBef>
                  <a:spcPct val="20000"/>
                </a:spcBef>
                <a:buClr>
                  <a:schemeClr val="accent2"/>
                </a:buClr>
                <a:buSzPct val="80000"/>
                <a:buFont typeface="Wingdings" pitchFamily="2" charset="2"/>
                <a:buChar char="l"/>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tx1"/>
                </a:buClr>
                <a:buSzPct val="9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accent1"/>
                </a:buClr>
                <a:buSzPct val="60000"/>
                <a:buFont typeface="Wingdings" pitchFamily="2" charset="2"/>
                <a:buChar char="l"/>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accent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9pPr>
            </a:lstStyle>
            <a:p>
              <a:pPr marL="0" marR="0" lvl="0" indent="0" algn="ctr" defTabSz="914400" rtl="0" eaLnBrk="0" fontAlgn="base" latinLnBrk="0" hangingPunct="0">
                <a:lnSpc>
                  <a:spcPct val="72000"/>
                </a:lnSpc>
                <a:spcBef>
                  <a:spcPct val="0"/>
                </a:spcBef>
                <a:spcAft>
                  <a:spcPct val="0"/>
                </a:spcAft>
                <a:buClrTx/>
                <a:buSzTx/>
                <a:buFontTx/>
                <a:buNone/>
                <a:tabLst/>
                <a:defRPr/>
              </a:pPr>
              <a:r>
                <a:rPr kumimoji="0" lang="zh-CN" altLang="en-US" sz="1800" b="1" i="0" u="none" strike="noStrike" kern="1200" cap="none" spc="0" normalizeH="0" baseline="0" noProof="0">
                  <a:ln>
                    <a:noFill/>
                  </a:ln>
                  <a:solidFill>
                    <a:srgbClr val="000000"/>
                  </a:solidFill>
                  <a:effectLst/>
                  <a:uLnTx/>
                  <a:uFillTx/>
                  <a:latin typeface="Times New Roman" pitchFamily="18" charset="0"/>
                  <a:ea typeface="宋体" pitchFamily="2" charset="-122"/>
                  <a:cs typeface="Arial" pitchFamily="34" charset="0"/>
                </a:rPr>
                <a:t>表达式</a:t>
              </a:r>
            </a:p>
          </p:txBody>
        </p:sp>
        <p:grpSp>
          <p:nvGrpSpPr>
            <p:cNvPr id="25622" name="Group 13"/>
            <p:cNvGrpSpPr>
              <a:grpSpLocks/>
            </p:cNvGrpSpPr>
            <p:nvPr/>
          </p:nvGrpSpPr>
          <p:grpSpPr bwMode="auto">
            <a:xfrm>
              <a:off x="2655" y="8019"/>
              <a:ext cx="1080" cy="397"/>
              <a:chOff x="2700" y="7989"/>
              <a:chExt cx="1080" cy="627"/>
            </a:xfrm>
          </p:grpSpPr>
          <p:sp>
            <p:nvSpPr>
              <p:cNvPr id="25623" name="Line 14"/>
              <p:cNvSpPr>
                <a:spLocks noChangeShapeType="1"/>
              </p:cNvSpPr>
              <p:nvPr/>
            </p:nvSpPr>
            <p:spPr bwMode="auto">
              <a:xfrm flipH="1">
                <a:off x="3210" y="8304"/>
                <a:ext cx="540" cy="312"/>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1" i="0" u="none" strike="noStrike" kern="1200" cap="none" spc="0" normalizeH="0" baseline="0" noProof="0">
                  <a:ln>
                    <a:noFill/>
                  </a:ln>
                  <a:solidFill>
                    <a:srgbClr val="FFFFFF"/>
                  </a:solidFill>
                  <a:effectLst/>
                  <a:uLnTx/>
                  <a:uFillTx/>
                  <a:latin typeface="Times New Roman"/>
                  <a:ea typeface="宋体"/>
                  <a:cs typeface="+mn-cs"/>
                </a:endParaRPr>
              </a:p>
            </p:txBody>
          </p:sp>
          <p:sp>
            <p:nvSpPr>
              <p:cNvPr id="25624" name="Line 15"/>
              <p:cNvSpPr>
                <a:spLocks noChangeShapeType="1"/>
              </p:cNvSpPr>
              <p:nvPr/>
            </p:nvSpPr>
            <p:spPr bwMode="auto">
              <a:xfrm flipH="1">
                <a:off x="2700" y="7992"/>
                <a:ext cx="540" cy="312"/>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1" i="0" u="none" strike="noStrike" kern="1200" cap="none" spc="0" normalizeH="0" baseline="0" noProof="0">
                  <a:ln>
                    <a:noFill/>
                  </a:ln>
                  <a:solidFill>
                    <a:srgbClr val="FFFFFF"/>
                  </a:solidFill>
                  <a:effectLst/>
                  <a:uLnTx/>
                  <a:uFillTx/>
                  <a:latin typeface="Times New Roman"/>
                  <a:ea typeface="宋体"/>
                  <a:cs typeface="+mn-cs"/>
                </a:endParaRPr>
              </a:p>
            </p:txBody>
          </p:sp>
          <p:sp>
            <p:nvSpPr>
              <p:cNvPr id="25625" name="Line 16"/>
              <p:cNvSpPr>
                <a:spLocks noChangeShapeType="1"/>
              </p:cNvSpPr>
              <p:nvPr/>
            </p:nvSpPr>
            <p:spPr bwMode="auto">
              <a:xfrm>
                <a:off x="3240" y="7989"/>
                <a:ext cx="540" cy="312"/>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1" i="0" u="none" strike="noStrike" kern="1200" cap="none" spc="0" normalizeH="0" baseline="0" noProof="0">
                  <a:ln>
                    <a:noFill/>
                  </a:ln>
                  <a:solidFill>
                    <a:srgbClr val="FFFFFF"/>
                  </a:solidFill>
                  <a:effectLst/>
                  <a:uLnTx/>
                  <a:uFillTx/>
                  <a:latin typeface="Times New Roman"/>
                  <a:ea typeface="宋体"/>
                  <a:cs typeface="+mn-cs"/>
                </a:endParaRPr>
              </a:p>
            </p:txBody>
          </p:sp>
          <p:sp>
            <p:nvSpPr>
              <p:cNvPr id="25626" name="Line 17"/>
              <p:cNvSpPr>
                <a:spLocks noChangeShapeType="1"/>
              </p:cNvSpPr>
              <p:nvPr/>
            </p:nvSpPr>
            <p:spPr bwMode="auto">
              <a:xfrm>
                <a:off x="2700" y="8304"/>
                <a:ext cx="540" cy="312"/>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1" i="0" u="none" strike="noStrike" kern="1200" cap="none" spc="0" normalizeH="0" baseline="0" noProof="0">
                  <a:ln>
                    <a:noFill/>
                  </a:ln>
                  <a:solidFill>
                    <a:srgbClr val="FFFFFF"/>
                  </a:solidFill>
                  <a:effectLst/>
                  <a:uLnTx/>
                  <a:uFillTx/>
                  <a:latin typeface="Times New Roman"/>
                  <a:ea typeface="宋体"/>
                  <a:cs typeface="+mn-cs"/>
                </a:endParaRPr>
              </a:p>
            </p:txBody>
          </p:sp>
        </p:grpSp>
      </p:grpSp>
      <p:sp>
        <p:nvSpPr>
          <p:cNvPr id="25608" name="Line 18"/>
          <p:cNvSpPr>
            <a:spLocks noChangeShapeType="1"/>
          </p:cNvSpPr>
          <p:nvPr/>
        </p:nvSpPr>
        <p:spPr bwMode="auto">
          <a:xfrm>
            <a:off x="9723967" y="1125585"/>
            <a:ext cx="0" cy="592137"/>
          </a:xfrm>
          <a:prstGeom prst="line">
            <a:avLst/>
          </a:prstGeom>
          <a:noFill/>
          <a:ln w="9525">
            <a:solidFill>
              <a:schemeClr val="bg2"/>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1" i="0" u="none" strike="noStrike" kern="1200" cap="none" spc="0" normalizeH="0" baseline="0" noProof="0">
              <a:ln>
                <a:noFill/>
              </a:ln>
              <a:solidFill>
                <a:srgbClr val="FFFFFF"/>
              </a:solidFill>
              <a:effectLst/>
              <a:uLnTx/>
              <a:uFillTx/>
              <a:latin typeface="Times New Roman"/>
              <a:ea typeface="宋体"/>
              <a:cs typeface="+mn-cs"/>
            </a:endParaRPr>
          </a:p>
        </p:txBody>
      </p:sp>
      <p:sp>
        <p:nvSpPr>
          <p:cNvPr id="25609" name="Rectangle 19"/>
          <p:cNvSpPr>
            <a:spLocks noChangeArrowheads="1"/>
          </p:cNvSpPr>
          <p:nvPr/>
        </p:nvSpPr>
        <p:spPr bwMode="auto">
          <a:xfrm>
            <a:off x="9124953" y="2928985"/>
            <a:ext cx="1151467" cy="473075"/>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spcBef>
                <a:spcPct val="20000"/>
              </a:spcBef>
              <a:buClr>
                <a:schemeClr val="accent2"/>
              </a:buClr>
              <a:buSzPct val="80000"/>
              <a:buFont typeface="Wingdings" pitchFamily="2" charset="2"/>
              <a:buChar char="l"/>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tx1"/>
              </a:buClr>
              <a:buSzPct val="9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accent1"/>
              </a:buClr>
              <a:buSzPct val="60000"/>
              <a:buFont typeface="Wingdings" pitchFamily="2" charset="2"/>
              <a:buChar char="l"/>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accent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9pPr>
          </a:lstStyle>
          <a:p>
            <a:pPr marL="0" marR="0" lvl="0" indent="0" algn="ctr" defTabSz="914400" rtl="0" eaLnBrk="0" fontAlgn="base" latinLnBrk="0" hangingPunct="0">
              <a:lnSpc>
                <a:spcPct val="88000"/>
              </a:lnSpc>
              <a:spcBef>
                <a:spcPct val="0"/>
              </a:spcBef>
              <a:spcAft>
                <a:spcPct val="0"/>
              </a:spcAft>
              <a:buClrTx/>
              <a:buSzTx/>
              <a:buFontTx/>
              <a:buNone/>
              <a:tabLst/>
              <a:defRPr/>
            </a:pPr>
            <a:r>
              <a:rPr kumimoji="0"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Arial" pitchFamily="34" charset="0"/>
              </a:rPr>
              <a:t>语句</a:t>
            </a: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Arial" pitchFamily="34" charset="0"/>
              </a:rPr>
              <a:t>1;</a:t>
            </a:r>
          </a:p>
          <a:p>
            <a:pPr marL="0" marR="0" lvl="0" indent="0" algn="ctr" defTabSz="914400" rtl="0" eaLnBrk="0" fontAlgn="base" latinLnBrk="0" hangingPunct="0">
              <a:lnSpc>
                <a:spcPct val="88000"/>
              </a:lnSpc>
              <a:spcBef>
                <a:spcPct val="0"/>
              </a:spcBef>
              <a:spcAft>
                <a:spcPct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Arial" pitchFamily="34" charset="0"/>
              </a:rPr>
              <a:t>…</a:t>
            </a:r>
          </a:p>
        </p:txBody>
      </p:sp>
      <p:sp>
        <p:nvSpPr>
          <p:cNvPr id="25610" name="Line 21"/>
          <p:cNvSpPr>
            <a:spLocks noChangeShapeType="1"/>
          </p:cNvSpPr>
          <p:nvPr/>
        </p:nvSpPr>
        <p:spPr bwMode="auto">
          <a:xfrm>
            <a:off x="8568267" y="2060622"/>
            <a:ext cx="0" cy="1725613"/>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1" i="0" u="none" strike="noStrike" kern="1200" cap="none" spc="0" normalizeH="0" baseline="0" noProof="0">
              <a:ln>
                <a:noFill/>
              </a:ln>
              <a:solidFill>
                <a:srgbClr val="FFFFFF"/>
              </a:solidFill>
              <a:effectLst/>
              <a:uLnTx/>
              <a:uFillTx/>
              <a:latin typeface="Times New Roman"/>
              <a:ea typeface="宋体"/>
              <a:cs typeface="+mn-cs"/>
            </a:endParaRPr>
          </a:p>
        </p:txBody>
      </p:sp>
      <p:sp>
        <p:nvSpPr>
          <p:cNvPr id="25611" name="Line 22"/>
          <p:cNvSpPr>
            <a:spLocks noChangeShapeType="1"/>
          </p:cNvSpPr>
          <p:nvPr/>
        </p:nvSpPr>
        <p:spPr bwMode="auto">
          <a:xfrm>
            <a:off x="8568268" y="3783013"/>
            <a:ext cx="1170517"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1" i="0" u="none" strike="noStrike" kern="1200" cap="none" spc="0" normalizeH="0" baseline="0" noProof="0">
              <a:ln>
                <a:noFill/>
              </a:ln>
              <a:solidFill>
                <a:srgbClr val="FFFFFF"/>
              </a:solidFill>
              <a:effectLst/>
              <a:uLnTx/>
              <a:uFillTx/>
              <a:latin typeface="Times New Roman"/>
              <a:ea typeface="宋体"/>
              <a:cs typeface="+mn-cs"/>
            </a:endParaRPr>
          </a:p>
        </p:txBody>
      </p:sp>
      <p:sp>
        <p:nvSpPr>
          <p:cNvPr id="25612" name="Line 23"/>
          <p:cNvSpPr>
            <a:spLocks noChangeShapeType="1"/>
          </p:cNvSpPr>
          <p:nvPr/>
        </p:nvSpPr>
        <p:spPr bwMode="auto">
          <a:xfrm>
            <a:off x="9745133" y="3429000"/>
            <a:ext cx="0" cy="36830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1" i="0" u="none" strike="noStrike" kern="1200" cap="none" spc="0" normalizeH="0" baseline="0" noProof="0">
              <a:ln>
                <a:noFill/>
              </a:ln>
              <a:solidFill>
                <a:srgbClr val="FFFFFF"/>
              </a:solidFill>
              <a:effectLst/>
              <a:uLnTx/>
              <a:uFillTx/>
              <a:latin typeface="Times New Roman"/>
              <a:ea typeface="宋体"/>
              <a:cs typeface="+mn-cs"/>
            </a:endParaRPr>
          </a:p>
        </p:txBody>
      </p:sp>
      <p:sp>
        <p:nvSpPr>
          <p:cNvPr id="25613" name="Line 24"/>
          <p:cNvSpPr>
            <a:spLocks noChangeShapeType="1"/>
          </p:cNvSpPr>
          <p:nvPr/>
        </p:nvSpPr>
        <p:spPr bwMode="auto">
          <a:xfrm flipV="1">
            <a:off x="8568268" y="2060575"/>
            <a:ext cx="408517" cy="0"/>
          </a:xfrm>
          <a:prstGeom prst="line">
            <a:avLst/>
          </a:prstGeom>
          <a:noFill/>
          <a:ln w="9525">
            <a:solidFill>
              <a:schemeClr val="bg2"/>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1" i="0" u="none" strike="noStrike" kern="1200" cap="none" spc="0" normalizeH="0" baseline="0" noProof="0">
              <a:ln>
                <a:noFill/>
              </a:ln>
              <a:solidFill>
                <a:srgbClr val="FFFFFF"/>
              </a:solidFill>
              <a:effectLst/>
              <a:uLnTx/>
              <a:uFillTx/>
              <a:latin typeface="Times New Roman"/>
              <a:ea typeface="宋体"/>
              <a:cs typeface="+mn-cs"/>
            </a:endParaRPr>
          </a:p>
        </p:txBody>
      </p:sp>
      <p:sp>
        <p:nvSpPr>
          <p:cNvPr id="25614" name="Line 25"/>
          <p:cNvSpPr>
            <a:spLocks noChangeShapeType="1"/>
          </p:cNvSpPr>
          <p:nvPr/>
        </p:nvSpPr>
        <p:spPr bwMode="auto">
          <a:xfrm>
            <a:off x="9723967" y="2447972"/>
            <a:ext cx="0" cy="492125"/>
          </a:xfrm>
          <a:prstGeom prst="line">
            <a:avLst/>
          </a:prstGeom>
          <a:noFill/>
          <a:ln w="9525">
            <a:solidFill>
              <a:schemeClr val="bg2"/>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1" i="0" u="none" strike="noStrike" kern="1200" cap="none" spc="0" normalizeH="0" baseline="0" noProof="0">
              <a:ln>
                <a:noFill/>
              </a:ln>
              <a:solidFill>
                <a:srgbClr val="FFFFFF"/>
              </a:solidFill>
              <a:effectLst/>
              <a:uLnTx/>
              <a:uFillTx/>
              <a:latin typeface="Times New Roman"/>
              <a:ea typeface="宋体"/>
              <a:cs typeface="+mn-cs"/>
            </a:endParaRPr>
          </a:p>
        </p:txBody>
      </p:sp>
      <p:grpSp>
        <p:nvGrpSpPr>
          <p:cNvPr id="25615" name="Group 26"/>
          <p:cNvGrpSpPr>
            <a:grpSpLocks/>
          </p:cNvGrpSpPr>
          <p:nvPr/>
        </p:nvGrpSpPr>
        <p:grpSpPr bwMode="auto">
          <a:xfrm>
            <a:off x="9723969" y="2044747"/>
            <a:ext cx="1176867" cy="2549525"/>
            <a:chOff x="3390" y="2262"/>
            <a:chExt cx="855" cy="1292"/>
          </a:xfrm>
        </p:grpSpPr>
        <p:sp>
          <p:nvSpPr>
            <p:cNvPr id="25617" name="Line 27"/>
            <p:cNvSpPr>
              <a:spLocks noChangeShapeType="1"/>
            </p:cNvSpPr>
            <p:nvPr/>
          </p:nvSpPr>
          <p:spPr bwMode="auto">
            <a:xfrm flipH="1">
              <a:off x="3402" y="3343"/>
              <a:ext cx="0" cy="211"/>
            </a:xfrm>
            <a:prstGeom prst="line">
              <a:avLst/>
            </a:prstGeom>
            <a:noFill/>
            <a:ln w="9525">
              <a:solidFill>
                <a:schemeClr val="bg2"/>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1" i="0" u="none" strike="noStrike" kern="1200" cap="none" spc="0" normalizeH="0" baseline="0" noProof="0">
                <a:ln>
                  <a:noFill/>
                </a:ln>
                <a:solidFill>
                  <a:srgbClr val="FFFFFF"/>
                </a:solidFill>
                <a:effectLst/>
                <a:uLnTx/>
                <a:uFillTx/>
                <a:latin typeface="Times New Roman"/>
                <a:ea typeface="宋体"/>
                <a:cs typeface="+mn-cs"/>
              </a:endParaRPr>
            </a:p>
          </p:txBody>
        </p:sp>
        <p:sp>
          <p:nvSpPr>
            <p:cNvPr id="25618" name="Line 28"/>
            <p:cNvSpPr>
              <a:spLocks noChangeShapeType="1"/>
            </p:cNvSpPr>
            <p:nvPr/>
          </p:nvSpPr>
          <p:spPr bwMode="auto">
            <a:xfrm flipH="1">
              <a:off x="3390" y="3327"/>
              <a:ext cx="850" cy="0"/>
            </a:xfrm>
            <a:prstGeom prst="line">
              <a:avLst/>
            </a:prstGeom>
            <a:noFill/>
            <a:ln w="9525">
              <a:solidFill>
                <a:schemeClr val="bg2"/>
              </a:solidFill>
              <a:round/>
              <a:headEnd/>
              <a:tailEnd type="none" w="sm"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1" i="0" u="none" strike="noStrike" kern="1200" cap="none" spc="0" normalizeH="0" baseline="0" noProof="0">
                <a:ln>
                  <a:noFill/>
                </a:ln>
                <a:solidFill>
                  <a:srgbClr val="FFFFFF"/>
                </a:solidFill>
                <a:effectLst/>
                <a:uLnTx/>
                <a:uFillTx/>
                <a:latin typeface="Times New Roman"/>
                <a:ea typeface="宋体"/>
                <a:cs typeface="+mn-cs"/>
              </a:endParaRPr>
            </a:p>
          </p:txBody>
        </p:sp>
        <p:sp>
          <p:nvSpPr>
            <p:cNvPr id="25619" name="Line 29"/>
            <p:cNvSpPr>
              <a:spLocks noChangeShapeType="1"/>
            </p:cNvSpPr>
            <p:nvPr/>
          </p:nvSpPr>
          <p:spPr bwMode="auto">
            <a:xfrm>
              <a:off x="3930" y="2265"/>
              <a:ext cx="312" cy="0"/>
            </a:xfrm>
            <a:prstGeom prst="line">
              <a:avLst/>
            </a:prstGeom>
            <a:noFill/>
            <a:ln w="9525">
              <a:solidFill>
                <a:schemeClr val="bg2"/>
              </a:solidFill>
              <a:round/>
              <a:headEnd/>
              <a:tailEnd type="none" w="sm"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1" i="0" u="none" strike="noStrike" kern="1200" cap="none" spc="0" normalizeH="0" baseline="0" noProof="0">
                <a:ln>
                  <a:noFill/>
                </a:ln>
                <a:solidFill>
                  <a:srgbClr val="FFFFFF"/>
                </a:solidFill>
                <a:effectLst/>
                <a:uLnTx/>
                <a:uFillTx/>
                <a:latin typeface="Times New Roman"/>
                <a:ea typeface="宋体"/>
                <a:cs typeface="+mn-cs"/>
              </a:endParaRPr>
            </a:p>
          </p:txBody>
        </p:sp>
        <p:sp>
          <p:nvSpPr>
            <p:cNvPr id="25620" name="Line 30"/>
            <p:cNvSpPr>
              <a:spLocks noChangeShapeType="1"/>
            </p:cNvSpPr>
            <p:nvPr/>
          </p:nvSpPr>
          <p:spPr bwMode="auto">
            <a:xfrm>
              <a:off x="4245" y="2262"/>
              <a:ext cx="0" cy="107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1" i="0" u="none" strike="noStrike" kern="1200" cap="none" spc="0" normalizeH="0" baseline="0" noProof="0">
                <a:ln>
                  <a:noFill/>
                </a:ln>
                <a:solidFill>
                  <a:srgbClr val="FFFFFF"/>
                </a:solidFill>
                <a:effectLst/>
                <a:uLnTx/>
                <a:uFillTx/>
                <a:latin typeface="Times New Roman"/>
                <a:ea typeface="宋体"/>
                <a:cs typeface="+mn-cs"/>
              </a:endParaRPr>
            </a:p>
          </p:txBody>
        </p:sp>
      </p:grpSp>
      <p:sp>
        <p:nvSpPr>
          <p:cNvPr id="25616" name="Rectangle 31"/>
          <p:cNvSpPr>
            <a:spLocks noChangeArrowheads="1"/>
          </p:cNvSpPr>
          <p:nvPr/>
        </p:nvSpPr>
        <p:spPr bwMode="auto">
          <a:xfrm>
            <a:off x="7590367" y="4768440"/>
            <a:ext cx="42672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2"/>
                </a:solidFill>
                <a:miter lim="800000"/>
                <a:headEnd/>
                <a:tailEnd/>
              </a14:hiddenLine>
            </a:ext>
          </a:extLst>
        </p:spPr>
        <p:txBody>
          <a:bodyPr lIns="0" tIns="36000" rIns="0" bIns="36000"/>
          <a:lstStyle>
            <a:lvl1pPr eaLnBrk="0" hangingPunct="0">
              <a:spcBef>
                <a:spcPct val="20000"/>
              </a:spcBef>
              <a:buClr>
                <a:schemeClr val="accent2"/>
              </a:buClr>
              <a:buSzPct val="80000"/>
              <a:buFont typeface="Wingdings" pitchFamily="2" charset="2"/>
              <a:buChar char="l"/>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tx1"/>
              </a:buClr>
              <a:buSzPct val="9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accent1"/>
              </a:buClr>
              <a:buSzPct val="60000"/>
              <a:buFont typeface="Wingdings" pitchFamily="2" charset="2"/>
              <a:buChar char="l"/>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accent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9pPr>
          </a:lstStyle>
          <a:p>
            <a:pPr marL="0" marR="0" lvl="0" indent="0" algn="ctr" defTabSz="914400" rtl="0" eaLnBrk="0" fontAlgn="base" latinLnBrk="0" hangingPunct="0">
              <a:lnSpc>
                <a:spcPct val="72000"/>
              </a:lnSpc>
              <a:spcBef>
                <a:spcPct val="0"/>
              </a:spcBef>
              <a:spcAft>
                <a:spcPct val="0"/>
              </a:spcAft>
              <a:buClrTx/>
              <a:buSzTx/>
              <a:buFontTx/>
              <a:buNone/>
              <a:tabLst/>
              <a:defRPr/>
            </a:pPr>
            <a:r>
              <a:rPr kumimoji="0" lang="en-US" altLang="zh-CN" sz="24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Arial" pitchFamily="34" charset="0"/>
              </a:rPr>
              <a:t>while </a:t>
            </a:r>
            <a:r>
              <a:rPr kumimoji="0" lang="zh-CN" altLang="en-US" sz="24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Arial" pitchFamily="34" charset="0"/>
              </a:rPr>
              <a:t>语句流程图</a:t>
            </a:r>
          </a:p>
        </p:txBody>
      </p:sp>
      <p:sp>
        <p:nvSpPr>
          <p:cNvPr id="27" name="Rectangle 2"/>
          <p:cNvSpPr txBox="1">
            <a:spLocks noChangeArrowheads="1"/>
          </p:cNvSpPr>
          <p:nvPr/>
        </p:nvSpPr>
        <p:spPr>
          <a:xfrm>
            <a:off x="812800" y="304800"/>
            <a:ext cx="10363200" cy="609600"/>
          </a:xfrm>
          <a:prstGeom prst="rect">
            <a:avLst/>
          </a:prstGeom>
        </p:spPr>
        <p:txBody>
          <a:bodyPr vert="horz" wrap="square" lIns="90170" tIns="46990" rIns="90170" bIns="46990" rtlCol="0" anchor="ctr" anchorCtr="0">
            <a:noAutofit/>
          </a:bodyPr>
          <a:lstStyle>
            <a:lvl1pPr marL="0" marR="0" algn="l" defTabSz="914400" rtl="0" eaLnBrk="1" fontAlgn="auto" latinLnBrk="0" hangingPunct="1">
              <a:lnSpc>
                <a:spcPct val="100000"/>
              </a:lnSpc>
              <a:spcBef>
                <a:spcPct val="0"/>
              </a:spcBef>
              <a:buNone/>
              <a:defRPr kumimoji="0" lang="zh-CN" altLang="en-US" sz="36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3600" b="1" i="0" u="none" strike="noStrike" kern="1200" cap="none" spc="200" normalizeH="0" baseline="0" noProof="1">
                <a:ln>
                  <a:noFill/>
                </a:ln>
                <a:solidFill>
                  <a:srgbClr val="000000"/>
                </a:solidFill>
                <a:effectLst/>
                <a:uLnTx/>
                <a:uFillTx/>
                <a:latin typeface="Arial" panose="020B0604020202020204" pitchFamily="34" charset="0"/>
                <a:ea typeface="微软雅黑" panose="020B0503020204020204" charset="-122"/>
                <a:cs typeface="+mj-cs"/>
                <a:sym typeface="+mn-ea"/>
              </a:rPr>
              <a:t>3.3.1 while </a:t>
            </a:r>
            <a:r>
              <a:rPr kumimoji="0" lang="zh-CN" altLang="en-US" sz="3600" b="1" i="0" u="none" strike="noStrike" kern="1200" cap="none" spc="200" normalizeH="0" baseline="0" noProof="1">
                <a:ln>
                  <a:noFill/>
                </a:ln>
                <a:solidFill>
                  <a:srgbClr val="000000"/>
                </a:solidFill>
                <a:effectLst/>
                <a:uLnTx/>
                <a:uFillTx/>
                <a:latin typeface="Arial" panose="020B0604020202020204" pitchFamily="34" charset="0"/>
                <a:ea typeface="微软雅黑" panose="020B0503020204020204" charset="-122"/>
                <a:cs typeface="+mj-cs"/>
                <a:sym typeface="+mn-ea"/>
              </a:rPr>
              <a:t>语句</a:t>
            </a:r>
          </a:p>
        </p:txBody>
      </p:sp>
    </p:spTree>
    <p:extLst>
      <p:ext uri="{BB962C8B-B14F-4D97-AF65-F5344CB8AC3E}">
        <p14:creationId xmlns:p14="http://schemas.microsoft.com/office/powerpoint/2010/main" val="2146847530"/>
      </p:ext>
    </p:extLst>
  </p:cSld>
  <p:clrMapOvr>
    <a:masterClrMapping/>
  </p:clrMapOvr>
  <p:transition>
    <p:zoom dir="in"/>
  </p:transition>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26" name="Text Box 6"/>
          <p:cNvSpPr txBox="1">
            <a:spLocks noChangeArrowheads="1"/>
          </p:cNvSpPr>
          <p:nvPr/>
        </p:nvSpPr>
        <p:spPr bwMode="auto">
          <a:xfrm>
            <a:off x="855163" y="893767"/>
            <a:ext cx="708880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accent2"/>
              </a:buClr>
              <a:buSzPct val="80000"/>
              <a:buFont typeface="Wingdings" pitchFamily="2" charset="2"/>
              <a:buChar char="l"/>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tx1"/>
              </a:buClr>
              <a:buSzPct val="9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accent1"/>
              </a:buClr>
              <a:buSzPct val="60000"/>
              <a:buFont typeface="Wingdings" pitchFamily="2" charset="2"/>
              <a:buChar char="l"/>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accent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err="1">
                <a:ln>
                  <a:noFill/>
                </a:ln>
                <a:solidFill>
                  <a:srgbClr val="6600CC"/>
                </a:solidFill>
                <a:effectLst/>
                <a:uLnTx/>
                <a:uFillTx/>
                <a:latin typeface="Times New Roman" pitchFamily="18" charset="0"/>
                <a:ea typeface="宋体" pitchFamily="2" charset="-122"/>
                <a:cs typeface="Arial" pitchFamily="34" charset="0"/>
              </a:rPr>
              <a:t>Eg</a:t>
            </a:r>
            <a:r>
              <a:rPr kumimoji="1" lang="en-US" altLang="zh-CN" sz="28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Arial" pitchFamily="34" charset="0"/>
              </a:rPr>
              <a:t> 3.6</a:t>
            </a:r>
            <a:r>
              <a:rPr lang="en-US" altLang="zh-CN" sz="2800" dirty="0">
                <a:solidFill>
                  <a:srgbClr val="6600CC"/>
                </a:solidFill>
                <a:cs typeface="Arial" pitchFamily="34" charset="0"/>
              </a:rPr>
              <a:t> </a:t>
            </a:r>
            <a:r>
              <a:rPr kumimoji="1" lang="zh-CN" altLang="en-US" sz="28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Arial" pitchFamily="34" charset="0"/>
              </a:rPr>
              <a:t>输入</a:t>
            </a:r>
            <a:r>
              <a:rPr kumimoji="1" lang="en-US" altLang="zh-CN" sz="28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Arial" pitchFamily="34" charset="0"/>
              </a:rPr>
              <a:t>100</a:t>
            </a:r>
            <a:r>
              <a:rPr kumimoji="1" lang="zh-CN" altLang="en-US" sz="28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Arial" pitchFamily="34" charset="0"/>
              </a:rPr>
              <a:t>个实数</a:t>
            </a:r>
            <a:r>
              <a:rPr kumimoji="1" lang="en-US" altLang="zh-CN" sz="28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Arial" pitchFamily="34" charset="0"/>
              </a:rPr>
              <a:t>, </a:t>
            </a:r>
            <a:r>
              <a:rPr kumimoji="1" lang="zh-CN" altLang="en-US" sz="28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Arial" pitchFamily="34" charset="0"/>
              </a:rPr>
              <a:t>求它们的和并输出。</a:t>
            </a:r>
            <a:endParaRPr kumimoji="1" lang="en-US" altLang="zh-CN" sz="28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#include &lt;</a:t>
            </a:r>
            <a:r>
              <a:rPr kumimoji="1" lang="en-US" altLang="zh-CN" sz="22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Times New Roman" pitchFamily="18" charset="0"/>
              </a:rPr>
              <a:t>stdio.h</a:t>
            </a: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&gt;</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int main(void) {</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a:t>
            </a: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double  x, sum = 0;</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a:t>
            </a: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int</a:t>
            </a:r>
            <a:r>
              <a:rPr kumimoji="1" lang="en-US" altLang="zh-CN" sz="22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Times New Roman" pitchFamily="18" charset="0"/>
              </a:rPr>
              <a:t> </a:t>
            </a:r>
            <a:r>
              <a:rPr kumimoji="1" lang="en-US" altLang="zh-CN" sz="2200" b="1" i="0" u="none" strike="noStrike" kern="1200" cap="none" spc="0" normalizeH="0" baseline="0" noProof="0" dirty="0" err="1">
                <a:ln>
                  <a:noFill/>
                </a:ln>
                <a:solidFill>
                  <a:srgbClr val="CC00CC"/>
                </a:solidFill>
                <a:effectLst/>
                <a:uLnTx/>
                <a:uFillTx/>
                <a:latin typeface="Times New Roman" pitchFamily="18" charset="0"/>
                <a:ea typeface="宋体" pitchFamily="2" charset="-122"/>
                <a:cs typeface="Times New Roman" pitchFamily="18" charset="0"/>
              </a:rPr>
              <a:t>i</a:t>
            </a:r>
            <a:r>
              <a:rPr kumimoji="1" lang="en-US" altLang="zh-CN" sz="22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Times New Roman" pitchFamily="18" charset="0"/>
              </a:rPr>
              <a:t> = 1</a:t>
            </a: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endParaRPr>
          </a:p>
          <a:p>
            <a:pPr lvl="0" eaLnBrk="1" fontAlgn="base" hangingPunct="1">
              <a:spcBef>
                <a:spcPct val="0"/>
              </a:spcBef>
              <a:spcAft>
                <a:spcPct val="0"/>
              </a:spcAft>
              <a:buClrTx/>
              <a:buSzTx/>
              <a:buNone/>
            </a:pP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a:t>
            </a:r>
            <a:r>
              <a:rPr kumimoji="1" lang="en-US" altLang="zh-CN" sz="22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Times New Roman" pitchFamily="18" charset="0"/>
              </a:rPr>
              <a:t>printf</a:t>
            </a: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a:t>
            </a:r>
            <a:r>
              <a:rPr lang="en-US" altLang="zh-CN" sz="2200" dirty="0">
                <a:solidFill>
                  <a:srgbClr val="000000"/>
                </a:solidFill>
                <a:cs typeface="Times New Roman" pitchFamily="18" charset="0"/>
              </a:rPr>
              <a:t>Enter 100 real numbers: \n</a:t>
            </a: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a:t>
            </a: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while (</a:t>
            </a:r>
            <a:r>
              <a:rPr kumimoji="1" lang="en-US" altLang="zh-CN" sz="2200" b="1" i="0" u="none" strike="noStrike" kern="1200" cap="none" spc="0" normalizeH="0" baseline="0" noProof="0" dirty="0" err="1">
                <a:ln>
                  <a:noFill/>
                </a:ln>
                <a:solidFill>
                  <a:srgbClr val="CC00CC"/>
                </a:solidFill>
                <a:effectLst/>
                <a:uLnTx/>
                <a:uFillTx/>
                <a:latin typeface="Times New Roman" pitchFamily="18" charset="0"/>
                <a:ea typeface="宋体" pitchFamily="2" charset="-122"/>
                <a:cs typeface="Times New Roman" pitchFamily="18" charset="0"/>
              </a:rPr>
              <a:t>i</a:t>
            </a:r>
            <a:r>
              <a:rPr kumimoji="1" lang="en-US" altLang="zh-CN" sz="22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Times New Roman" pitchFamily="18" charset="0"/>
              </a:rPr>
              <a:t> &lt;= 100</a:t>
            </a: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a:t>
            </a:r>
            <a:r>
              <a:rPr kumimoji="1" lang="en-US" altLang="zh-CN" sz="22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Times New Roman" pitchFamily="18" charset="0"/>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a:t>
            </a:r>
            <a:r>
              <a:rPr kumimoji="1" lang="en-US" altLang="zh-CN" sz="22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Times New Roman" pitchFamily="18" charset="0"/>
              </a:rPr>
              <a:t>scanf</a:t>
            </a: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%lf", &amp;x);</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a:t>
            </a:r>
            <a:r>
              <a:rPr kumimoji="1" lang="zh-CN" altLang="en-US"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a:t>
            </a: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sum += x;   </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a:t>
            </a:r>
            <a:r>
              <a:rPr kumimoji="1" lang="zh-CN" altLang="en-US"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a:t>
            </a:r>
            <a:r>
              <a:rPr kumimoji="1" lang="en-US" altLang="zh-CN" sz="2200" b="1" i="0" u="none" strike="noStrike" kern="1200" cap="none" spc="0" normalizeH="0" baseline="0" noProof="0" dirty="0" err="1">
                <a:ln>
                  <a:noFill/>
                </a:ln>
                <a:solidFill>
                  <a:srgbClr val="3333FF"/>
                </a:solidFill>
                <a:effectLst/>
                <a:uLnTx/>
                <a:uFillTx/>
                <a:latin typeface="Times New Roman" pitchFamily="18" charset="0"/>
                <a:ea typeface="宋体" pitchFamily="2" charset="-122"/>
                <a:cs typeface="Times New Roman" pitchFamily="18" charset="0"/>
              </a:rPr>
              <a:t>i</a:t>
            </a:r>
            <a:r>
              <a:rPr kumimoji="1" lang="en-US" altLang="zh-CN" sz="22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Times New Roman" pitchFamily="18" charset="0"/>
              </a:rPr>
              <a:t>++;       </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2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Times New Roman" pitchFamily="18" charset="0"/>
              </a:rPr>
              <a:t> </a:t>
            </a:r>
            <a:r>
              <a:rPr kumimoji="1" lang="zh-CN" altLang="en-US" sz="22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Times New Roman" pitchFamily="18" charset="0"/>
              </a:rPr>
              <a:t>　 </a:t>
            </a:r>
            <a:r>
              <a:rPr kumimoji="1" lang="en-US" altLang="zh-CN" sz="22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Times New Roman" pitchFamily="18" charset="0"/>
              </a:rPr>
              <a:t>}</a:t>
            </a: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a:t>
            </a:r>
            <a:r>
              <a:rPr kumimoji="1" lang="zh-CN" altLang="en-US"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a:t>
            </a:r>
            <a:r>
              <a:rPr kumimoji="1" lang="en-US" altLang="zh-CN" sz="22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Times New Roman" pitchFamily="18" charset="0"/>
              </a:rPr>
              <a:t>printf</a:t>
            </a: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("sum =  %. 2f \n", sum); </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return 0;    </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Arial" pitchFamily="34" charset="0"/>
              </a:rPr>
              <a:t>} </a:t>
            </a:r>
          </a:p>
        </p:txBody>
      </p:sp>
      <p:sp>
        <p:nvSpPr>
          <p:cNvPr id="27655" name="Text Box 74"/>
          <p:cNvSpPr txBox="1">
            <a:spLocks noChangeArrowheads="1"/>
          </p:cNvSpPr>
          <p:nvPr/>
        </p:nvSpPr>
        <p:spPr bwMode="auto">
          <a:xfrm>
            <a:off x="7363884" y="6318255"/>
            <a:ext cx="4876800" cy="298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spcBef>
                <a:spcPct val="20000"/>
              </a:spcBef>
              <a:buClr>
                <a:schemeClr val="accent2"/>
              </a:buClr>
              <a:buSzPct val="80000"/>
              <a:buFont typeface="Wingdings" pitchFamily="2" charset="2"/>
              <a:buChar char="l"/>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tx1"/>
              </a:buClr>
              <a:buSzPct val="9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accent1"/>
              </a:buClr>
              <a:buSzPct val="60000"/>
              <a:buFont typeface="Wingdings" pitchFamily="2" charset="2"/>
              <a:buChar char="l"/>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accent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2000" b="1" i="0" u="none" strike="noStrike" kern="1200" cap="none" spc="0" normalizeH="0" baseline="0" noProof="0">
                <a:ln>
                  <a:noFill/>
                </a:ln>
                <a:solidFill>
                  <a:srgbClr val="6600CC"/>
                </a:solidFill>
                <a:effectLst/>
                <a:uLnTx/>
                <a:uFillTx/>
                <a:latin typeface="Times New Roman" pitchFamily="18" charset="0"/>
                <a:ea typeface="宋体" pitchFamily="2" charset="-122"/>
                <a:cs typeface="Arial" pitchFamily="34" charset="0"/>
              </a:rPr>
              <a:t>求和流程图</a:t>
            </a:r>
          </a:p>
        </p:txBody>
      </p:sp>
      <p:grpSp>
        <p:nvGrpSpPr>
          <p:cNvPr id="27656" name="Group 75"/>
          <p:cNvGrpSpPr>
            <a:grpSpLocks/>
          </p:cNvGrpSpPr>
          <p:nvPr/>
        </p:nvGrpSpPr>
        <p:grpSpPr bwMode="auto">
          <a:xfrm>
            <a:off x="8661429" y="2314622"/>
            <a:ext cx="2317751" cy="458787"/>
            <a:chOff x="7560" y="12932"/>
            <a:chExt cx="1410" cy="392"/>
          </a:xfrm>
        </p:grpSpPr>
        <p:sp>
          <p:nvSpPr>
            <p:cNvPr id="27679" name="AutoShape 76"/>
            <p:cNvSpPr>
              <a:spLocks noChangeArrowheads="1"/>
            </p:cNvSpPr>
            <p:nvPr/>
          </p:nvSpPr>
          <p:spPr bwMode="auto">
            <a:xfrm>
              <a:off x="7560" y="12984"/>
              <a:ext cx="1247" cy="340"/>
            </a:xfrm>
            <a:prstGeom prst="flowChartDecision">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spcBef>
                  <a:spcPct val="20000"/>
                </a:spcBef>
                <a:buClr>
                  <a:schemeClr val="accent2"/>
                </a:buClr>
                <a:buSzPct val="80000"/>
                <a:buFont typeface="Wingdings" pitchFamily="2" charset="2"/>
                <a:buChar char="l"/>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tx1"/>
                </a:buClr>
                <a:buSzPct val="9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accent1"/>
                </a:buClr>
                <a:buSzPct val="60000"/>
                <a:buFont typeface="Wingdings" pitchFamily="2" charset="2"/>
                <a:buChar char="l"/>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accent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9pPr>
            </a:lstStyle>
            <a:p>
              <a:pPr marL="0" marR="0" lvl="0" indent="0" algn="ctr" defTabSz="914400" rtl="0" eaLnBrk="0" fontAlgn="base" latinLnBrk="0" hangingPunct="0">
                <a:lnSpc>
                  <a:spcPct val="72000"/>
                </a:lnSpc>
                <a:spcBef>
                  <a:spcPct val="0"/>
                </a:spcBef>
                <a:spcAft>
                  <a:spcPct val="0"/>
                </a:spcAft>
                <a:buClrTx/>
                <a:buSzTx/>
                <a:buFontTx/>
                <a:buNone/>
                <a:tabLst/>
                <a:defRPr/>
              </a:pPr>
              <a:endParaRPr kumimoji="0" lang="en-US" altLang="en-US" sz="2000" b="1" i="0" u="none" strike="noStrike" kern="1200" cap="none" spc="0" normalizeH="0" baseline="0" noProof="0">
                <a:ln>
                  <a:noFill/>
                </a:ln>
                <a:solidFill>
                  <a:srgbClr val="000000"/>
                </a:solidFill>
                <a:effectLst/>
                <a:uLnTx/>
                <a:uFillTx/>
                <a:latin typeface="Times New Roman" pitchFamily="18" charset="0"/>
                <a:ea typeface="宋体" pitchFamily="2" charset="-122"/>
                <a:cs typeface="Arial" pitchFamily="34" charset="0"/>
              </a:endParaRPr>
            </a:p>
          </p:txBody>
        </p:sp>
        <p:grpSp>
          <p:nvGrpSpPr>
            <p:cNvPr id="27680" name="Group 77"/>
            <p:cNvGrpSpPr>
              <a:grpSpLocks/>
            </p:cNvGrpSpPr>
            <p:nvPr/>
          </p:nvGrpSpPr>
          <p:grpSpPr bwMode="auto">
            <a:xfrm>
              <a:off x="7887" y="12932"/>
              <a:ext cx="1083" cy="329"/>
              <a:chOff x="7887" y="12932"/>
              <a:chExt cx="1083" cy="329"/>
            </a:xfrm>
          </p:grpSpPr>
          <p:sp>
            <p:nvSpPr>
              <p:cNvPr id="27681" name="Rectangle 78"/>
              <p:cNvSpPr>
                <a:spLocks noChangeArrowheads="1"/>
              </p:cNvSpPr>
              <p:nvPr/>
            </p:nvSpPr>
            <p:spPr bwMode="auto">
              <a:xfrm>
                <a:off x="7887" y="13074"/>
                <a:ext cx="567" cy="1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spcBef>
                    <a:spcPct val="20000"/>
                  </a:spcBef>
                  <a:buClr>
                    <a:schemeClr val="accent2"/>
                  </a:buClr>
                  <a:buSzPct val="80000"/>
                  <a:buFont typeface="Wingdings" pitchFamily="2" charset="2"/>
                  <a:buChar char="l"/>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tx1"/>
                  </a:buClr>
                  <a:buSzPct val="9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accent1"/>
                  </a:buClr>
                  <a:buSzPct val="60000"/>
                  <a:buFont typeface="Wingdings" pitchFamily="2" charset="2"/>
                  <a:buChar char="l"/>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accent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zh-CN" sz="18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Arial" pitchFamily="34" charset="0"/>
                  </a:rPr>
                  <a:t>i</a:t>
                </a:r>
                <a:r>
                  <a:rPr kumimoji="0"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Arial" pitchFamily="34" charset="0"/>
                  </a:rPr>
                  <a:t> &lt;= 100</a:t>
                </a:r>
              </a:p>
            </p:txBody>
          </p:sp>
          <p:sp>
            <p:nvSpPr>
              <p:cNvPr id="27682" name="Text Box 79"/>
              <p:cNvSpPr txBox="1">
                <a:spLocks noChangeArrowheads="1"/>
              </p:cNvSpPr>
              <p:nvPr/>
            </p:nvSpPr>
            <p:spPr bwMode="auto">
              <a:xfrm>
                <a:off x="8760" y="12932"/>
                <a:ext cx="210" cy="3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spcBef>
                    <a:spcPct val="20000"/>
                  </a:spcBef>
                  <a:buClr>
                    <a:schemeClr val="accent2"/>
                  </a:buClr>
                  <a:buSzPct val="80000"/>
                  <a:buFont typeface="Wingdings" pitchFamily="2" charset="2"/>
                  <a:buChar char="l"/>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tx1"/>
                  </a:buClr>
                  <a:buSzPct val="9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accent1"/>
                  </a:buClr>
                  <a:buSzPct val="60000"/>
                  <a:buFont typeface="Wingdings" pitchFamily="2" charset="2"/>
                  <a:buChar char="l"/>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accent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endParaRPr kumimoji="0" lang="en-US" altLang="en-US" sz="2000" b="1" i="0" u="none" strike="noStrike" kern="1200" cap="none" spc="0" normalizeH="0" baseline="0" noProof="0">
                  <a:ln>
                    <a:noFill/>
                  </a:ln>
                  <a:solidFill>
                    <a:srgbClr val="000000"/>
                  </a:solidFill>
                  <a:effectLst/>
                  <a:uLnTx/>
                  <a:uFillTx/>
                  <a:latin typeface="Times New Roman" pitchFamily="18" charset="0"/>
                  <a:ea typeface="宋体" pitchFamily="2" charset="-122"/>
                  <a:cs typeface="Arial" pitchFamily="34" charset="0"/>
                </a:endParaRPr>
              </a:p>
            </p:txBody>
          </p:sp>
        </p:grpSp>
      </p:grpSp>
      <p:sp>
        <p:nvSpPr>
          <p:cNvPr id="27657" name="Rectangle 80"/>
          <p:cNvSpPr>
            <a:spLocks noChangeArrowheads="1"/>
          </p:cNvSpPr>
          <p:nvPr/>
        </p:nvSpPr>
        <p:spPr bwMode="auto">
          <a:xfrm>
            <a:off x="8758795" y="3786193"/>
            <a:ext cx="1864783" cy="525462"/>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spcBef>
                <a:spcPct val="20000"/>
              </a:spcBef>
              <a:buClr>
                <a:schemeClr val="accent2"/>
              </a:buClr>
              <a:buSzPct val="80000"/>
              <a:buFont typeface="Wingdings" pitchFamily="2" charset="2"/>
              <a:buChar char="l"/>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tx1"/>
              </a:buClr>
              <a:buSzPct val="9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accent1"/>
              </a:buClr>
              <a:buSzPct val="60000"/>
              <a:buFont typeface="Wingdings" pitchFamily="2" charset="2"/>
              <a:buChar char="l"/>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accent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9pPr>
          </a:lstStyle>
          <a:p>
            <a:pPr marL="0" marR="0" lvl="0" indent="0" algn="ctr" defTabSz="914400" rtl="0" eaLnBrk="0" fontAlgn="base" latinLnBrk="0" hangingPunct="0">
              <a:lnSpc>
                <a:spcPct val="88000"/>
              </a:lnSpc>
              <a:spcBef>
                <a:spcPct val="0"/>
              </a:spcBef>
              <a:spcAft>
                <a:spcPct val="0"/>
              </a:spcAft>
              <a:buClrTx/>
              <a:buSzTx/>
              <a:buFontTx/>
              <a:buNone/>
              <a:tabLst/>
              <a:defRPr/>
            </a:pPr>
            <a:r>
              <a:rPr kumimoji="0" lang="en-US" altLang="zh-CN" sz="20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Arial" pitchFamily="34" charset="0"/>
              </a:rPr>
              <a:t>sum = sum + x</a:t>
            </a:r>
          </a:p>
          <a:p>
            <a:pPr marL="0" marR="0" lvl="0" indent="0" algn="ctr" defTabSz="914400" rtl="0" eaLnBrk="0" fontAlgn="base" latinLnBrk="0" hangingPunct="0">
              <a:lnSpc>
                <a:spcPct val="88000"/>
              </a:lnSpc>
              <a:spcBef>
                <a:spcPct val="0"/>
              </a:spcBef>
              <a:spcAft>
                <a:spcPct val="0"/>
              </a:spcAft>
              <a:buClrTx/>
              <a:buSzTx/>
              <a:buFontTx/>
              <a:buNone/>
              <a:tabLst/>
              <a:defRPr/>
            </a:pPr>
            <a:r>
              <a:rPr kumimoji="0" lang="en-US" altLang="zh-CN" sz="20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Arial" pitchFamily="34" charset="0"/>
              </a:rPr>
              <a:t>i</a:t>
            </a: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Arial" pitchFamily="34" charset="0"/>
              </a:rPr>
              <a:t>++</a:t>
            </a:r>
          </a:p>
        </p:txBody>
      </p:sp>
      <p:sp>
        <p:nvSpPr>
          <p:cNvPr id="27658" name="Line 81"/>
          <p:cNvSpPr>
            <a:spLocks noChangeShapeType="1"/>
          </p:cNvSpPr>
          <p:nvPr/>
        </p:nvSpPr>
        <p:spPr bwMode="auto">
          <a:xfrm>
            <a:off x="9696451" y="2019305"/>
            <a:ext cx="0" cy="330200"/>
          </a:xfrm>
          <a:prstGeom prst="line">
            <a:avLst/>
          </a:prstGeom>
          <a:noFill/>
          <a:ln w="9525">
            <a:solidFill>
              <a:schemeClr val="bg2"/>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1" i="0" u="none" strike="noStrike" kern="1200" cap="none" spc="0" normalizeH="0" baseline="0" noProof="0">
              <a:ln>
                <a:noFill/>
              </a:ln>
              <a:solidFill>
                <a:srgbClr val="FFFFFF"/>
              </a:solidFill>
              <a:effectLst/>
              <a:uLnTx/>
              <a:uFillTx/>
              <a:latin typeface="Times New Roman"/>
              <a:ea typeface="宋体"/>
              <a:cs typeface="+mn-cs"/>
            </a:endParaRPr>
          </a:p>
        </p:txBody>
      </p:sp>
      <p:sp>
        <p:nvSpPr>
          <p:cNvPr id="27659" name="Line 82"/>
          <p:cNvSpPr>
            <a:spLocks noChangeShapeType="1"/>
          </p:cNvSpPr>
          <p:nvPr/>
        </p:nvSpPr>
        <p:spPr bwMode="auto">
          <a:xfrm>
            <a:off x="9696451" y="2767060"/>
            <a:ext cx="0" cy="331787"/>
          </a:xfrm>
          <a:prstGeom prst="line">
            <a:avLst/>
          </a:prstGeom>
          <a:noFill/>
          <a:ln w="9525">
            <a:solidFill>
              <a:schemeClr val="bg2"/>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1" i="0" u="none" strike="noStrike" kern="1200" cap="none" spc="0" normalizeH="0" baseline="0" noProof="0">
              <a:ln>
                <a:noFill/>
              </a:ln>
              <a:solidFill>
                <a:srgbClr val="FFFFFF"/>
              </a:solidFill>
              <a:effectLst/>
              <a:uLnTx/>
              <a:uFillTx/>
              <a:latin typeface="Times New Roman"/>
              <a:ea typeface="宋体"/>
              <a:cs typeface="+mn-cs"/>
            </a:endParaRPr>
          </a:p>
        </p:txBody>
      </p:sp>
      <p:sp>
        <p:nvSpPr>
          <p:cNvPr id="27660" name="Line 83"/>
          <p:cNvSpPr>
            <a:spLocks noChangeShapeType="1"/>
          </p:cNvSpPr>
          <p:nvPr/>
        </p:nvSpPr>
        <p:spPr bwMode="auto">
          <a:xfrm>
            <a:off x="8216901" y="2154243"/>
            <a:ext cx="8467" cy="237490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1" i="0" u="none" strike="noStrike" kern="1200" cap="none" spc="0" normalizeH="0" baseline="0" noProof="0">
              <a:ln>
                <a:noFill/>
              </a:ln>
              <a:solidFill>
                <a:srgbClr val="FFFFFF"/>
              </a:solidFill>
              <a:effectLst/>
              <a:uLnTx/>
              <a:uFillTx/>
              <a:latin typeface="Times New Roman"/>
              <a:ea typeface="宋体"/>
              <a:cs typeface="+mn-cs"/>
            </a:endParaRPr>
          </a:p>
        </p:txBody>
      </p:sp>
      <p:sp>
        <p:nvSpPr>
          <p:cNvPr id="27661" name="Line 84"/>
          <p:cNvSpPr>
            <a:spLocks noChangeShapeType="1"/>
          </p:cNvSpPr>
          <p:nvPr/>
        </p:nvSpPr>
        <p:spPr bwMode="auto">
          <a:xfrm>
            <a:off x="8225395" y="4529143"/>
            <a:ext cx="1483783"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1" i="0" u="none" strike="noStrike" kern="1200" cap="none" spc="0" normalizeH="0" baseline="0" noProof="0">
              <a:ln>
                <a:noFill/>
              </a:ln>
              <a:solidFill>
                <a:srgbClr val="FFFFFF"/>
              </a:solidFill>
              <a:effectLst/>
              <a:uLnTx/>
              <a:uFillTx/>
              <a:latin typeface="Times New Roman"/>
              <a:ea typeface="宋体"/>
              <a:cs typeface="+mn-cs"/>
            </a:endParaRPr>
          </a:p>
        </p:txBody>
      </p:sp>
      <p:sp>
        <p:nvSpPr>
          <p:cNvPr id="27662" name="Line 85"/>
          <p:cNvSpPr>
            <a:spLocks noChangeShapeType="1"/>
          </p:cNvSpPr>
          <p:nvPr/>
        </p:nvSpPr>
        <p:spPr bwMode="auto">
          <a:xfrm>
            <a:off x="9664701" y="4311697"/>
            <a:ext cx="0" cy="21748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1" i="0" u="none" strike="noStrike" kern="1200" cap="none" spc="0" normalizeH="0" baseline="0" noProof="0">
              <a:ln>
                <a:noFill/>
              </a:ln>
              <a:solidFill>
                <a:srgbClr val="FFFFFF"/>
              </a:solidFill>
              <a:effectLst/>
              <a:uLnTx/>
              <a:uFillTx/>
              <a:latin typeface="Times New Roman"/>
              <a:ea typeface="宋体"/>
              <a:cs typeface="+mn-cs"/>
            </a:endParaRPr>
          </a:p>
        </p:txBody>
      </p:sp>
      <p:sp>
        <p:nvSpPr>
          <p:cNvPr id="27663" name="Line 86"/>
          <p:cNvSpPr>
            <a:spLocks noChangeShapeType="1"/>
          </p:cNvSpPr>
          <p:nvPr/>
        </p:nvSpPr>
        <p:spPr bwMode="auto">
          <a:xfrm flipV="1">
            <a:off x="8227511" y="2151068"/>
            <a:ext cx="1403351" cy="0"/>
          </a:xfrm>
          <a:prstGeom prst="line">
            <a:avLst/>
          </a:prstGeom>
          <a:noFill/>
          <a:ln w="9525">
            <a:solidFill>
              <a:schemeClr val="bg2"/>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1" i="0" u="none" strike="noStrike" kern="1200" cap="none" spc="0" normalizeH="0" baseline="0" noProof="0">
              <a:ln>
                <a:noFill/>
              </a:ln>
              <a:solidFill>
                <a:srgbClr val="FFFFFF"/>
              </a:solidFill>
              <a:effectLst/>
              <a:uLnTx/>
              <a:uFillTx/>
              <a:latin typeface="Times New Roman"/>
              <a:ea typeface="宋体"/>
              <a:cs typeface="+mn-cs"/>
            </a:endParaRPr>
          </a:p>
        </p:txBody>
      </p:sp>
      <p:grpSp>
        <p:nvGrpSpPr>
          <p:cNvPr id="27664" name="Group 87"/>
          <p:cNvGrpSpPr>
            <a:grpSpLocks/>
          </p:cNvGrpSpPr>
          <p:nvPr/>
        </p:nvGrpSpPr>
        <p:grpSpPr bwMode="auto">
          <a:xfrm>
            <a:off x="9762068" y="2584455"/>
            <a:ext cx="1490133" cy="2519362"/>
            <a:chOff x="8070" y="13197"/>
            <a:chExt cx="900" cy="1723"/>
          </a:xfrm>
        </p:grpSpPr>
        <p:sp>
          <p:nvSpPr>
            <p:cNvPr id="27675" name="Line 88"/>
            <p:cNvSpPr>
              <a:spLocks noChangeShapeType="1"/>
            </p:cNvSpPr>
            <p:nvPr/>
          </p:nvSpPr>
          <p:spPr bwMode="auto">
            <a:xfrm>
              <a:off x="8970" y="13206"/>
              <a:ext cx="0" cy="1429"/>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1" i="0" u="none" strike="noStrike" kern="1200" cap="none" spc="0" normalizeH="0" baseline="0" noProof="0">
                <a:ln>
                  <a:noFill/>
                </a:ln>
                <a:solidFill>
                  <a:srgbClr val="FFFFFF"/>
                </a:solidFill>
                <a:effectLst/>
                <a:uLnTx/>
                <a:uFillTx/>
                <a:latin typeface="Times New Roman"/>
                <a:ea typeface="宋体"/>
                <a:cs typeface="+mn-cs"/>
              </a:endParaRPr>
            </a:p>
          </p:txBody>
        </p:sp>
        <p:sp>
          <p:nvSpPr>
            <p:cNvPr id="27676" name="Line 89"/>
            <p:cNvSpPr>
              <a:spLocks noChangeShapeType="1"/>
            </p:cNvSpPr>
            <p:nvPr/>
          </p:nvSpPr>
          <p:spPr bwMode="auto">
            <a:xfrm>
              <a:off x="8070" y="14631"/>
              <a:ext cx="900"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1" i="0" u="none" strike="noStrike" kern="1200" cap="none" spc="0" normalizeH="0" baseline="0" noProof="0">
                <a:ln>
                  <a:noFill/>
                </a:ln>
                <a:solidFill>
                  <a:srgbClr val="FFFFFF"/>
                </a:solidFill>
                <a:effectLst/>
                <a:uLnTx/>
                <a:uFillTx/>
                <a:latin typeface="Times New Roman"/>
                <a:ea typeface="宋体"/>
                <a:cs typeface="+mn-cs"/>
              </a:endParaRPr>
            </a:p>
          </p:txBody>
        </p:sp>
        <p:sp>
          <p:nvSpPr>
            <p:cNvPr id="27677" name="Line 90"/>
            <p:cNvSpPr>
              <a:spLocks noChangeShapeType="1"/>
            </p:cNvSpPr>
            <p:nvPr/>
          </p:nvSpPr>
          <p:spPr bwMode="auto">
            <a:xfrm>
              <a:off x="8070" y="14637"/>
              <a:ext cx="0" cy="283"/>
            </a:xfrm>
            <a:prstGeom prst="line">
              <a:avLst/>
            </a:prstGeom>
            <a:noFill/>
            <a:ln w="9525">
              <a:solidFill>
                <a:schemeClr val="bg2"/>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1" i="0" u="none" strike="noStrike" kern="1200" cap="none" spc="0" normalizeH="0" baseline="0" noProof="0">
                <a:ln>
                  <a:noFill/>
                </a:ln>
                <a:solidFill>
                  <a:srgbClr val="FFFFFF"/>
                </a:solidFill>
                <a:effectLst/>
                <a:uLnTx/>
                <a:uFillTx/>
                <a:latin typeface="Times New Roman"/>
                <a:ea typeface="宋体"/>
                <a:cs typeface="+mn-cs"/>
              </a:endParaRPr>
            </a:p>
          </p:txBody>
        </p:sp>
        <p:sp>
          <p:nvSpPr>
            <p:cNvPr id="27678" name="Line 91"/>
            <p:cNvSpPr>
              <a:spLocks noChangeShapeType="1"/>
            </p:cNvSpPr>
            <p:nvPr/>
          </p:nvSpPr>
          <p:spPr bwMode="auto">
            <a:xfrm>
              <a:off x="8625" y="13197"/>
              <a:ext cx="340"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1" i="0" u="none" strike="noStrike" kern="1200" cap="none" spc="0" normalizeH="0" baseline="0" noProof="0">
                <a:ln>
                  <a:noFill/>
                </a:ln>
                <a:solidFill>
                  <a:srgbClr val="FFFFFF"/>
                </a:solidFill>
                <a:effectLst/>
                <a:uLnTx/>
                <a:uFillTx/>
                <a:latin typeface="Times New Roman"/>
                <a:ea typeface="宋体"/>
                <a:cs typeface="+mn-cs"/>
              </a:endParaRPr>
            </a:p>
          </p:txBody>
        </p:sp>
      </p:grpSp>
      <p:sp>
        <p:nvSpPr>
          <p:cNvPr id="27665" name="AutoShape 92"/>
          <p:cNvSpPr>
            <a:spLocks noChangeArrowheads="1"/>
          </p:cNvSpPr>
          <p:nvPr/>
        </p:nvSpPr>
        <p:spPr bwMode="auto">
          <a:xfrm>
            <a:off x="9228668" y="1052518"/>
            <a:ext cx="931333" cy="298450"/>
          </a:xfrm>
          <a:prstGeom prst="roundRect">
            <a:avLst>
              <a:gd name="adj" fmla="val 16667"/>
            </a:avLst>
          </a:prstGeom>
          <a:noFill/>
          <a:ln w="9525">
            <a:solidFill>
              <a:schemeClr val="bg2"/>
            </a:solidFill>
            <a:round/>
            <a:headEnd/>
            <a:tailEnd/>
          </a:ln>
          <a:extLst>
            <a:ext uri="{909E8E84-426E-40DD-AFC4-6F175D3DCCD1}">
              <a14:hiddenFill xmlns:a14="http://schemas.microsoft.com/office/drawing/2010/main">
                <a:solidFill>
                  <a:srgbClr val="FFFFFF"/>
                </a:solidFill>
              </a14:hiddenFill>
            </a:ext>
          </a:extLst>
        </p:spPr>
        <p:txBody>
          <a:bodyPr lIns="36000" tIns="0" rIns="36000" bIns="0"/>
          <a:lstStyle>
            <a:lvl1pPr eaLnBrk="0" hangingPunct="0">
              <a:spcBef>
                <a:spcPct val="20000"/>
              </a:spcBef>
              <a:buClr>
                <a:schemeClr val="accent2"/>
              </a:buClr>
              <a:buSzPct val="80000"/>
              <a:buFont typeface="Wingdings" pitchFamily="2" charset="2"/>
              <a:buChar char="l"/>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tx1"/>
              </a:buClr>
              <a:buSzPct val="9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accent1"/>
              </a:buClr>
              <a:buSzPct val="60000"/>
              <a:buFont typeface="Wingdings" pitchFamily="2" charset="2"/>
              <a:buChar char="l"/>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accent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9pPr>
          </a:lstStyle>
          <a:p>
            <a:pPr marL="0" marR="0" lvl="0" indent="0" algn="ctr" defTabSz="914400" rtl="0" eaLnBrk="0" fontAlgn="base" latinLnBrk="0" hangingPunct="0">
              <a:lnSpc>
                <a:spcPct val="80000"/>
              </a:lnSpc>
              <a:spcBef>
                <a:spcPct val="0"/>
              </a:spcBef>
              <a:spcAft>
                <a:spcPct val="0"/>
              </a:spcAft>
              <a:buClrTx/>
              <a:buSzTx/>
              <a:buFontTx/>
              <a:buNone/>
              <a:tabLst/>
              <a:defRPr/>
            </a:pPr>
            <a:r>
              <a:rPr kumimoji="0"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Arial" pitchFamily="34" charset="0"/>
              </a:rPr>
              <a:t>开始</a:t>
            </a:r>
          </a:p>
          <a:p>
            <a:pPr marL="0" marR="0" lvl="0" indent="0" algn="just" defTabSz="914400" rtl="0" eaLnBrk="0" fontAlgn="base" latinLnBrk="0" hangingPunct="0">
              <a:lnSpc>
                <a:spcPct val="100000"/>
              </a:lnSpc>
              <a:spcBef>
                <a:spcPct val="0"/>
              </a:spcBef>
              <a:spcAft>
                <a:spcPct val="0"/>
              </a:spcAft>
              <a:buClrTx/>
              <a:buSzTx/>
              <a:buFontTx/>
              <a:buNone/>
              <a:tabLst/>
              <a:defRPr/>
            </a:pPr>
            <a:endParaRPr kumimoji="0"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Arial" pitchFamily="34" charset="0"/>
            </a:endParaRPr>
          </a:p>
        </p:txBody>
      </p:sp>
      <p:sp>
        <p:nvSpPr>
          <p:cNvPr id="27666" name="AutoShape 93"/>
          <p:cNvSpPr>
            <a:spLocks noChangeArrowheads="1"/>
          </p:cNvSpPr>
          <p:nvPr/>
        </p:nvSpPr>
        <p:spPr bwMode="auto">
          <a:xfrm>
            <a:off x="9251953" y="5813430"/>
            <a:ext cx="933451" cy="298450"/>
          </a:xfrm>
          <a:prstGeom prst="roundRect">
            <a:avLst>
              <a:gd name="adj" fmla="val 16667"/>
            </a:avLst>
          </a:prstGeom>
          <a:noFill/>
          <a:ln w="9525">
            <a:solidFill>
              <a:schemeClr val="bg2"/>
            </a:solidFill>
            <a:round/>
            <a:headEnd/>
            <a:tailEnd/>
          </a:ln>
          <a:extLst>
            <a:ext uri="{909E8E84-426E-40DD-AFC4-6F175D3DCCD1}">
              <a14:hiddenFill xmlns:a14="http://schemas.microsoft.com/office/drawing/2010/main">
                <a:solidFill>
                  <a:srgbClr val="FFFFFF"/>
                </a:solidFill>
              </a14:hiddenFill>
            </a:ext>
          </a:extLst>
        </p:spPr>
        <p:txBody>
          <a:bodyPr lIns="36000" tIns="0" rIns="36000" bIns="0"/>
          <a:lstStyle>
            <a:lvl1pPr eaLnBrk="0" hangingPunct="0">
              <a:spcBef>
                <a:spcPct val="20000"/>
              </a:spcBef>
              <a:buClr>
                <a:schemeClr val="accent2"/>
              </a:buClr>
              <a:buSzPct val="80000"/>
              <a:buFont typeface="Wingdings" pitchFamily="2" charset="2"/>
              <a:buChar char="l"/>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tx1"/>
              </a:buClr>
              <a:buSzPct val="9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accent1"/>
              </a:buClr>
              <a:buSzPct val="60000"/>
              <a:buFont typeface="Wingdings" pitchFamily="2" charset="2"/>
              <a:buChar char="l"/>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accent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9pPr>
          </a:lstStyle>
          <a:p>
            <a:pPr marL="0" marR="0" lvl="0" indent="0" algn="ctr" defTabSz="914400" rtl="0" eaLnBrk="0" fontAlgn="base" latinLnBrk="0" hangingPunct="0">
              <a:lnSpc>
                <a:spcPct val="80000"/>
              </a:lnSpc>
              <a:spcBef>
                <a:spcPct val="0"/>
              </a:spcBef>
              <a:spcAft>
                <a:spcPct val="0"/>
              </a:spcAft>
              <a:buClrTx/>
              <a:buSzTx/>
              <a:buFontTx/>
              <a:buNone/>
              <a:tabLst/>
              <a:defRPr/>
            </a:pPr>
            <a:r>
              <a:rPr kumimoji="0" lang="zh-CN" altLang="en-US" sz="2000" b="1" i="0" u="none" strike="noStrike" kern="1200" cap="none" spc="0" normalizeH="0" baseline="0" noProof="0">
                <a:ln>
                  <a:noFill/>
                </a:ln>
                <a:solidFill>
                  <a:srgbClr val="000000"/>
                </a:solidFill>
                <a:effectLst/>
                <a:uLnTx/>
                <a:uFillTx/>
                <a:latin typeface="Times New Roman" pitchFamily="18" charset="0"/>
                <a:ea typeface="宋体" pitchFamily="2" charset="-122"/>
                <a:cs typeface="Arial" pitchFamily="34" charset="0"/>
              </a:rPr>
              <a:t>结束</a:t>
            </a:r>
          </a:p>
          <a:p>
            <a:pPr marL="0" marR="0" lvl="0" indent="0" algn="just" defTabSz="914400" rtl="0" eaLnBrk="0" fontAlgn="base" latinLnBrk="0" hangingPunct="0">
              <a:lnSpc>
                <a:spcPct val="100000"/>
              </a:lnSpc>
              <a:spcBef>
                <a:spcPct val="0"/>
              </a:spcBef>
              <a:spcAft>
                <a:spcPct val="0"/>
              </a:spcAft>
              <a:buClrTx/>
              <a:buSzTx/>
              <a:buFontTx/>
              <a:buNone/>
              <a:tabLst/>
              <a:defRPr/>
            </a:pPr>
            <a:endParaRPr kumimoji="0" lang="zh-CN" altLang="en-US" sz="2000" b="1" i="0" u="none" strike="noStrike" kern="1200" cap="none" spc="0" normalizeH="0" baseline="0" noProof="0">
              <a:ln>
                <a:noFill/>
              </a:ln>
              <a:solidFill>
                <a:srgbClr val="000000"/>
              </a:solidFill>
              <a:effectLst/>
              <a:uLnTx/>
              <a:uFillTx/>
              <a:latin typeface="Times New Roman" pitchFamily="18" charset="0"/>
              <a:ea typeface="宋体" pitchFamily="2" charset="-122"/>
              <a:cs typeface="Arial" pitchFamily="34" charset="0"/>
            </a:endParaRPr>
          </a:p>
        </p:txBody>
      </p:sp>
      <p:sp>
        <p:nvSpPr>
          <p:cNvPr id="27667" name="Line 94"/>
          <p:cNvSpPr>
            <a:spLocks noChangeShapeType="1"/>
          </p:cNvSpPr>
          <p:nvPr/>
        </p:nvSpPr>
        <p:spPr bwMode="auto">
          <a:xfrm>
            <a:off x="9696451" y="1362080"/>
            <a:ext cx="0" cy="304800"/>
          </a:xfrm>
          <a:prstGeom prst="line">
            <a:avLst/>
          </a:prstGeom>
          <a:noFill/>
          <a:ln w="9525">
            <a:solidFill>
              <a:schemeClr val="bg2"/>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1" i="0" u="none" strike="noStrike" kern="1200" cap="none" spc="0" normalizeH="0" baseline="0" noProof="0">
              <a:ln>
                <a:noFill/>
              </a:ln>
              <a:solidFill>
                <a:srgbClr val="FFFFFF"/>
              </a:solidFill>
              <a:effectLst/>
              <a:uLnTx/>
              <a:uFillTx/>
              <a:latin typeface="Times New Roman"/>
              <a:ea typeface="宋体"/>
              <a:cs typeface="+mn-cs"/>
            </a:endParaRPr>
          </a:p>
        </p:txBody>
      </p:sp>
      <p:sp>
        <p:nvSpPr>
          <p:cNvPr id="27668" name="Rectangle 95"/>
          <p:cNvSpPr>
            <a:spLocks noChangeArrowheads="1"/>
          </p:cNvSpPr>
          <p:nvPr/>
        </p:nvSpPr>
        <p:spPr bwMode="auto">
          <a:xfrm>
            <a:off x="8439152" y="1671643"/>
            <a:ext cx="2516717" cy="330200"/>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spcBef>
                <a:spcPct val="20000"/>
              </a:spcBef>
              <a:buClr>
                <a:schemeClr val="accent2"/>
              </a:buClr>
              <a:buSzPct val="80000"/>
              <a:buFont typeface="Wingdings" pitchFamily="2" charset="2"/>
              <a:buChar char="l"/>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tx1"/>
              </a:buClr>
              <a:buSzPct val="9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accent1"/>
              </a:buClr>
              <a:buSzPct val="60000"/>
              <a:buFont typeface="Wingdings" pitchFamily="2" charset="2"/>
              <a:buChar char="l"/>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accent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9pPr>
          </a:lstStyle>
          <a:p>
            <a:pPr marL="0" marR="0" lvl="0" indent="0" algn="ctr" defTabSz="914400" rtl="0" eaLnBrk="0" fontAlgn="base" latinLnBrk="0" hangingPunct="0">
              <a:lnSpc>
                <a:spcPct val="88000"/>
              </a:lnSpc>
              <a:spcBef>
                <a:spcPct val="0"/>
              </a:spcBef>
              <a:spcAft>
                <a:spcPct val="0"/>
              </a:spcAft>
              <a:buClrTx/>
              <a:buSzTx/>
              <a:buFontTx/>
              <a:buNone/>
              <a:tabLst/>
              <a:defRPr/>
            </a:pPr>
            <a:r>
              <a:rPr kumimoji="0" lang="en-US" altLang="zh-CN" sz="2000" b="1" i="0" u="none" strike="noStrike" kern="1200" cap="none" spc="0" normalizeH="0" baseline="0" noProof="0" dirty="0" err="1">
                <a:ln>
                  <a:noFill/>
                </a:ln>
                <a:solidFill>
                  <a:srgbClr val="000000"/>
                </a:solidFill>
                <a:effectLst/>
                <a:uLnTx/>
                <a:uFillTx/>
                <a:latin typeface="Times New Roman" pitchFamily="18" charset="0"/>
                <a:ea typeface="黑体" pitchFamily="49" charset="-122"/>
                <a:cs typeface="Arial" pitchFamily="34" charset="0"/>
              </a:rPr>
              <a:t>i</a:t>
            </a: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黑体" pitchFamily="49" charset="-122"/>
                <a:cs typeface="Arial" pitchFamily="34" charset="0"/>
              </a:rPr>
              <a:t> = 1;  sum = 0;  </a:t>
            </a:r>
          </a:p>
        </p:txBody>
      </p:sp>
      <p:sp>
        <p:nvSpPr>
          <p:cNvPr id="27669" name="Line 96"/>
          <p:cNvSpPr>
            <a:spLocks noChangeShapeType="1"/>
          </p:cNvSpPr>
          <p:nvPr/>
        </p:nvSpPr>
        <p:spPr bwMode="auto">
          <a:xfrm>
            <a:off x="9721851" y="5465810"/>
            <a:ext cx="0" cy="331787"/>
          </a:xfrm>
          <a:prstGeom prst="line">
            <a:avLst/>
          </a:prstGeom>
          <a:noFill/>
          <a:ln w="9525">
            <a:solidFill>
              <a:schemeClr val="bg2"/>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1" i="0" u="none" strike="noStrike" kern="1200" cap="none" spc="0" normalizeH="0" baseline="0" noProof="0">
              <a:ln>
                <a:noFill/>
              </a:ln>
              <a:solidFill>
                <a:srgbClr val="FFFFFF"/>
              </a:solidFill>
              <a:effectLst/>
              <a:uLnTx/>
              <a:uFillTx/>
              <a:latin typeface="Times New Roman"/>
              <a:ea typeface="宋体"/>
              <a:cs typeface="+mn-cs"/>
            </a:endParaRPr>
          </a:p>
        </p:txBody>
      </p:sp>
      <p:sp>
        <p:nvSpPr>
          <p:cNvPr id="27670" name="AutoShape 97"/>
          <p:cNvSpPr>
            <a:spLocks noChangeArrowheads="1"/>
          </p:cNvSpPr>
          <p:nvPr/>
        </p:nvSpPr>
        <p:spPr bwMode="auto">
          <a:xfrm>
            <a:off x="8684685" y="5100685"/>
            <a:ext cx="2051051" cy="365125"/>
          </a:xfrm>
          <a:prstGeom prst="flowChartInputOutpu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spcBef>
                <a:spcPct val="20000"/>
              </a:spcBef>
              <a:buClr>
                <a:schemeClr val="accent2"/>
              </a:buClr>
              <a:buSzPct val="80000"/>
              <a:buFont typeface="Wingdings" pitchFamily="2" charset="2"/>
              <a:buChar char="l"/>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tx1"/>
              </a:buClr>
              <a:buSzPct val="9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accent1"/>
              </a:buClr>
              <a:buSzPct val="60000"/>
              <a:buFont typeface="Wingdings" pitchFamily="2" charset="2"/>
              <a:buChar char="l"/>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accent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1800" b="1" i="0" u="none" strike="noStrike" kern="1200" cap="none" spc="0" normalizeH="0" baseline="0" noProof="0">
                <a:ln>
                  <a:noFill/>
                </a:ln>
                <a:solidFill>
                  <a:srgbClr val="000000"/>
                </a:solidFill>
                <a:effectLst/>
                <a:uLnTx/>
                <a:uFillTx/>
                <a:latin typeface="Times New Roman" pitchFamily="18" charset="0"/>
                <a:ea typeface="宋体" pitchFamily="2" charset="-122"/>
                <a:cs typeface="Arial" pitchFamily="34" charset="0"/>
              </a:rPr>
              <a:t>输出</a:t>
            </a:r>
            <a:r>
              <a:rPr kumimoji="0" lang="en-US" altLang="zh-CN" sz="1800" b="1" i="0" u="none" strike="noStrike" kern="1200" cap="none" spc="0" normalizeH="0" baseline="0" noProof="0">
                <a:ln>
                  <a:noFill/>
                </a:ln>
                <a:solidFill>
                  <a:srgbClr val="000000"/>
                </a:solidFill>
                <a:effectLst/>
                <a:uLnTx/>
                <a:uFillTx/>
                <a:latin typeface="Times New Roman" pitchFamily="18" charset="0"/>
                <a:ea typeface="宋体" pitchFamily="2" charset="-122"/>
                <a:cs typeface="Arial" pitchFamily="34" charset="0"/>
              </a:rPr>
              <a:t>sum</a:t>
            </a:r>
          </a:p>
        </p:txBody>
      </p:sp>
      <p:sp>
        <p:nvSpPr>
          <p:cNvPr id="27671" name="Rectangle 98"/>
          <p:cNvSpPr>
            <a:spLocks noChangeArrowheads="1"/>
          </p:cNvSpPr>
          <p:nvPr/>
        </p:nvSpPr>
        <p:spPr bwMode="auto">
          <a:xfrm>
            <a:off x="10830984" y="2289222"/>
            <a:ext cx="279400" cy="2619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spcBef>
                <a:spcPct val="20000"/>
              </a:spcBef>
              <a:buClr>
                <a:schemeClr val="accent2"/>
              </a:buClr>
              <a:buSzPct val="80000"/>
              <a:buFont typeface="Wingdings" pitchFamily="2" charset="2"/>
              <a:buChar char="l"/>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tx1"/>
              </a:buClr>
              <a:buSzPct val="9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accent1"/>
              </a:buClr>
              <a:buSzPct val="60000"/>
              <a:buFont typeface="Wingdings" pitchFamily="2" charset="2"/>
              <a:buChar char="l"/>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accent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Arial" pitchFamily="34" charset="0"/>
              </a:rPr>
              <a:t>n</a:t>
            </a:r>
          </a:p>
        </p:txBody>
      </p:sp>
      <p:sp>
        <p:nvSpPr>
          <p:cNvPr id="27672" name="Rectangle 99"/>
          <p:cNvSpPr>
            <a:spLocks noChangeArrowheads="1"/>
          </p:cNvSpPr>
          <p:nvPr/>
        </p:nvSpPr>
        <p:spPr bwMode="auto">
          <a:xfrm>
            <a:off x="9819217" y="2749555"/>
            <a:ext cx="279400" cy="260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spcBef>
                <a:spcPct val="20000"/>
              </a:spcBef>
              <a:buClr>
                <a:schemeClr val="accent2"/>
              </a:buClr>
              <a:buSzPct val="80000"/>
              <a:buFont typeface="Wingdings" pitchFamily="2" charset="2"/>
              <a:buChar char="l"/>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tx1"/>
              </a:buClr>
              <a:buSzPct val="9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accent1"/>
              </a:buClr>
              <a:buSzPct val="60000"/>
              <a:buFont typeface="Wingdings" pitchFamily="2" charset="2"/>
              <a:buChar char="l"/>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accent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zh-CN" sz="2000" b="1" i="0" u="none" strike="noStrike" kern="1200" cap="none" spc="0" normalizeH="0" baseline="0" noProof="0">
                <a:ln>
                  <a:noFill/>
                </a:ln>
                <a:solidFill>
                  <a:srgbClr val="000000"/>
                </a:solidFill>
                <a:effectLst/>
                <a:uLnTx/>
                <a:uFillTx/>
                <a:latin typeface="Times New Roman" pitchFamily="18" charset="0"/>
                <a:ea typeface="宋体" pitchFamily="2" charset="-122"/>
                <a:cs typeface="Arial" pitchFamily="34" charset="0"/>
              </a:rPr>
              <a:t>y</a:t>
            </a:r>
          </a:p>
        </p:txBody>
      </p:sp>
      <p:sp>
        <p:nvSpPr>
          <p:cNvPr id="27673" name="AutoShape 100"/>
          <p:cNvSpPr>
            <a:spLocks noChangeArrowheads="1"/>
          </p:cNvSpPr>
          <p:nvPr/>
        </p:nvSpPr>
        <p:spPr bwMode="auto">
          <a:xfrm>
            <a:off x="8705853" y="3087735"/>
            <a:ext cx="2051051" cy="365125"/>
          </a:xfrm>
          <a:prstGeom prst="flowChartInputOutpu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spcBef>
                <a:spcPct val="20000"/>
              </a:spcBef>
              <a:buClr>
                <a:schemeClr val="accent2"/>
              </a:buClr>
              <a:buSzPct val="80000"/>
              <a:buFont typeface="Wingdings" pitchFamily="2" charset="2"/>
              <a:buChar char="l"/>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tx1"/>
              </a:buClr>
              <a:buSzPct val="9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accent1"/>
              </a:buClr>
              <a:buSzPct val="60000"/>
              <a:buFont typeface="Wingdings" pitchFamily="2" charset="2"/>
              <a:buChar char="l"/>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accent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2000" b="1" i="0" u="none" strike="noStrike" kern="1200" cap="none" spc="0" normalizeH="0" baseline="0" noProof="0">
                <a:ln>
                  <a:noFill/>
                </a:ln>
                <a:solidFill>
                  <a:srgbClr val="CC00CC"/>
                </a:solidFill>
                <a:effectLst/>
                <a:uLnTx/>
                <a:uFillTx/>
                <a:latin typeface="Times New Roman" pitchFamily="18" charset="0"/>
                <a:ea typeface="宋体" pitchFamily="2" charset="-122"/>
                <a:cs typeface="Arial" pitchFamily="34" charset="0"/>
              </a:rPr>
              <a:t>输入</a:t>
            </a:r>
            <a:r>
              <a:rPr kumimoji="0" lang="en-US" altLang="zh-CN" sz="2000" b="1" i="0" u="none" strike="noStrike" kern="1200" cap="none" spc="0" normalizeH="0" baseline="0" noProof="0">
                <a:ln>
                  <a:noFill/>
                </a:ln>
                <a:solidFill>
                  <a:srgbClr val="CC00CC"/>
                </a:solidFill>
                <a:effectLst/>
                <a:uLnTx/>
                <a:uFillTx/>
                <a:latin typeface="Times New Roman" pitchFamily="18" charset="0"/>
                <a:ea typeface="宋体" pitchFamily="2" charset="-122"/>
                <a:cs typeface="Arial" pitchFamily="34" charset="0"/>
              </a:rPr>
              <a:t>x</a:t>
            </a:r>
          </a:p>
        </p:txBody>
      </p:sp>
      <p:sp>
        <p:nvSpPr>
          <p:cNvPr id="27674" name="Line 101"/>
          <p:cNvSpPr>
            <a:spLocks noChangeShapeType="1"/>
          </p:cNvSpPr>
          <p:nvPr/>
        </p:nvSpPr>
        <p:spPr bwMode="auto">
          <a:xfrm>
            <a:off x="9664701" y="3448061"/>
            <a:ext cx="0" cy="331787"/>
          </a:xfrm>
          <a:prstGeom prst="line">
            <a:avLst/>
          </a:prstGeom>
          <a:noFill/>
          <a:ln w="9525">
            <a:solidFill>
              <a:schemeClr val="bg2"/>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1" i="0" u="none" strike="noStrike" kern="1200" cap="none" spc="0" normalizeH="0" baseline="0" noProof="0">
              <a:ln>
                <a:noFill/>
              </a:ln>
              <a:solidFill>
                <a:srgbClr val="FFFFFF"/>
              </a:solidFill>
              <a:effectLst/>
              <a:uLnTx/>
              <a:uFillTx/>
              <a:latin typeface="Times New Roman"/>
              <a:ea typeface="宋体"/>
              <a:cs typeface="+mn-cs"/>
            </a:endParaRPr>
          </a:p>
        </p:txBody>
      </p:sp>
      <p:sp>
        <p:nvSpPr>
          <p:cNvPr id="31" name="Rectangle 2"/>
          <p:cNvSpPr txBox="1">
            <a:spLocks noChangeArrowheads="1"/>
          </p:cNvSpPr>
          <p:nvPr/>
        </p:nvSpPr>
        <p:spPr>
          <a:xfrm>
            <a:off x="812800" y="304800"/>
            <a:ext cx="10363200" cy="609600"/>
          </a:xfrm>
          <a:prstGeom prst="rect">
            <a:avLst/>
          </a:prstGeom>
        </p:spPr>
        <p:txBody>
          <a:bodyPr vert="horz" wrap="square" lIns="90170" tIns="46990" rIns="90170" bIns="46990" rtlCol="0" anchor="ctr" anchorCtr="0">
            <a:noAutofit/>
          </a:bodyPr>
          <a:lstStyle>
            <a:lvl1pPr marL="0" marR="0" algn="l" defTabSz="914400" rtl="0" eaLnBrk="1" fontAlgn="auto" latinLnBrk="0" hangingPunct="1">
              <a:lnSpc>
                <a:spcPct val="100000"/>
              </a:lnSpc>
              <a:spcBef>
                <a:spcPct val="0"/>
              </a:spcBef>
              <a:buNone/>
              <a:defRPr kumimoji="0" lang="zh-CN" altLang="en-US" sz="36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3600" b="1" i="0" u="none" strike="noStrike" kern="1200" cap="none" spc="200" normalizeH="0" baseline="0" noProof="1">
                <a:ln>
                  <a:noFill/>
                </a:ln>
                <a:solidFill>
                  <a:srgbClr val="000000"/>
                </a:solidFill>
                <a:effectLst/>
                <a:uLnTx/>
                <a:uFillTx/>
                <a:latin typeface="Arial" panose="020B0604020202020204" pitchFamily="34" charset="0"/>
                <a:ea typeface="微软雅黑" panose="020B0503020204020204" charset="-122"/>
                <a:cs typeface="+mj-cs"/>
                <a:sym typeface="+mn-ea"/>
              </a:rPr>
              <a:t>一、</a:t>
            </a:r>
            <a:r>
              <a:rPr kumimoji="0" lang="en-US" altLang="zh-CN" sz="3600" b="1" i="0" u="none" strike="noStrike" kern="1200" cap="none" spc="200" normalizeH="0" baseline="0" noProof="1">
                <a:ln>
                  <a:noFill/>
                </a:ln>
                <a:solidFill>
                  <a:srgbClr val="000000"/>
                </a:solidFill>
                <a:effectLst/>
                <a:uLnTx/>
                <a:uFillTx/>
                <a:latin typeface="Arial" panose="020B0604020202020204" pitchFamily="34" charset="0"/>
                <a:ea typeface="微软雅黑" panose="020B0503020204020204" charset="-122"/>
                <a:cs typeface="+mj-cs"/>
                <a:sym typeface="+mn-ea"/>
              </a:rPr>
              <a:t>while </a:t>
            </a:r>
            <a:r>
              <a:rPr kumimoji="0" lang="zh-CN" altLang="en-US" sz="3600" b="1" i="0" u="none" strike="noStrike" kern="1200" cap="none" spc="200" normalizeH="0" baseline="0" noProof="1">
                <a:ln>
                  <a:noFill/>
                </a:ln>
                <a:solidFill>
                  <a:srgbClr val="000000"/>
                </a:solidFill>
                <a:effectLst/>
                <a:uLnTx/>
                <a:uFillTx/>
                <a:latin typeface="Arial" panose="020B0604020202020204" pitchFamily="34" charset="0"/>
                <a:ea typeface="微软雅黑" panose="020B0503020204020204" charset="-122"/>
                <a:cs typeface="+mj-cs"/>
                <a:sym typeface="+mn-ea"/>
              </a:rPr>
              <a:t>语句</a:t>
            </a:r>
          </a:p>
        </p:txBody>
      </p:sp>
    </p:spTree>
    <p:extLst>
      <p:ext uri="{BB962C8B-B14F-4D97-AF65-F5344CB8AC3E}">
        <p14:creationId xmlns:p14="http://schemas.microsoft.com/office/powerpoint/2010/main" val="2773660245"/>
      </p:ext>
    </p:extLst>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65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66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766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766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765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765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766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766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766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766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767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767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767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765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766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766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767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7664"/>
                                        </p:tgtEl>
                                        <p:attrNameLst>
                                          <p:attrName>style.visibility</p:attrName>
                                        </p:attrNameLst>
                                      </p:cBhvr>
                                      <p:to>
                                        <p:strVal val="visible"/>
                                      </p:to>
                                    </p:set>
                                  </p:childTnLst>
                                </p:cTn>
                              </p:par>
                            </p:childTnLst>
                          </p:cTn>
                        </p:par>
                        <p:par>
                          <p:cTn id="45" fill="hold">
                            <p:stCondLst>
                              <p:cond delay="0"/>
                            </p:stCondLst>
                            <p:childTnLst>
                              <p:par>
                                <p:cTn id="46" presetID="1" presetClass="entr" presetSubtype="0" fill="hold" grpId="0" nodeType="afterEffect">
                                  <p:stCondLst>
                                    <p:cond delay="0"/>
                                  </p:stCondLst>
                                  <p:childTnLst>
                                    <p:set>
                                      <p:cBhvr>
                                        <p:cTn id="47" dur="1" fill="hold">
                                          <p:stCondLst>
                                            <p:cond delay="0"/>
                                          </p:stCondLst>
                                        </p:cTn>
                                        <p:tgtEl>
                                          <p:spTgt spid="27671"/>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30726">
                                            <p:txEl>
                                              <p:pRg st="1" end="1"/>
                                            </p:txEl>
                                          </p:spTgt>
                                        </p:tgtEl>
                                        <p:attrNameLst>
                                          <p:attrName>style.visibility</p:attrName>
                                        </p:attrNameLst>
                                      </p:cBhvr>
                                      <p:to>
                                        <p:strVal val="visible"/>
                                      </p:to>
                                    </p:set>
                                  </p:childTnLst>
                                </p:cTn>
                              </p:par>
                              <p:par>
                                <p:cTn id="52" presetID="1" presetClass="entr" presetSubtype="0" fill="hold" nodeType="withEffect">
                                  <p:stCondLst>
                                    <p:cond delay="0"/>
                                  </p:stCondLst>
                                  <p:childTnLst>
                                    <p:set>
                                      <p:cBhvr>
                                        <p:cTn id="53" dur="1" fill="hold">
                                          <p:stCondLst>
                                            <p:cond delay="0"/>
                                          </p:stCondLst>
                                        </p:cTn>
                                        <p:tgtEl>
                                          <p:spTgt spid="30726">
                                            <p:txEl>
                                              <p:pRg st="2" end="2"/>
                                            </p:txEl>
                                          </p:spTgt>
                                        </p:tgtEl>
                                        <p:attrNameLst>
                                          <p:attrName>style.visibility</p:attrName>
                                        </p:attrNameLst>
                                      </p:cBhvr>
                                      <p:to>
                                        <p:strVal val="visible"/>
                                      </p:to>
                                    </p:set>
                                  </p:childTnLst>
                                </p:cTn>
                              </p:par>
                              <p:par>
                                <p:cTn id="54" presetID="1" presetClass="entr" presetSubtype="0" fill="hold" nodeType="withEffect">
                                  <p:stCondLst>
                                    <p:cond delay="0"/>
                                  </p:stCondLst>
                                  <p:childTnLst>
                                    <p:set>
                                      <p:cBhvr>
                                        <p:cTn id="55" dur="1" fill="hold">
                                          <p:stCondLst>
                                            <p:cond delay="0"/>
                                          </p:stCondLst>
                                        </p:cTn>
                                        <p:tgtEl>
                                          <p:spTgt spid="30726">
                                            <p:txEl>
                                              <p:pRg st="3" end="3"/>
                                            </p:txEl>
                                          </p:spTgt>
                                        </p:tgtEl>
                                        <p:attrNameLst>
                                          <p:attrName>style.visibility</p:attrName>
                                        </p:attrNameLst>
                                      </p:cBhvr>
                                      <p:to>
                                        <p:strVal val="visible"/>
                                      </p:to>
                                    </p:set>
                                  </p:childTnLst>
                                </p:cTn>
                              </p:par>
                              <p:par>
                                <p:cTn id="56" presetID="1" presetClass="entr" presetSubtype="0" fill="hold" nodeType="withEffect">
                                  <p:stCondLst>
                                    <p:cond delay="0"/>
                                  </p:stCondLst>
                                  <p:childTnLst>
                                    <p:set>
                                      <p:cBhvr>
                                        <p:cTn id="57" dur="1" fill="hold">
                                          <p:stCondLst>
                                            <p:cond delay="0"/>
                                          </p:stCondLst>
                                        </p:cTn>
                                        <p:tgtEl>
                                          <p:spTgt spid="30726">
                                            <p:txEl>
                                              <p:pRg st="4" end="4"/>
                                            </p:txEl>
                                          </p:spTgt>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nodeType="clickEffect">
                                  <p:stCondLst>
                                    <p:cond delay="0"/>
                                  </p:stCondLst>
                                  <p:childTnLst>
                                    <p:set>
                                      <p:cBhvr>
                                        <p:cTn id="61" dur="1" fill="hold">
                                          <p:stCondLst>
                                            <p:cond delay="0"/>
                                          </p:stCondLst>
                                        </p:cTn>
                                        <p:tgtEl>
                                          <p:spTgt spid="30726">
                                            <p:txEl>
                                              <p:pRg st="6" end="6"/>
                                            </p:txEl>
                                          </p:spTgt>
                                        </p:tgtEl>
                                        <p:attrNameLst>
                                          <p:attrName>style.visibility</p:attrName>
                                        </p:attrNameLst>
                                      </p:cBhvr>
                                      <p:to>
                                        <p:strVal val="visible"/>
                                      </p:to>
                                    </p:set>
                                  </p:childTnLst>
                                </p:cTn>
                              </p:par>
                              <p:par>
                                <p:cTn id="62" presetID="1" presetClass="entr" presetSubtype="0" fill="hold" nodeType="withEffect">
                                  <p:stCondLst>
                                    <p:cond delay="0"/>
                                  </p:stCondLst>
                                  <p:childTnLst>
                                    <p:set>
                                      <p:cBhvr>
                                        <p:cTn id="63" dur="1" fill="hold">
                                          <p:stCondLst>
                                            <p:cond delay="0"/>
                                          </p:stCondLst>
                                        </p:cTn>
                                        <p:tgtEl>
                                          <p:spTgt spid="30726">
                                            <p:txEl>
                                              <p:pRg st="7" end="7"/>
                                            </p:txEl>
                                          </p:spTgt>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nodeType="clickEffect">
                                  <p:stCondLst>
                                    <p:cond delay="0"/>
                                  </p:stCondLst>
                                  <p:childTnLst>
                                    <p:set>
                                      <p:cBhvr>
                                        <p:cTn id="67" dur="1" fill="hold">
                                          <p:stCondLst>
                                            <p:cond delay="0"/>
                                          </p:stCondLst>
                                        </p:cTn>
                                        <p:tgtEl>
                                          <p:spTgt spid="30726">
                                            <p:txEl>
                                              <p:pRg st="8" end="8"/>
                                            </p:txEl>
                                          </p:spTgt>
                                        </p:tgtEl>
                                        <p:attrNameLst>
                                          <p:attrName>style.visibility</p:attrName>
                                        </p:attrNameLst>
                                      </p:cBhvr>
                                      <p:to>
                                        <p:strVal val="visible"/>
                                      </p:to>
                                    </p:set>
                                  </p:childTnLst>
                                </p:cTn>
                              </p:par>
                              <p:par>
                                <p:cTn id="68" presetID="1" presetClass="entr" presetSubtype="0" fill="hold" nodeType="withEffect">
                                  <p:stCondLst>
                                    <p:cond delay="0"/>
                                  </p:stCondLst>
                                  <p:childTnLst>
                                    <p:set>
                                      <p:cBhvr>
                                        <p:cTn id="69" dur="1" fill="hold">
                                          <p:stCondLst>
                                            <p:cond delay="0"/>
                                          </p:stCondLst>
                                        </p:cTn>
                                        <p:tgtEl>
                                          <p:spTgt spid="30726">
                                            <p:txEl>
                                              <p:pRg st="9" end="9"/>
                                            </p:txEl>
                                          </p:spTgt>
                                        </p:tgtEl>
                                        <p:attrNameLst>
                                          <p:attrName>style.visibility</p:attrName>
                                        </p:attrNameLst>
                                      </p:cBhvr>
                                      <p:to>
                                        <p:strVal val="visible"/>
                                      </p:to>
                                    </p:set>
                                  </p:childTnLst>
                                </p:cTn>
                              </p:par>
                              <p:par>
                                <p:cTn id="70" presetID="1" presetClass="entr" presetSubtype="0" fill="hold" nodeType="withEffect">
                                  <p:stCondLst>
                                    <p:cond delay="0"/>
                                  </p:stCondLst>
                                  <p:childTnLst>
                                    <p:set>
                                      <p:cBhvr>
                                        <p:cTn id="71" dur="1" fill="hold">
                                          <p:stCondLst>
                                            <p:cond delay="0"/>
                                          </p:stCondLst>
                                        </p:cTn>
                                        <p:tgtEl>
                                          <p:spTgt spid="30726">
                                            <p:txEl>
                                              <p:pRg st="10" end="10"/>
                                            </p:txEl>
                                          </p:spTgt>
                                        </p:tgtEl>
                                        <p:attrNameLst>
                                          <p:attrName>style.visibility</p:attrName>
                                        </p:attrNameLst>
                                      </p:cBhvr>
                                      <p:to>
                                        <p:strVal val="visible"/>
                                      </p:to>
                                    </p:set>
                                  </p:childTnLst>
                                </p:cTn>
                              </p:par>
                              <p:par>
                                <p:cTn id="72" presetID="1" presetClass="entr" presetSubtype="0" fill="hold" nodeType="withEffect">
                                  <p:stCondLst>
                                    <p:cond delay="0"/>
                                  </p:stCondLst>
                                  <p:childTnLst>
                                    <p:set>
                                      <p:cBhvr>
                                        <p:cTn id="73" dur="1" fill="hold">
                                          <p:stCondLst>
                                            <p:cond delay="0"/>
                                          </p:stCondLst>
                                        </p:cTn>
                                        <p:tgtEl>
                                          <p:spTgt spid="30726">
                                            <p:txEl>
                                              <p:pRg st="11" end="11"/>
                                            </p:txEl>
                                          </p:spTgt>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nodeType="clickEffect">
                                  <p:stCondLst>
                                    <p:cond delay="0"/>
                                  </p:stCondLst>
                                  <p:childTnLst>
                                    <p:set>
                                      <p:cBhvr>
                                        <p:cTn id="77" dur="1" fill="hold">
                                          <p:stCondLst>
                                            <p:cond delay="0"/>
                                          </p:stCondLst>
                                        </p:cTn>
                                        <p:tgtEl>
                                          <p:spTgt spid="30726">
                                            <p:txEl>
                                              <p:pRg st="12" end="12"/>
                                            </p:txEl>
                                          </p:spTgt>
                                        </p:tgtEl>
                                        <p:attrNameLst>
                                          <p:attrName>style.visibility</p:attrName>
                                        </p:attrNameLst>
                                      </p:cBhvr>
                                      <p:to>
                                        <p:strVal val="visible"/>
                                      </p:to>
                                    </p:set>
                                  </p:childTnLst>
                                </p:cTn>
                              </p:par>
                              <p:par>
                                <p:cTn id="78" presetID="1" presetClass="entr" presetSubtype="0" fill="hold" nodeType="withEffect">
                                  <p:stCondLst>
                                    <p:cond delay="0"/>
                                  </p:stCondLst>
                                  <p:childTnLst>
                                    <p:set>
                                      <p:cBhvr>
                                        <p:cTn id="79" dur="1" fill="hold">
                                          <p:stCondLst>
                                            <p:cond delay="0"/>
                                          </p:stCondLst>
                                        </p:cTn>
                                        <p:tgtEl>
                                          <p:spTgt spid="30726">
                                            <p:txEl>
                                              <p:pRg st="13" end="13"/>
                                            </p:txEl>
                                          </p:spTgt>
                                        </p:tgtEl>
                                        <p:attrNameLst>
                                          <p:attrName>style.visibility</p:attrName>
                                        </p:attrNameLst>
                                      </p:cBhvr>
                                      <p:to>
                                        <p:strVal val="visible"/>
                                      </p:to>
                                    </p:set>
                                  </p:childTnLst>
                                </p:cTn>
                              </p:par>
                              <p:par>
                                <p:cTn id="80" presetID="1" presetClass="entr" presetSubtype="0" fill="hold" nodeType="withEffect">
                                  <p:stCondLst>
                                    <p:cond delay="0"/>
                                  </p:stCondLst>
                                  <p:childTnLst>
                                    <p:set>
                                      <p:cBhvr>
                                        <p:cTn id="81" dur="1" fill="hold">
                                          <p:stCondLst>
                                            <p:cond delay="0"/>
                                          </p:stCondLst>
                                        </p:cTn>
                                        <p:tgtEl>
                                          <p:spTgt spid="30726">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7" grpId="0" animBg="1"/>
      <p:bldP spid="27658" grpId="0" animBg="1"/>
      <p:bldP spid="27659" grpId="0" animBg="1"/>
      <p:bldP spid="27660" grpId="0" animBg="1"/>
      <p:bldP spid="27661" grpId="0" animBg="1"/>
      <p:bldP spid="27662" grpId="0" animBg="1"/>
      <p:bldP spid="27663" grpId="0" animBg="1"/>
      <p:bldP spid="27665" grpId="0" animBg="1"/>
      <p:bldP spid="27666" grpId="0" animBg="1"/>
      <p:bldP spid="27667" grpId="0" animBg="1"/>
      <p:bldP spid="27668" grpId="0" animBg="1"/>
      <p:bldP spid="27669" grpId="0" animBg="1"/>
      <p:bldP spid="27670" grpId="0" animBg="1"/>
      <p:bldP spid="27671" grpId="0"/>
      <p:bldP spid="27672" grpId="0"/>
      <p:bldP spid="27673" grpId="0" animBg="1"/>
      <p:bldP spid="27674" grpId="0" animBg="1"/>
    </p:bld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 Box 6">
            <a:extLst>
              <a:ext uri="{FF2B5EF4-FFF2-40B4-BE49-F238E27FC236}">
                <a16:creationId xmlns:a16="http://schemas.microsoft.com/office/drawing/2014/main" id="{DCE5ED15-104B-671D-EDF1-12C2178A520D}"/>
              </a:ext>
            </a:extLst>
          </p:cNvPr>
          <p:cNvSpPr txBox="1">
            <a:spLocks noChangeArrowheads="1"/>
          </p:cNvSpPr>
          <p:nvPr/>
        </p:nvSpPr>
        <p:spPr bwMode="auto">
          <a:xfrm>
            <a:off x="855163" y="893767"/>
            <a:ext cx="708880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accent2"/>
              </a:buClr>
              <a:buSzPct val="80000"/>
              <a:buFont typeface="Wingdings" pitchFamily="2" charset="2"/>
              <a:buChar char="l"/>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tx1"/>
              </a:buClr>
              <a:buSzPct val="9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accent1"/>
              </a:buClr>
              <a:buSzPct val="60000"/>
              <a:buFont typeface="Wingdings" pitchFamily="2" charset="2"/>
              <a:buChar char="l"/>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accent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err="1">
                <a:ln>
                  <a:noFill/>
                </a:ln>
                <a:solidFill>
                  <a:srgbClr val="6600CC"/>
                </a:solidFill>
                <a:effectLst/>
                <a:uLnTx/>
                <a:uFillTx/>
                <a:latin typeface="Times New Roman" pitchFamily="18" charset="0"/>
                <a:ea typeface="宋体" pitchFamily="2" charset="-122"/>
                <a:cs typeface="Arial" pitchFamily="34" charset="0"/>
              </a:rPr>
              <a:t>Eg</a:t>
            </a:r>
            <a:r>
              <a:rPr kumimoji="1" lang="en-US" altLang="zh-CN" sz="28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Arial" pitchFamily="34" charset="0"/>
              </a:rPr>
              <a:t> 3.6 </a:t>
            </a:r>
            <a:r>
              <a:rPr kumimoji="1" lang="zh-CN" altLang="en-US" sz="28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Arial" pitchFamily="34" charset="0"/>
              </a:rPr>
              <a:t>输入</a:t>
            </a:r>
            <a:r>
              <a:rPr kumimoji="1" lang="en-US" altLang="zh-CN" sz="28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Arial" pitchFamily="34" charset="0"/>
              </a:rPr>
              <a:t>100</a:t>
            </a:r>
            <a:r>
              <a:rPr kumimoji="1" lang="zh-CN" altLang="en-US" sz="28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Arial" pitchFamily="34" charset="0"/>
              </a:rPr>
              <a:t>个实数</a:t>
            </a:r>
            <a:r>
              <a:rPr kumimoji="1" lang="en-US" altLang="zh-CN" sz="28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Arial" pitchFamily="34" charset="0"/>
              </a:rPr>
              <a:t>, </a:t>
            </a:r>
            <a:r>
              <a:rPr kumimoji="1" lang="zh-CN" altLang="en-US" sz="28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Arial" pitchFamily="34" charset="0"/>
              </a:rPr>
              <a:t>求它们的和并输出。</a:t>
            </a:r>
            <a:endParaRPr kumimoji="1" lang="en-US" altLang="zh-CN" sz="28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#include &lt;</a:t>
            </a:r>
            <a:r>
              <a:rPr kumimoji="1" lang="en-US" altLang="zh-CN" sz="22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Times New Roman" pitchFamily="18" charset="0"/>
              </a:rPr>
              <a:t>stdio.h</a:t>
            </a: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&gt;</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int main(void) {</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a:t>
            </a: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double  x, sum = 0;</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a:t>
            </a: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int</a:t>
            </a:r>
            <a:r>
              <a:rPr kumimoji="1" lang="en-US" altLang="zh-CN" sz="22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Times New Roman" pitchFamily="18" charset="0"/>
              </a:rPr>
              <a:t> </a:t>
            </a:r>
            <a:r>
              <a:rPr kumimoji="1" lang="en-US" altLang="zh-CN" sz="2200" b="1" i="0" u="none" strike="noStrike" kern="1200" cap="none" spc="0" normalizeH="0" baseline="0" noProof="0" dirty="0" err="1">
                <a:ln>
                  <a:noFill/>
                </a:ln>
                <a:solidFill>
                  <a:srgbClr val="CC00CC"/>
                </a:solidFill>
                <a:effectLst/>
                <a:uLnTx/>
                <a:uFillTx/>
                <a:latin typeface="Times New Roman" pitchFamily="18" charset="0"/>
                <a:ea typeface="宋体" pitchFamily="2" charset="-122"/>
                <a:cs typeface="Times New Roman" pitchFamily="18" charset="0"/>
              </a:rPr>
              <a:t>i</a:t>
            </a:r>
            <a:r>
              <a:rPr kumimoji="1" lang="en-US" altLang="zh-CN" sz="22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Times New Roman" pitchFamily="18" charset="0"/>
              </a:rPr>
              <a:t> = 1</a:t>
            </a: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endParaRPr>
          </a:p>
          <a:p>
            <a:pPr lvl="0" eaLnBrk="1" fontAlgn="base" hangingPunct="1">
              <a:spcBef>
                <a:spcPct val="0"/>
              </a:spcBef>
              <a:spcAft>
                <a:spcPct val="0"/>
              </a:spcAft>
              <a:buClrTx/>
              <a:buSzTx/>
              <a:buNone/>
            </a:pP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a:t>
            </a:r>
            <a:r>
              <a:rPr kumimoji="1" lang="en-US" altLang="zh-CN" sz="22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Times New Roman" pitchFamily="18" charset="0"/>
              </a:rPr>
              <a:t>printf</a:t>
            </a: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a:t>
            </a:r>
            <a:r>
              <a:rPr lang="en-US" altLang="zh-CN" sz="2200" dirty="0">
                <a:solidFill>
                  <a:srgbClr val="000000"/>
                </a:solidFill>
                <a:cs typeface="Times New Roman" pitchFamily="18" charset="0"/>
              </a:rPr>
              <a:t>Enter 100 real numbers: \n</a:t>
            </a: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a:t>
            </a: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while (</a:t>
            </a:r>
            <a:r>
              <a:rPr kumimoji="1" lang="en-US" altLang="zh-CN" sz="2200" b="1" i="0" u="none" strike="noStrike" kern="1200" cap="none" spc="0" normalizeH="0" baseline="0" noProof="0" dirty="0" err="1">
                <a:ln>
                  <a:noFill/>
                </a:ln>
                <a:solidFill>
                  <a:srgbClr val="CC00CC"/>
                </a:solidFill>
                <a:effectLst/>
                <a:uLnTx/>
                <a:uFillTx/>
                <a:latin typeface="Times New Roman" pitchFamily="18" charset="0"/>
                <a:ea typeface="宋体" pitchFamily="2" charset="-122"/>
                <a:cs typeface="Times New Roman" pitchFamily="18" charset="0"/>
              </a:rPr>
              <a:t>i</a:t>
            </a:r>
            <a:r>
              <a:rPr kumimoji="1" lang="en-US" altLang="zh-CN" sz="22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Times New Roman" pitchFamily="18" charset="0"/>
              </a:rPr>
              <a:t> &lt;= 100</a:t>
            </a: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a:t>
            </a:r>
            <a:r>
              <a:rPr kumimoji="1" lang="en-US" altLang="zh-CN" sz="22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Times New Roman" pitchFamily="18" charset="0"/>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a:t>
            </a:r>
            <a:r>
              <a:rPr kumimoji="1" lang="en-US" altLang="zh-CN" sz="22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Times New Roman" pitchFamily="18" charset="0"/>
              </a:rPr>
              <a:t>scanf</a:t>
            </a: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%lf", &amp;x);</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a:t>
            </a:r>
            <a:r>
              <a:rPr kumimoji="1" lang="zh-CN" altLang="en-US"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a:t>
            </a: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sum += x;   </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a:t>
            </a:r>
            <a:r>
              <a:rPr kumimoji="1" lang="zh-CN" altLang="en-US"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a:t>
            </a:r>
            <a:r>
              <a:rPr kumimoji="1" lang="en-US" altLang="zh-CN" sz="2200" b="1" i="0" u="none" strike="noStrike" kern="1200" cap="none" spc="0" normalizeH="0" baseline="0" noProof="0" dirty="0" err="1">
                <a:ln>
                  <a:noFill/>
                </a:ln>
                <a:solidFill>
                  <a:srgbClr val="3333FF"/>
                </a:solidFill>
                <a:effectLst/>
                <a:uLnTx/>
                <a:uFillTx/>
                <a:latin typeface="Times New Roman" pitchFamily="18" charset="0"/>
                <a:ea typeface="宋体" pitchFamily="2" charset="-122"/>
                <a:cs typeface="Times New Roman" pitchFamily="18" charset="0"/>
              </a:rPr>
              <a:t>i</a:t>
            </a:r>
            <a:r>
              <a:rPr kumimoji="1" lang="en-US" altLang="zh-CN" sz="22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Times New Roman" pitchFamily="18" charset="0"/>
              </a:rPr>
              <a:t>++;       </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2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Times New Roman" pitchFamily="18" charset="0"/>
              </a:rPr>
              <a:t> </a:t>
            </a:r>
            <a:r>
              <a:rPr kumimoji="1" lang="zh-CN" altLang="en-US" sz="22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Times New Roman" pitchFamily="18" charset="0"/>
              </a:rPr>
              <a:t>　 </a:t>
            </a:r>
            <a:r>
              <a:rPr kumimoji="1" lang="en-US" altLang="zh-CN" sz="22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Times New Roman" pitchFamily="18" charset="0"/>
              </a:rPr>
              <a:t>}</a:t>
            </a: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a:t>
            </a:r>
            <a:r>
              <a:rPr kumimoji="1" lang="zh-CN" altLang="en-US"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a:t>
            </a:r>
            <a:r>
              <a:rPr kumimoji="1" lang="en-US" altLang="zh-CN" sz="22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Times New Roman" pitchFamily="18" charset="0"/>
              </a:rPr>
              <a:t>printf</a:t>
            </a: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("sum =  %. 2f \n", sum); </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return 0;    </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Arial" pitchFamily="34" charset="0"/>
              </a:rPr>
              <a:t>} </a:t>
            </a:r>
          </a:p>
        </p:txBody>
      </p:sp>
      <p:sp>
        <p:nvSpPr>
          <p:cNvPr id="31" name="Text Box 35"/>
          <p:cNvSpPr txBox="1">
            <a:spLocks noChangeArrowheads="1"/>
          </p:cNvSpPr>
          <p:nvPr/>
        </p:nvSpPr>
        <p:spPr bwMode="auto">
          <a:xfrm>
            <a:off x="5543549" y="2371951"/>
            <a:ext cx="3600451" cy="2246769"/>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SzPct val="80000"/>
              <a:buFont typeface="Wingdings" pitchFamily="2" charset="2"/>
              <a:buChar char="l"/>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tx1"/>
              </a:buClr>
              <a:buSzPct val="9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accent1"/>
              </a:buClr>
              <a:buSzPct val="60000"/>
              <a:buFont typeface="Wingdings" pitchFamily="2" charset="2"/>
              <a:buChar char="l"/>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accent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1" lang="en-US" altLang="zh-CN" sz="20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Arial" pitchFamily="34" charset="0"/>
              </a:rPr>
              <a:t>int </a:t>
            </a:r>
            <a:r>
              <a:rPr kumimoji="1" lang="en-US" altLang="zh-CN" sz="2000" b="1" i="0" u="none" strike="noStrike" kern="1200" cap="none" spc="0" normalizeH="0" baseline="0" noProof="0" dirty="0" err="1">
                <a:ln>
                  <a:noFill/>
                </a:ln>
                <a:solidFill>
                  <a:srgbClr val="CC00CC"/>
                </a:solidFill>
                <a:effectLst/>
                <a:uLnTx/>
                <a:uFillTx/>
                <a:latin typeface="Times New Roman" pitchFamily="18" charset="0"/>
                <a:ea typeface="宋体" pitchFamily="2" charset="-122"/>
                <a:cs typeface="Arial" pitchFamily="34" charset="0"/>
              </a:rPr>
              <a:t>i</a:t>
            </a:r>
            <a:r>
              <a:rPr kumimoji="1" lang="en-US" altLang="zh-CN" sz="20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Arial" pitchFamily="34" charset="0"/>
              </a:rPr>
              <a:t> = 0;  </a:t>
            </a:r>
            <a:r>
              <a:rPr kumimoji="1" lang="en-US" altLang="zh-CN" sz="2000" b="1" i="0" u="none" strike="noStrike" kern="1200" cap="none" spc="0" normalizeH="0" baseline="0" noProof="0" dirty="0">
                <a:ln>
                  <a:noFill/>
                </a:ln>
                <a:solidFill>
                  <a:srgbClr val="FF0033"/>
                </a:solidFill>
                <a:effectLst/>
                <a:uLnTx/>
                <a:uFillTx/>
                <a:latin typeface="Times New Roman" pitchFamily="18" charset="0"/>
                <a:ea typeface="宋体" pitchFamily="2" charset="-122"/>
                <a:cs typeface="Arial" pitchFamily="34" charset="0"/>
              </a:rPr>
              <a:t>?</a:t>
            </a:r>
          </a:p>
          <a:p>
            <a:pPr marL="0" marR="0" lvl="0" indent="0" algn="l" defTabSz="914400" rtl="0" eaLnBrk="1" fontAlgn="auto" latinLnBrk="0" hangingPunct="1">
              <a:lnSpc>
                <a:spcPct val="100000"/>
              </a:lnSpc>
              <a:spcBef>
                <a:spcPct val="50000"/>
              </a:spcBef>
              <a:spcAft>
                <a:spcPts val="0"/>
              </a:spcAft>
              <a:buClrTx/>
              <a:buSzTx/>
              <a:buFontTx/>
              <a:buNone/>
              <a:tabLst/>
              <a:defRPr/>
            </a:pPr>
            <a:endParaRPr kumimoji="1" lang="en-US" altLang="zh-CN" sz="20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Arial"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zh-CN" sz="20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Arial"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20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Arial" pitchFamily="34" charset="0"/>
              </a:rPr>
              <a:t>while(</a:t>
            </a:r>
            <a:r>
              <a:rPr kumimoji="1" lang="en-US" altLang="zh-CN" sz="2000" b="1" i="0" u="none" strike="noStrike" kern="1200" cap="none" spc="0" normalizeH="0" baseline="0" noProof="0" dirty="0" err="1">
                <a:ln>
                  <a:noFill/>
                </a:ln>
                <a:solidFill>
                  <a:srgbClr val="CC00CC"/>
                </a:solidFill>
                <a:effectLst/>
                <a:uLnTx/>
                <a:uFillTx/>
                <a:latin typeface="Times New Roman" pitchFamily="18" charset="0"/>
                <a:ea typeface="宋体" pitchFamily="2" charset="-122"/>
                <a:cs typeface="Arial" pitchFamily="34" charset="0"/>
              </a:rPr>
              <a:t>i</a:t>
            </a:r>
            <a:r>
              <a:rPr kumimoji="1" lang="en-US" altLang="zh-CN" sz="20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Arial" pitchFamily="34" charset="0"/>
              </a:rPr>
              <a:t> &lt; 100)</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20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Arial" pitchFamily="34" charset="0"/>
              </a:rPr>
              <a:t>       sum = 0;</a:t>
            </a:r>
          </a:p>
          <a:p>
            <a:pPr marL="0" marR="0" lvl="0" indent="0" algn="l" defTabSz="914400" rtl="0" eaLnBrk="1" fontAlgn="auto" latinLnBrk="0" hangingPunct="1">
              <a:lnSpc>
                <a:spcPct val="100000"/>
              </a:lnSpc>
              <a:spcBef>
                <a:spcPct val="50000"/>
              </a:spcBef>
              <a:spcAft>
                <a:spcPts val="0"/>
              </a:spcAft>
              <a:buClrTx/>
              <a:buSzTx/>
              <a:buFontTx/>
              <a:buNone/>
              <a:tabLst/>
              <a:defRPr/>
            </a:pPr>
            <a:r>
              <a:rPr kumimoji="1" lang="en-US" altLang="zh-CN" sz="20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Arial" pitchFamily="34" charset="0"/>
              </a:rPr>
              <a:t> // </a:t>
            </a:r>
            <a:r>
              <a:rPr kumimoji="1" lang="zh-CN" altLang="en-US" sz="20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Arial" pitchFamily="34" charset="0"/>
              </a:rPr>
              <a:t> 改变</a:t>
            </a:r>
            <a:r>
              <a:rPr kumimoji="1" lang="en-US" altLang="zh-CN" sz="2000" b="1" i="0" u="none" strike="noStrike" kern="1200" cap="none" spc="0" normalizeH="0" baseline="0" noProof="0" dirty="0" err="1">
                <a:ln>
                  <a:noFill/>
                </a:ln>
                <a:solidFill>
                  <a:srgbClr val="CC00CC"/>
                </a:solidFill>
                <a:effectLst/>
                <a:uLnTx/>
                <a:uFillTx/>
                <a:latin typeface="Times New Roman" pitchFamily="18" charset="0"/>
                <a:ea typeface="宋体" pitchFamily="2" charset="-122"/>
                <a:cs typeface="Arial" pitchFamily="34" charset="0"/>
              </a:rPr>
              <a:t>i</a:t>
            </a:r>
            <a:r>
              <a:rPr kumimoji="1" lang="zh-CN" altLang="en-US" sz="20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Arial" pitchFamily="34" charset="0"/>
              </a:rPr>
              <a:t>值</a:t>
            </a:r>
            <a:r>
              <a:rPr kumimoji="1" lang="en-US" altLang="zh-CN" sz="20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Arial" pitchFamily="34" charset="0"/>
              </a:rPr>
              <a:t>, </a:t>
            </a:r>
            <a:r>
              <a:rPr kumimoji="1" lang="zh-CN" altLang="en-US" sz="20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Arial" pitchFamily="34" charset="0"/>
              </a:rPr>
              <a:t>避免死循环</a:t>
            </a:r>
          </a:p>
        </p:txBody>
      </p:sp>
      <p:sp>
        <p:nvSpPr>
          <p:cNvPr id="32" name="Line 42"/>
          <p:cNvSpPr>
            <a:spLocks noChangeShapeType="1"/>
          </p:cNvSpPr>
          <p:nvPr/>
        </p:nvSpPr>
        <p:spPr bwMode="auto">
          <a:xfrm flipH="1">
            <a:off x="4543652" y="4425950"/>
            <a:ext cx="1152525" cy="0"/>
          </a:xfrm>
          <a:prstGeom prst="line">
            <a:avLst/>
          </a:prstGeom>
          <a:noFill/>
          <a:ln w="381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imes New Roman"/>
              <a:ea typeface="宋体"/>
              <a:cs typeface="+mn-cs"/>
            </a:endParaRPr>
          </a:p>
        </p:txBody>
      </p:sp>
      <p:sp>
        <p:nvSpPr>
          <p:cNvPr id="33" name="Text Box 43"/>
          <p:cNvSpPr txBox="1">
            <a:spLocks noChangeArrowheads="1"/>
          </p:cNvSpPr>
          <p:nvPr/>
        </p:nvSpPr>
        <p:spPr bwMode="auto">
          <a:xfrm>
            <a:off x="7033714" y="3651737"/>
            <a:ext cx="431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SzPct val="80000"/>
              <a:buFont typeface="Wingdings" pitchFamily="2" charset="2"/>
              <a:buChar char="l"/>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tx1"/>
              </a:buClr>
              <a:buSzPct val="9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accent1"/>
              </a:buClr>
              <a:buSzPct val="60000"/>
              <a:buFont typeface="Wingdings" pitchFamily="2" charset="2"/>
              <a:buChar char="l"/>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accent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1" lang="en-US" altLang="zh-CN" sz="2800" b="1" i="0" u="none" strike="noStrike" kern="1200" cap="none" spc="0" normalizeH="0" baseline="0" noProof="0" dirty="0">
                <a:ln>
                  <a:noFill/>
                </a:ln>
                <a:solidFill>
                  <a:srgbClr val="FF0033"/>
                </a:solidFill>
                <a:effectLst/>
                <a:uLnTx/>
                <a:uFillTx/>
                <a:latin typeface="Times New Roman" pitchFamily="18" charset="0"/>
                <a:ea typeface="宋体" pitchFamily="2" charset="-122"/>
                <a:cs typeface="Times New Roman" pitchFamily="18" charset="0"/>
              </a:rPr>
              <a:t>×</a:t>
            </a:r>
          </a:p>
        </p:txBody>
      </p:sp>
      <p:sp>
        <p:nvSpPr>
          <p:cNvPr id="34" name="Line 45"/>
          <p:cNvSpPr>
            <a:spLocks noChangeShapeType="1"/>
          </p:cNvSpPr>
          <p:nvPr/>
        </p:nvSpPr>
        <p:spPr bwMode="auto">
          <a:xfrm>
            <a:off x="2195190" y="3525256"/>
            <a:ext cx="1081088" cy="0"/>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imes New Roman"/>
              <a:ea typeface="宋体"/>
              <a:cs typeface="+mn-cs"/>
            </a:endParaRPr>
          </a:p>
        </p:txBody>
      </p:sp>
      <p:sp>
        <p:nvSpPr>
          <p:cNvPr id="35" name="Line 45"/>
          <p:cNvSpPr>
            <a:spLocks noChangeShapeType="1"/>
          </p:cNvSpPr>
          <p:nvPr/>
        </p:nvSpPr>
        <p:spPr bwMode="auto">
          <a:xfrm>
            <a:off x="1654646" y="4552878"/>
            <a:ext cx="1081088" cy="0"/>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imes New Roman"/>
              <a:ea typeface="宋体"/>
              <a:cs typeface="+mn-cs"/>
            </a:endParaRPr>
          </a:p>
        </p:txBody>
      </p:sp>
      <p:sp>
        <p:nvSpPr>
          <p:cNvPr id="36" name="Text Box 43"/>
          <p:cNvSpPr txBox="1">
            <a:spLocks noChangeArrowheads="1"/>
          </p:cNvSpPr>
          <p:nvPr/>
        </p:nvSpPr>
        <p:spPr bwMode="auto">
          <a:xfrm>
            <a:off x="8249511" y="4033765"/>
            <a:ext cx="431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SzPct val="80000"/>
              <a:buFont typeface="Wingdings" pitchFamily="2" charset="2"/>
              <a:buChar char="l"/>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tx1"/>
              </a:buClr>
              <a:buSzPct val="9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accent1"/>
              </a:buClr>
              <a:buSzPct val="60000"/>
              <a:buFont typeface="Wingdings" pitchFamily="2" charset="2"/>
              <a:buChar char="l"/>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accent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1" lang="en-US" altLang="zh-CN" sz="2800" b="1" i="0" u="none" strike="noStrike" kern="1200" cap="none" spc="0" normalizeH="0" baseline="0" noProof="0" dirty="0">
                <a:ln>
                  <a:noFill/>
                </a:ln>
                <a:solidFill>
                  <a:srgbClr val="FF0033"/>
                </a:solidFill>
                <a:effectLst/>
                <a:uLnTx/>
                <a:uFillTx/>
                <a:latin typeface="Times New Roman" pitchFamily="18" charset="0"/>
                <a:ea typeface="宋体" pitchFamily="2" charset="-122"/>
                <a:cs typeface="Times New Roman" pitchFamily="18" charset="0"/>
              </a:rPr>
              <a:t>×</a:t>
            </a:r>
          </a:p>
        </p:txBody>
      </p:sp>
      <p:grpSp>
        <p:nvGrpSpPr>
          <p:cNvPr id="37" name="Group 7"/>
          <p:cNvGrpSpPr>
            <a:grpSpLocks/>
          </p:cNvGrpSpPr>
          <p:nvPr/>
        </p:nvGrpSpPr>
        <p:grpSpPr bwMode="auto">
          <a:xfrm>
            <a:off x="10355292" y="-477836"/>
            <a:ext cx="1836737" cy="1692275"/>
            <a:chOff x="4603" y="2750"/>
            <a:chExt cx="1157" cy="1066"/>
          </a:xfrm>
        </p:grpSpPr>
        <p:sp>
          <p:nvSpPr>
            <p:cNvPr id="38" name="Text Box 8"/>
            <p:cNvSpPr txBox="1">
              <a:spLocks noChangeArrowheads="1"/>
            </p:cNvSpPr>
            <p:nvPr/>
          </p:nvSpPr>
          <p:spPr bwMode="auto">
            <a:xfrm>
              <a:off x="4603" y="2750"/>
              <a:ext cx="1157" cy="1066"/>
            </a:xfrm>
            <a:prstGeom prst="rect">
              <a:avLst/>
            </a:prstGeom>
            <a:noFill/>
            <a:ln w="12700" cap="sq">
              <a:solidFill>
                <a:schemeClr val="bg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SzPct val="80000"/>
                <a:buFont typeface="Wingdings" pitchFamily="2" charset="2"/>
                <a:buChar char="l"/>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tx1"/>
                </a:buClr>
                <a:buSzPct val="9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accent1"/>
                </a:buClr>
                <a:buSzPct val="60000"/>
                <a:buFont typeface="Wingdings" pitchFamily="2" charset="2"/>
                <a:buChar char="l"/>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accent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1" lang="en-US" altLang="zh-CN" sz="10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Arial" pitchFamily="34" charset="0"/>
              </a:endParaRPr>
            </a:p>
            <a:p>
              <a:pPr marL="0" marR="0" lvl="0" indent="0" algn="l" defTabSz="914400" rtl="0" eaLnBrk="1" fontAlgn="auto" latinLnBrk="0" hangingPunct="1">
                <a:lnSpc>
                  <a:spcPct val="100000"/>
                </a:lnSpc>
                <a:spcBef>
                  <a:spcPct val="0"/>
                </a:spcBef>
                <a:spcAft>
                  <a:spcPts val="0"/>
                </a:spcAft>
                <a:buClrTx/>
                <a:buSzTx/>
                <a:buFontTx/>
                <a:buNone/>
                <a:tabLst/>
                <a:defRPr/>
              </a:pPr>
              <a:endParaRPr kumimoji="1" lang="en-US" altLang="zh-CN" sz="28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Arial" pitchFamily="34" charset="0"/>
              </a:endParaRPr>
            </a:p>
            <a:p>
              <a:pPr marL="0" marR="0" lvl="0" indent="0" algn="l" defTabSz="914400" rtl="0" eaLnBrk="1" fontAlgn="auto" latinLnBrk="0" hangingPunct="1">
                <a:lnSpc>
                  <a:spcPct val="100000"/>
                </a:lnSpc>
                <a:spcBef>
                  <a:spcPct val="0"/>
                </a:spcBef>
                <a:spcAft>
                  <a:spcPts val="0"/>
                </a:spcAft>
                <a:buClrTx/>
                <a:buSzTx/>
                <a:buFontTx/>
                <a:buNone/>
                <a:tabLst/>
                <a:defRPr/>
              </a:pPr>
              <a:endParaRPr kumimoji="1" lang="en-US" altLang="zh-CN" sz="28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Arial" pitchFamily="34" charset="0"/>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28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Arial" pitchFamily="34" charset="0"/>
                </a:rPr>
                <a:t>  sum = </a:t>
              </a:r>
              <a:r>
                <a:rPr kumimoji="1" lang="en-US" altLang="zh-CN" sz="2800" b="1" i="0" u="none" strike="noStrike" kern="1200" cap="none" spc="0" normalizeH="0" baseline="0" noProof="0" dirty="0">
                  <a:ln>
                    <a:noFill/>
                  </a:ln>
                  <a:solidFill>
                    <a:srgbClr val="3333FF"/>
                  </a:solidFill>
                  <a:effectLst/>
                  <a:uLnTx/>
                  <a:uFillTx/>
                  <a:latin typeface="宋体" pitchFamily="2" charset="-122"/>
                  <a:ea typeface="宋体" pitchFamily="2" charset="-122"/>
                  <a:cs typeface="Arial" pitchFamily="34" charset="0"/>
                </a:rPr>
                <a:t>∑</a:t>
              </a:r>
              <a:r>
                <a:rPr kumimoji="1" lang="en-US" altLang="zh-CN" sz="2800" b="1" i="0" u="none" strike="noStrike" kern="1200" cap="none" spc="0" normalizeH="0" baseline="0" noProof="0" dirty="0" err="1">
                  <a:ln>
                    <a:noFill/>
                  </a:ln>
                  <a:solidFill>
                    <a:srgbClr val="3333FF"/>
                  </a:solidFill>
                  <a:effectLst/>
                  <a:uLnTx/>
                  <a:uFillTx/>
                  <a:latin typeface="Times New Roman" pitchFamily="18" charset="0"/>
                  <a:ea typeface="宋体" pitchFamily="2" charset="-122"/>
                  <a:cs typeface="Arial" pitchFamily="34" charset="0"/>
                </a:rPr>
                <a:t>i</a:t>
              </a:r>
              <a:endParaRPr kumimoji="1" lang="en-US" altLang="zh-CN" sz="28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Arial" pitchFamily="34" charset="0"/>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1000" b="1" i="0" u="none" strike="noStrike" kern="1200" cap="none" spc="0" normalizeH="0" baseline="0" noProof="0" dirty="0">
                  <a:ln>
                    <a:noFill/>
                  </a:ln>
                  <a:solidFill>
                    <a:srgbClr val="3333FF"/>
                  </a:solidFill>
                  <a:effectLst/>
                  <a:uLnTx/>
                  <a:uFillTx/>
                  <a:latin typeface="宋体" pitchFamily="2" charset="-122"/>
                  <a:ea typeface="宋体" pitchFamily="2" charset="-122"/>
                  <a:cs typeface="Arial" pitchFamily="34" charset="0"/>
                </a:rPr>
                <a:t> </a:t>
              </a:r>
            </a:p>
          </p:txBody>
        </p:sp>
        <p:sp>
          <p:nvSpPr>
            <p:cNvPr id="39" name="Text Box 9"/>
            <p:cNvSpPr txBox="1">
              <a:spLocks noChangeArrowheads="1"/>
            </p:cNvSpPr>
            <p:nvPr/>
          </p:nvSpPr>
          <p:spPr bwMode="auto">
            <a:xfrm>
              <a:off x="5148" y="3060"/>
              <a:ext cx="116"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accent2"/>
                </a:buClr>
                <a:buSzPct val="80000"/>
                <a:buFont typeface="Wingdings" pitchFamily="2" charset="2"/>
                <a:buChar char="l"/>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tx1"/>
                </a:buClr>
                <a:buSzPct val="9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accent1"/>
                </a:buClr>
                <a:buSzPct val="60000"/>
                <a:buFont typeface="Wingdings" pitchFamily="2" charset="2"/>
                <a:buChar char="l"/>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accent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1" lang="en-US" altLang="en-US" sz="1400" b="1" i="0" u="none" strike="noStrike" kern="1200" cap="none" spc="0" normalizeH="0" baseline="0" noProof="0">
                <a:ln>
                  <a:noFill/>
                </a:ln>
                <a:solidFill>
                  <a:srgbClr val="3333FF"/>
                </a:solidFill>
                <a:effectLst/>
                <a:uLnTx/>
                <a:uFillTx/>
                <a:latin typeface="Times New Roman" pitchFamily="18" charset="0"/>
                <a:ea typeface="宋体" pitchFamily="2" charset="-122"/>
                <a:cs typeface="Arial" pitchFamily="34" charset="0"/>
              </a:endParaRPr>
            </a:p>
          </p:txBody>
        </p:sp>
        <p:sp>
          <p:nvSpPr>
            <p:cNvPr id="40" name="Text Box 10"/>
            <p:cNvSpPr txBox="1">
              <a:spLocks noChangeArrowheads="1"/>
            </p:cNvSpPr>
            <p:nvPr/>
          </p:nvSpPr>
          <p:spPr bwMode="auto">
            <a:xfrm>
              <a:off x="5329" y="3612"/>
              <a:ext cx="431"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lr>
                  <a:schemeClr val="accent2"/>
                </a:buClr>
                <a:buSzPct val="80000"/>
                <a:buFont typeface="Wingdings" pitchFamily="2" charset="2"/>
                <a:buChar char="l"/>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tx1"/>
                </a:buClr>
                <a:buSzPct val="9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accent1"/>
                </a:buClr>
                <a:buSzPct val="60000"/>
                <a:buFont typeface="Wingdings" pitchFamily="2" charset="2"/>
                <a:buChar char="l"/>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accent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1400" b="1" i="0" u="none" strike="noStrike" kern="1200" cap="none" spc="0" normalizeH="0" baseline="0" noProof="0" dirty="0" err="1">
                  <a:ln>
                    <a:noFill/>
                  </a:ln>
                  <a:solidFill>
                    <a:srgbClr val="3333FF"/>
                  </a:solidFill>
                  <a:effectLst/>
                  <a:uLnTx/>
                  <a:uFillTx/>
                  <a:latin typeface="Times New Roman" pitchFamily="18" charset="0"/>
                  <a:ea typeface="宋体" pitchFamily="2" charset="-122"/>
                  <a:cs typeface="Arial" pitchFamily="34" charset="0"/>
                </a:rPr>
                <a:t>i</a:t>
              </a:r>
              <a:r>
                <a:rPr kumimoji="1" lang="en-US" altLang="zh-CN" sz="14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Arial" pitchFamily="34" charset="0"/>
                </a:rPr>
                <a:t> = 1</a:t>
              </a:r>
            </a:p>
          </p:txBody>
        </p:sp>
        <p:sp>
          <p:nvSpPr>
            <p:cNvPr id="41" name="Text Box 11"/>
            <p:cNvSpPr txBox="1">
              <a:spLocks noChangeArrowheads="1"/>
            </p:cNvSpPr>
            <p:nvPr/>
          </p:nvSpPr>
          <p:spPr bwMode="auto">
            <a:xfrm>
              <a:off x="5148" y="2750"/>
              <a:ext cx="28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SzPct val="80000"/>
                <a:buFont typeface="Wingdings" pitchFamily="2" charset="2"/>
                <a:buChar char="l"/>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tx1"/>
                </a:buClr>
                <a:buSzPct val="9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accent1"/>
                </a:buClr>
                <a:buSzPct val="60000"/>
                <a:buFont typeface="Wingdings" pitchFamily="2" charset="2"/>
                <a:buChar char="l"/>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accent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1" lang="en-US" altLang="en-US" sz="1400" b="1" i="0" u="none" strike="noStrike" kern="1200" cap="none" spc="0" normalizeH="0" baseline="0" noProof="0">
                <a:ln>
                  <a:noFill/>
                </a:ln>
                <a:solidFill>
                  <a:srgbClr val="3333FF"/>
                </a:solidFill>
                <a:effectLst/>
                <a:uLnTx/>
                <a:uFillTx/>
                <a:latin typeface="Times New Roman" pitchFamily="18" charset="0"/>
                <a:ea typeface="宋体" pitchFamily="2" charset="-122"/>
                <a:cs typeface="Arial" pitchFamily="34" charset="0"/>
              </a:endParaRPr>
            </a:p>
          </p:txBody>
        </p:sp>
        <p:sp>
          <p:nvSpPr>
            <p:cNvPr id="42" name="Text Box 12"/>
            <p:cNvSpPr txBox="1">
              <a:spLocks noChangeArrowheads="1"/>
            </p:cNvSpPr>
            <p:nvPr/>
          </p:nvSpPr>
          <p:spPr bwMode="auto">
            <a:xfrm>
              <a:off x="5329" y="3294"/>
              <a:ext cx="284"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SzPct val="80000"/>
                <a:buFont typeface="Wingdings" pitchFamily="2" charset="2"/>
                <a:buChar char="l"/>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tx1"/>
                </a:buClr>
                <a:buSzPct val="9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accent1"/>
                </a:buClr>
                <a:buSzPct val="60000"/>
                <a:buFont typeface="Wingdings" pitchFamily="2" charset="2"/>
                <a:buChar char="l"/>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accent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1400" b="1" i="0" u="none" strike="noStrike" kern="1200" cap="none" spc="0" normalizeH="0" baseline="0" noProof="0">
                  <a:ln>
                    <a:noFill/>
                  </a:ln>
                  <a:solidFill>
                    <a:srgbClr val="3333FF"/>
                  </a:solidFill>
                  <a:effectLst/>
                  <a:uLnTx/>
                  <a:uFillTx/>
                  <a:latin typeface="Times New Roman" pitchFamily="18" charset="0"/>
                  <a:ea typeface="宋体" pitchFamily="2" charset="-122"/>
                  <a:cs typeface="Arial" pitchFamily="34" charset="0"/>
                </a:rPr>
                <a:t>100</a:t>
              </a:r>
            </a:p>
          </p:txBody>
        </p:sp>
      </p:grpSp>
      <p:sp>
        <p:nvSpPr>
          <p:cNvPr id="43" name="Rectangle 16"/>
          <p:cNvSpPr>
            <a:spLocks noChangeArrowheads="1"/>
          </p:cNvSpPr>
          <p:nvPr/>
        </p:nvSpPr>
        <p:spPr bwMode="auto">
          <a:xfrm>
            <a:off x="9163051" y="1234281"/>
            <a:ext cx="3048028" cy="2952750"/>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accent2"/>
              </a:buClr>
              <a:buSzPct val="80000"/>
              <a:buFont typeface="Wingdings" pitchFamily="2" charset="2"/>
              <a:buChar char="l"/>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tx1"/>
              </a:buClr>
              <a:buSzPct val="9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accent1"/>
              </a:buClr>
              <a:buSzPct val="60000"/>
              <a:buFont typeface="Wingdings" pitchFamily="2" charset="2"/>
              <a:buChar char="l"/>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accent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9pPr>
          </a:lstStyle>
          <a:p>
            <a:pPr marL="342900" marR="0" lvl="0" indent="-342900" algn="l" defTabSz="914400" rtl="0" eaLnBrk="1" fontAlgn="auto" latinLnBrk="0" hangingPunct="1">
              <a:lnSpc>
                <a:spcPct val="100000"/>
              </a:lnSpc>
              <a:spcBef>
                <a:spcPct val="20000"/>
              </a:spcBef>
              <a:spcAft>
                <a:spcPts val="0"/>
              </a:spcAft>
              <a:buClr>
                <a:srgbClr val="3366FF"/>
              </a:buClr>
              <a:buSzPct val="80000"/>
              <a:buFont typeface="Wingdings" pitchFamily="2" charset="2"/>
              <a:buNone/>
              <a:tabLst/>
              <a:defRPr/>
            </a:pPr>
            <a:r>
              <a:rPr kumimoji="1" lang="en-US" altLang="zh-CN" sz="28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Arial" pitchFamily="34" charset="0"/>
              </a:rPr>
              <a:t>int </a:t>
            </a:r>
            <a:r>
              <a:rPr kumimoji="1" lang="en-US" altLang="zh-CN" sz="2800" b="1" i="0" u="none" strike="noStrike" kern="1200" cap="none" spc="0" normalizeH="0" baseline="0" noProof="0" dirty="0" err="1">
                <a:ln>
                  <a:noFill/>
                </a:ln>
                <a:solidFill>
                  <a:srgbClr val="3333FF"/>
                </a:solidFill>
                <a:effectLst/>
                <a:uLnTx/>
                <a:uFillTx/>
                <a:latin typeface="Times New Roman" pitchFamily="18" charset="0"/>
                <a:ea typeface="宋体" pitchFamily="2" charset="-122"/>
                <a:cs typeface="Arial" pitchFamily="34" charset="0"/>
              </a:rPr>
              <a:t>i</a:t>
            </a:r>
            <a:r>
              <a:rPr kumimoji="1" lang="en-US" altLang="zh-CN" sz="28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Arial" pitchFamily="34" charset="0"/>
              </a:rPr>
              <a:t> = 1, sum = 0; </a:t>
            </a:r>
          </a:p>
          <a:p>
            <a:pPr marL="342900" marR="0" lvl="0" indent="-342900" algn="l" defTabSz="914400" rtl="0" eaLnBrk="1" fontAlgn="auto" latinLnBrk="0" hangingPunct="1">
              <a:lnSpc>
                <a:spcPct val="100000"/>
              </a:lnSpc>
              <a:spcBef>
                <a:spcPct val="20000"/>
              </a:spcBef>
              <a:spcAft>
                <a:spcPts val="0"/>
              </a:spcAft>
              <a:buClr>
                <a:srgbClr val="3366FF"/>
              </a:buClr>
              <a:buSzPct val="80000"/>
              <a:buFont typeface="Wingdings" pitchFamily="2" charset="2"/>
              <a:buNone/>
              <a:tabLst/>
              <a:defRPr/>
            </a:pPr>
            <a:r>
              <a:rPr kumimoji="1" lang="en-US" altLang="zh-CN" sz="28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Arial" pitchFamily="34" charset="0"/>
              </a:rPr>
              <a:t>while (</a:t>
            </a:r>
            <a:r>
              <a:rPr kumimoji="1" lang="en-US" altLang="zh-CN" sz="2800" b="1" i="0" u="none" strike="noStrike" kern="1200" cap="none" spc="0" normalizeH="0" baseline="0" noProof="0" dirty="0" err="1">
                <a:ln>
                  <a:noFill/>
                </a:ln>
                <a:solidFill>
                  <a:srgbClr val="3333FF"/>
                </a:solidFill>
                <a:effectLst/>
                <a:uLnTx/>
                <a:uFillTx/>
                <a:latin typeface="Times New Roman" pitchFamily="18" charset="0"/>
                <a:ea typeface="宋体" pitchFamily="2" charset="-122"/>
                <a:cs typeface="Arial" pitchFamily="34" charset="0"/>
              </a:rPr>
              <a:t>i</a:t>
            </a:r>
            <a:r>
              <a:rPr kumimoji="1" lang="en-US" altLang="zh-CN" sz="28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Arial" pitchFamily="34" charset="0"/>
              </a:rPr>
              <a:t> &lt;= 100)</a:t>
            </a:r>
            <a:r>
              <a:rPr kumimoji="1" lang="en-US" altLang="zh-CN" sz="28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Arial" pitchFamily="34" charset="0"/>
              </a:rPr>
              <a:t>{</a:t>
            </a:r>
          </a:p>
          <a:p>
            <a:pPr marL="342900" marR="0" lvl="0" indent="-342900" algn="l" defTabSz="914400" rtl="0" eaLnBrk="1" fontAlgn="auto" latinLnBrk="0" hangingPunct="1">
              <a:lnSpc>
                <a:spcPct val="100000"/>
              </a:lnSpc>
              <a:spcBef>
                <a:spcPct val="20000"/>
              </a:spcBef>
              <a:spcAft>
                <a:spcPts val="0"/>
              </a:spcAft>
              <a:buClr>
                <a:srgbClr val="3366FF"/>
              </a:buClr>
              <a:buSzPct val="80000"/>
              <a:buFont typeface="Wingdings" pitchFamily="2" charset="2"/>
              <a:buNone/>
              <a:tabLst/>
              <a:defRPr/>
            </a:pPr>
            <a:r>
              <a:rPr kumimoji="1" lang="zh-CN" altLang="en-US" sz="28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Arial" pitchFamily="34" charset="0"/>
              </a:rPr>
              <a:t>　    </a:t>
            </a:r>
            <a:r>
              <a:rPr kumimoji="1" lang="en-US" altLang="zh-CN" sz="28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Arial" pitchFamily="34" charset="0"/>
              </a:rPr>
              <a:t>sum += </a:t>
            </a:r>
            <a:r>
              <a:rPr kumimoji="1" lang="en-US" altLang="zh-CN" sz="2800" b="1" i="0" u="none" strike="noStrike" kern="1200" cap="none" spc="0" normalizeH="0" baseline="0" noProof="0" dirty="0" err="1">
                <a:ln>
                  <a:noFill/>
                </a:ln>
                <a:solidFill>
                  <a:srgbClr val="3333FF"/>
                </a:solidFill>
                <a:effectLst/>
                <a:uLnTx/>
                <a:uFillTx/>
                <a:latin typeface="Times New Roman" pitchFamily="18" charset="0"/>
                <a:ea typeface="宋体" pitchFamily="2" charset="-122"/>
                <a:cs typeface="Arial" pitchFamily="34" charset="0"/>
              </a:rPr>
              <a:t>i</a:t>
            </a:r>
            <a:r>
              <a:rPr kumimoji="1" lang="en-US" altLang="zh-CN" sz="28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Arial" pitchFamily="34" charset="0"/>
              </a:rPr>
              <a:t>;</a:t>
            </a:r>
          </a:p>
          <a:p>
            <a:pPr marL="342900" marR="0" lvl="0" indent="-342900" algn="l" defTabSz="914400" rtl="0" eaLnBrk="1" fontAlgn="auto" latinLnBrk="0" hangingPunct="1">
              <a:lnSpc>
                <a:spcPct val="100000"/>
              </a:lnSpc>
              <a:spcBef>
                <a:spcPct val="20000"/>
              </a:spcBef>
              <a:spcAft>
                <a:spcPts val="0"/>
              </a:spcAft>
              <a:buClr>
                <a:srgbClr val="3366FF"/>
              </a:buClr>
              <a:buSzPct val="80000"/>
              <a:buFont typeface="Wingdings" pitchFamily="2" charset="2"/>
              <a:buNone/>
              <a:tabLst/>
              <a:defRPr/>
            </a:pPr>
            <a:r>
              <a:rPr kumimoji="1" lang="en-US" altLang="zh-CN" sz="28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Arial" pitchFamily="34" charset="0"/>
              </a:rPr>
              <a:t>        </a:t>
            </a:r>
            <a:r>
              <a:rPr kumimoji="1" lang="en-US" altLang="zh-CN" sz="2800" b="1" i="0" u="none" strike="noStrike" kern="1200" cap="none" spc="0" normalizeH="0" baseline="0" noProof="0" dirty="0" err="1">
                <a:ln>
                  <a:noFill/>
                </a:ln>
                <a:solidFill>
                  <a:srgbClr val="3333FF"/>
                </a:solidFill>
                <a:effectLst/>
                <a:uLnTx/>
                <a:uFillTx/>
                <a:latin typeface="Times New Roman" pitchFamily="18" charset="0"/>
                <a:ea typeface="宋体" pitchFamily="2" charset="-122"/>
                <a:cs typeface="Arial" pitchFamily="34" charset="0"/>
              </a:rPr>
              <a:t>i</a:t>
            </a:r>
            <a:r>
              <a:rPr kumimoji="1" lang="en-US" altLang="zh-CN" sz="28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Arial" pitchFamily="34" charset="0"/>
              </a:rPr>
              <a:t>++;       </a:t>
            </a:r>
          </a:p>
          <a:p>
            <a:pPr marL="342900" marR="0" lvl="0" indent="-342900" algn="l" defTabSz="914400" rtl="0" eaLnBrk="1" fontAlgn="auto" latinLnBrk="0" hangingPunct="1">
              <a:lnSpc>
                <a:spcPct val="100000"/>
              </a:lnSpc>
              <a:spcBef>
                <a:spcPct val="20000"/>
              </a:spcBef>
              <a:spcAft>
                <a:spcPts val="0"/>
              </a:spcAft>
              <a:buClr>
                <a:srgbClr val="3366FF"/>
              </a:buClr>
              <a:buSzPct val="80000"/>
              <a:buFont typeface="Wingdings" pitchFamily="2" charset="2"/>
              <a:buNone/>
              <a:tabLst/>
              <a:defRPr/>
            </a:pPr>
            <a:r>
              <a:rPr kumimoji="1" lang="en-US" altLang="zh-CN" sz="28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Arial" pitchFamily="34" charset="0"/>
              </a:rPr>
              <a:t>}</a:t>
            </a:r>
          </a:p>
        </p:txBody>
      </p:sp>
      <p:sp>
        <p:nvSpPr>
          <p:cNvPr id="16" name="Rectangle 2"/>
          <p:cNvSpPr txBox="1">
            <a:spLocks noChangeArrowheads="1"/>
          </p:cNvSpPr>
          <p:nvPr/>
        </p:nvSpPr>
        <p:spPr>
          <a:xfrm>
            <a:off x="812800" y="304800"/>
            <a:ext cx="10363200" cy="609600"/>
          </a:xfrm>
          <a:prstGeom prst="rect">
            <a:avLst/>
          </a:prstGeom>
        </p:spPr>
        <p:txBody>
          <a:bodyPr vert="horz" wrap="square" lIns="90170" tIns="46990" rIns="90170" bIns="46990" rtlCol="0" anchor="ctr" anchorCtr="0">
            <a:noAutofit/>
          </a:bodyPr>
          <a:lstStyle>
            <a:lvl1pPr marL="0" marR="0" algn="l" defTabSz="914400" rtl="0" eaLnBrk="1" fontAlgn="auto" latinLnBrk="0" hangingPunct="1">
              <a:lnSpc>
                <a:spcPct val="100000"/>
              </a:lnSpc>
              <a:spcBef>
                <a:spcPct val="0"/>
              </a:spcBef>
              <a:buNone/>
              <a:defRPr kumimoji="0" lang="zh-CN" altLang="en-US" sz="36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3600" b="1" i="0" u="none" strike="noStrike" kern="1200" cap="none" spc="200" normalizeH="0" baseline="0" noProof="1">
                <a:ln>
                  <a:noFill/>
                </a:ln>
                <a:solidFill>
                  <a:srgbClr val="000000"/>
                </a:solidFill>
                <a:effectLst/>
                <a:uLnTx/>
                <a:uFillTx/>
                <a:latin typeface="Arial" panose="020B0604020202020204" pitchFamily="34" charset="0"/>
                <a:ea typeface="微软雅黑" panose="020B0503020204020204" charset="-122"/>
                <a:cs typeface="+mj-cs"/>
                <a:sym typeface="+mn-ea"/>
              </a:rPr>
              <a:t>一、</a:t>
            </a:r>
            <a:r>
              <a:rPr kumimoji="0" lang="en-US" altLang="zh-CN" sz="3600" b="1" i="0" u="none" strike="noStrike" kern="1200" cap="none" spc="200" normalizeH="0" baseline="0" noProof="1">
                <a:ln>
                  <a:noFill/>
                </a:ln>
                <a:solidFill>
                  <a:srgbClr val="000000"/>
                </a:solidFill>
                <a:effectLst/>
                <a:uLnTx/>
                <a:uFillTx/>
                <a:latin typeface="Arial" panose="020B0604020202020204" pitchFamily="34" charset="0"/>
                <a:ea typeface="微软雅黑" panose="020B0503020204020204" charset="-122"/>
                <a:cs typeface="+mj-cs"/>
                <a:sym typeface="+mn-ea"/>
              </a:rPr>
              <a:t>while </a:t>
            </a:r>
            <a:r>
              <a:rPr kumimoji="0" lang="zh-CN" altLang="en-US" sz="3600" b="1" i="0" u="none" strike="noStrike" kern="1200" cap="none" spc="200" normalizeH="0" baseline="0" noProof="1">
                <a:ln>
                  <a:noFill/>
                </a:ln>
                <a:solidFill>
                  <a:srgbClr val="000000"/>
                </a:solidFill>
                <a:effectLst/>
                <a:uLnTx/>
                <a:uFillTx/>
                <a:latin typeface="Arial" panose="020B0604020202020204" pitchFamily="34" charset="0"/>
                <a:ea typeface="微软雅黑" panose="020B0503020204020204" charset="-122"/>
                <a:cs typeface="+mj-cs"/>
                <a:sym typeface="+mn-ea"/>
              </a:rPr>
              <a:t>语句</a:t>
            </a:r>
          </a:p>
        </p:txBody>
      </p:sp>
    </p:spTree>
    <p:extLst>
      <p:ext uri="{BB962C8B-B14F-4D97-AF65-F5344CB8AC3E}">
        <p14:creationId xmlns:p14="http://schemas.microsoft.com/office/powerpoint/2010/main" val="3560715577"/>
      </p:ext>
    </p:extLst>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3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1">
                                            <p:txEl>
                                              <p:pRg st="5" end="5"/>
                                            </p:txEl>
                                          </p:spTgt>
                                        </p:tgtEl>
                                        <p:attrNameLst>
                                          <p:attrName>style.visibility</p:attrName>
                                        </p:attrNameLst>
                                      </p:cBhvr>
                                      <p:to>
                                        <p:strVal val="visible"/>
                                      </p:to>
                                    </p:set>
                                  </p:childTnLst>
                                </p:cTn>
                              </p:par>
                            </p:childTnLst>
                          </p:cTn>
                        </p:par>
                        <p:par>
                          <p:cTn id="31" fill="hold">
                            <p:stCondLst>
                              <p:cond delay="0"/>
                            </p:stCondLst>
                            <p:childTnLst>
                              <p:par>
                                <p:cTn id="32" presetID="1" presetClass="entr" presetSubtype="0" fill="hold" grpId="0" nodeType="afterEffect">
                                  <p:stCondLst>
                                    <p:cond delay="0"/>
                                  </p:stCondLst>
                                  <p:childTnLst>
                                    <p:set>
                                      <p:cBhvr>
                                        <p:cTn id="33" dur="1" fill="hold">
                                          <p:stCondLst>
                                            <p:cond delay="0"/>
                                          </p:stCondLst>
                                        </p:cTn>
                                        <p:tgtEl>
                                          <p:spTgt spid="36"/>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8" presetClass="entr" presetSubtype="16" fill="hold"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diamond(in)">
                                      <p:cBhvr>
                                        <p:cTn id="38" dur="2000"/>
                                        <p:tgtEl>
                                          <p:spTgt spid="37"/>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p:bldP spid="34" grpId="0" animBg="1"/>
      <p:bldP spid="35" grpId="0" animBg="1"/>
      <p:bldP spid="36" grpId="0"/>
      <p:bldP spid="43" grpId="0" animBg="1"/>
    </p:bld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 name="Text Box 6"/>
          <p:cNvSpPr txBox="1">
            <a:spLocks noChangeArrowheads="1"/>
          </p:cNvSpPr>
          <p:nvPr/>
        </p:nvSpPr>
        <p:spPr bwMode="auto">
          <a:xfrm>
            <a:off x="7391403" y="904882"/>
            <a:ext cx="4457700" cy="5632311"/>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lr>
                <a:schemeClr val="accent2"/>
              </a:buClr>
              <a:buSzPct val="80000"/>
              <a:buFont typeface="Wingdings" pitchFamily="2" charset="2"/>
              <a:buChar char="l"/>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tx1"/>
              </a:buClr>
              <a:buSzPct val="9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accent1"/>
              </a:buClr>
              <a:buSzPct val="60000"/>
              <a:buFont typeface="Wingdings" pitchFamily="2" charset="2"/>
              <a:buChar char="l"/>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accent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9pPr>
          </a:lstStyle>
          <a:p>
            <a:pPr lvl="0" eaLnBrk="1" hangingPunct="1">
              <a:spcBef>
                <a:spcPct val="50000"/>
              </a:spcBef>
              <a:buClrTx/>
              <a:buSzTx/>
              <a:buNone/>
            </a:pPr>
            <a:r>
              <a:rPr kumimoji="1" lang="en-US" altLang="zh-CN" sz="2400" b="1" i="0" u="none" strike="noStrike" kern="1200" cap="none" spc="0" normalizeH="0" baseline="0" noProof="0" dirty="0" err="1">
                <a:ln>
                  <a:noFill/>
                </a:ln>
                <a:solidFill>
                  <a:srgbClr val="3333FF"/>
                </a:solidFill>
                <a:effectLst/>
                <a:uLnTx/>
                <a:uFillTx/>
                <a:latin typeface="Times New Roman" pitchFamily="18" charset="0"/>
                <a:ea typeface="宋体" pitchFamily="2" charset="-122"/>
                <a:cs typeface="Arial" pitchFamily="34" charset="0"/>
              </a:rPr>
              <a:t>Eg</a:t>
            </a:r>
            <a:r>
              <a:rPr kumimoji="1" lang="en-US" altLang="zh-CN" sz="24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Arial" pitchFamily="34" charset="0"/>
              </a:rPr>
              <a:t> 3.7 </a:t>
            </a:r>
            <a:r>
              <a:rPr kumimoji="1" lang="zh-CN" altLang="en-US" sz="24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Arial" pitchFamily="34" charset="0"/>
              </a:rPr>
              <a:t>输入一批学生成绩</a:t>
            </a:r>
            <a:r>
              <a:rPr kumimoji="1" lang="en-US" altLang="zh-CN" sz="24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Arial" pitchFamily="34" charset="0"/>
              </a:rPr>
              <a:t>, </a:t>
            </a:r>
            <a:r>
              <a:rPr kumimoji="1" lang="zh-CN" altLang="en-US" sz="24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Arial" pitchFamily="34" charset="0"/>
              </a:rPr>
              <a:t>以</a:t>
            </a:r>
            <a:r>
              <a:rPr kumimoji="1" lang="en-US" altLang="zh-CN" sz="24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Arial" pitchFamily="34" charset="0"/>
              </a:rPr>
              <a:t> - 1</a:t>
            </a:r>
            <a:r>
              <a:rPr kumimoji="1" lang="zh-CN" altLang="en-US" sz="24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Arial" pitchFamily="34" charset="0"/>
              </a:rPr>
              <a:t>作为数据输入结束标志</a:t>
            </a:r>
            <a:r>
              <a:rPr kumimoji="1" lang="en-US" altLang="zh-CN" sz="24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Arial" pitchFamily="34" charset="0"/>
              </a:rPr>
              <a:t>,</a:t>
            </a:r>
            <a:r>
              <a:rPr lang="zh-CN" altLang="en-US" sz="2400" dirty="0">
                <a:solidFill>
                  <a:srgbClr val="3333FF"/>
                </a:solidFill>
                <a:cs typeface="Arial" pitchFamily="34" charset="0"/>
              </a:rPr>
              <a:t>统计并输出不及格人数</a:t>
            </a:r>
            <a:r>
              <a:rPr kumimoji="1" lang="zh-CN" altLang="en-US" sz="24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Arial" pitchFamily="34" charset="0"/>
              </a:rPr>
              <a:t>。</a:t>
            </a:r>
            <a:r>
              <a:rPr kumimoji="1" lang="zh-CN" altLang="en-US" sz="2400" b="1" i="0" u="none" strike="noStrike" kern="1200" cap="none" spc="0" normalizeH="0" baseline="0" noProof="0" dirty="0">
                <a:ln>
                  <a:noFill/>
                </a:ln>
                <a:solidFill>
                  <a:srgbClr val="FFFFFF"/>
                </a:solidFill>
                <a:effectLst/>
                <a:uLnTx/>
                <a:uFillTx/>
                <a:latin typeface="Times New Roman" pitchFamily="18" charset="0"/>
                <a:ea typeface="宋体" pitchFamily="2" charset="-122"/>
                <a:cs typeface="Arial" pitchFamily="34" charset="0"/>
              </a:rPr>
              <a:t> </a:t>
            </a:r>
          </a:p>
          <a:p>
            <a:pPr marL="0" marR="0" lvl="0" indent="0" algn="l" defTabSz="914400" rtl="0" eaLnBrk="1" fontAlgn="auto" latinLnBrk="0" hangingPunct="1">
              <a:lnSpc>
                <a:spcPct val="100000"/>
              </a:lnSpc>
              <a:spcBef>
                <a:spcPct val="50000"/>
              </a:spcBef>
              <a:spcAft>
                <a:spcPts val="0"/>
              </a:spcAft>
              <a:buClrTx/>
              <a:buSzTx/>
              <a:buFontTx/>
              <a:buNone/>
              <a:tabLst/>
              <a:defRPr/>
            </a:pPr>
            <a:r>
              <a:rPr kumimoji="1" lang="en-US" altLang="zh-CN" sz="24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Arial" pitchFamily="34" charset="0"/>
              </a:rPr>
              <a:t>int </a:t>
            </a:r>
            <a:r>
              <a:rPr lang="en-US" altLang="zh-CN" sz="2400" dirty="0">
                <a:solidFill>
                  <a:srgbClr val="3333FF"/>
                </a:solidFill>
                <a:cs typeface="Arial" pitchFamily="34" charset="0"/>
              </a:rPr>
              <a:t>x, </a:t>
            </a:r>
            <a:r>
              <a:rPr kumimoji="1" lang="en-US" altLang="zh-CN" sz="24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Arial" pitchFamily="34" charset="0"/>
              </a:rPr>
              <a:t>count = 0;</a:t>
            </a:r>
          </a:p>
          <a:p>
            <a:pPr marL="0" marR="0" lvl="0" indent="0" algn="l" defTabSz="914400" rtl="0" eaLnBrk="1" fontAlgn="auto" latinLnBrk="0" hangingPunct="1">
              <a:lnSpc>
                <a:spcPct val="100000"/>
              </a:lnSpc>
              <a:spcBef>
                <a:spcPct val="50000"/>
              </a:spcBef>
              <a:spcAft>
                <a:spcPts val="0"/>
              </a:spcAft>
              <a:buClrTx/>
              <a:buSzTx/>
              <a:buFontTx/>
              <a:buNone/>
              <a:tabLst/>
              <a:defRPr/>
            </a:pPr>
            <a:endParaRPr kumimoji="1" lang="en-US" altLang="zh-CN" sz="24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Arial" pitchFamily="34" charset="0"/>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24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Arial" pitchFamily="34" charset="0"/>
              </a:rPr>
              <a:t>scanf</a:t>
            </a:r>
            <a:r>
              <a:rPr kumimoji="1" lang="en-US" altLang="zh-CN"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Arial" pitchFamily="34" charset="0"/>
              </a:rPr>
              <a:t>(" %d", &amp;x);</a:t>
            </a:r>
            <a:endParaRPr kumimoji="1" lang="en-US" altLang="zh-CN" sz="24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Arial" pitchFamily="34" charset="0"/>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Arial" pitchFamily="34" charset="0"/>
              </a:rPr>
              <a:t>while </a:t>
            </a:r>
            <a:r>
              <a:rPr kumimoji="1" lang="en-US" altLang="zh-CN" sz="24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Arial" pitchFamily="34" charset="0"/>
              </a:rPr>
              <a:t>(x != - 1){</a:t>
            </a:r>
          </a:p>
          <a:p>
            <a:pPr lvl="0" eaLnBrk="1" hangingPunct="1">
              <a:spcBef>
                <a:spcPct val="0"/>
              </a:spcBef>
              <a:buClrTx/>
              <a:buSzTx/>
              <a:buNone/>
            </a:pPr>
            <a:r>
              <a:rPr kumimoji="1" lang="zh-CN" altLang="en-US"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Arial" pitchFamily="34" charset="0"/>
              </a:rPr>
              <a:t>　　</a:t>
            </a:r>
            <a:r>
              <a:rPr lang="en-US" altLang="zh-CN" sz="2400" dirty="0">
                <a:solidFill>
                  <a:srgbClr val="000000"/>
                </a:solidFill>
                <a:cs typeface="Arial" pitchFamily="34" charset="0"/>
              </a:rPr>
              <a:t>if (x &lt; 60){   </a:t>
            </a:r>
          </a:p>
          <a:p>
            <a:pPr lvl="0" eaLnBrk="1" hangingPunct="1">
              <a:spcBef>
                <a:spcPct val="0"/>
              </a:spcBef>
              <a:buClrTx/>
              <a:buSzTx/>
              <a:buNone/>
            </a:pPr>
            <a:r>
              <a:rPr lang="en-US" altLang="zh-CN" sz="2400" dirty="0">
                <a:solidFill>
                  <a:srgbClr val="000000"/>
                </a:solidFill>
                <a:cs typeface="Arial" pitchFamily="34" charset="0"/>
              </a:rPr>
              <a:t>   </a:t>
            </a:r>
            <a:r>
              <a:rPr lang="zh-CN" altLang="en-US" sz="2400" dirty="0">
                <a:solidFill>
                  <a:srgbClr val="000000"/>
                </a:solidFill>
                <a:cs typeface="Arial" pitchFamily="34" charset="0"/>
              </a:rPr>
              <a:t>　         </a:t>
            </a:r>
            <a:r>
              <a:rPr lang="en-US" altLang="zh-CN" sz="2400" dirty="0">
                <a:solidFill>
                  <a:srgbClr val="000000"/>
                </a:solidFill>
                <a:cs typeface="Arial" pitchFamily="34" charset="0"/>
              </a:rPr>
              <a:t>count++;       </a:t>
            </a:r>
          </a:p>
          <a:p>
            <a:pPr lvl="0" eaLnBrk="1" hangingPunct="1">
              <a:spcBef>
                <a:spcPct val="0"/>
              </a:spcBef>
              <a:buClrTx/>
              <a:buSzTx/>
              <a:buNone/>
            </a:pPr>
            <a:r>
              <a:rPr lang="zh-CN" altLang="en-US" sz="2400" dirty="0">
                <a:solidFill>
                  <a:srgbClr val="000000"/>
                </a:solidFill>
                <a:cs typeface="Arial" pitchFamily="34" charset="0"/>
              </a:rPr>
              <a:t>　　</a:t>
            </a:r>
            <a:r>
              <a:rPr lang="en-US" altLang="zh-CN" sz="2400" dirty="0">
                <a:solidFill>
                  <a:srgbClr val="000000"/>
                </a:solidFill>
                <a:cs typeface="Arial" pitchFamily="34" charset="0"/>
              </a:rPr>
              <a:t>}</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Arial" pitchFamily="34" charset="0"/>
              </a:rPr>
              <a:t>        </a:t>
            </a:r>
            <a:r>
              <a:rPr kumimoji="1" lang="en-US" altLang="zh-CN" sz="24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Arial" pitchFamily="34" charset="0"/>
              </a:rPr>
              <a:t>scanf</a:t>
            </a:r>
            <a:r>
              <a:rPr kumimoji="1" lang="en-US" altLang="zh-CN"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Arial" pitchFamily="34" charset="0"/>
              </a:rPr>
              <a:t>(" %d", &amp;x);</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24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Arial" pitchFamily="34" charset="0"/>
              </a:rPr>
              <a:t>}</a:t>
            </a:r>
          </a:p>
          <a:p>
            <a:pPr lvl="0" eaLnBrk="1" hangingPunct="1">
              <a:spcBef>
                <a:spcPct val="0"/>
              </a:spcBef>
              <a:buClrTx/>
              <a:buSzTx/>
              <a:buNone/>
            </a:pPr>
            <a:r>
              <a:rPr lang="en-US" altLang="zh-CN" sz="2400" dirty="0" err="1">
                <a:solidFill>
                  <a:srgbClr val="3333FF"/>
                </a:solidFill>
                <a:cs typeface="Arial" pitchFamily="34" charset="0"/>
              </a:rPr>
              <a:t>printf</a:t>
            </a:r>
            <a:r>
              <a:rPr lang="en-US" altLang="zh-CN" sz="2400" dirty="0">
                <a:solidFill>
                  <a:srgbClr val="3333FF"/>
                </a:solidFill>
                <a:cs typeface="Arial" pitchFamily="34" charset="0"/>
              </a:rPr>
              <a:t>("Fail: %d \n", count);</a:t>
            </a:r>
          </a:p>
          <a:p>
            <a:pPr lvl="0" eaLnBrk="1" hangingPunct="1">
              <a:spcBef>
                <a:spcPct val="0"/>
              </a:spcBef>
              <a:buClrTx/>
              <a:buSzTx/>
              <a:buNone/>
            </a:pPr>
            <a:endParaRPr kumimoji="1" lang="en-US" altLang="zh-CN" sz="24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Arial" pitchFamily="34" charset="0"/>
            </a:endParaRPr>
          </a:p>
        </p:txBody>
      </p:sp>
      <p:sp>
        <p:nvSpPr>
          <p:cNvPr id="4" name="Rectangle 2"/>
          <p:cNvSpPr txBox="1">
            <a:spLocks noChangeArrowheads="1"/>
          </p:cNvSpPr>
          <p:nvPr/>
        </p:nvSpPr>
        <p:spPr>
          <a:xfrm>
            <a:off x="812800" y="304800"/>
            <a:ext cx="10363200" cy="609600"/>
          </a:xfrm>
          <a:prstGeom prst="rect">
            <a:avLst/>
          </a:prstGeom>
        </p:spPr>
        <p:txBody>
          <a:bodyPr vert="horz" wrap="square" lIns="90170" tIns="46990" rIns="90170" bIns="46990" rtlCol="0" anchor="ctr" anchorCtr="0">
            <a:noAutofit/>
          </a:bodyPr>
          <a:lstStyle>
            <a:lvl1pPr marL="0" marR="0" algn="l" defTabSz="914400" rtl="0" eaLnBrk="1" fontAlgn="auto" latinLnBrk="0" hangingPunct="1">
              <a:lnSpc>
                <a:spcPct val="100000"/>
              </a:lnSpc>
              <a:spcBef>
                <a:spcPct val="0"/>
              </a:spcBef>
              <a:buNone/>
              <a:defRPr kumimoji="0" lang="zh-CN" altLang="en-US" sz="36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3600" b="1" i="0" u="none" strike="noStrike" kern="1200" cap="none" spc="200" normalizeH="0" baseline="0" noProof="1">
                <a:ln>
                  <a:noFill/>
                </a:ln>
                <a:solidFill>
                  <a:srgbClr val="000000"/>
                </a:solidFill>
                <a:effectLst/>
                <a:uLnTx/>
                <a:uFillTx/>
                <a:latin typeface="Arial" panose="020B0604020202020204" pitchFamily="34" charset="0"/>
                <a:ea typeface="微软雅黑" panose="020B0503020204020204" charset="-122"/>
                <a:cs typeface="+mj-cs"/>
                <a:sym typeface="+mn-ea"/>
              </a:rPr>
              <a:t>3.3.1 while </a:t>
            </a:r>
            <a:r>
              <a:rPr kumimoji="0" lang="zh-CN" altLang="en-US" sz="3600" b="1" i="0" u="none" strike="noStrike" kern="1200" cap="none" spc="200" normalizeH="0" baseline="0" noProof="1">
                <a:ln>
                  <a:noFill/>
                </a:ln>
                <a:solidFill>
                  <a:srgbClr val="000000"/>
                </a:solidFill>
                <a:effectLst/>
                <a:uLnTx/>
                <a:uFillTx/>
                <a:latin typeface="Arial" panose="020B0604020202020204" pitchFamily="34" charset="0"/>
                <a:ea typeface="微软雅黑" panose="020B0503020204020204" charset="-122"/>
                <a:cs typeface="+mj-cs"/>
                <a:sym typeface="+mn-ea"/>
              </a:rPr>
              <a:t>语句</a:t>
            </a:r>
          </a:p>
        </p:txBody>
      </p:sp>
      <p:sp>
        <p:nvSpPr>
          <p:cNvPr id="2" name="Text Box 6">
            <a:extLst>
              <a:ext uri="{FF2B5EF4-FFF2-40B4-BE49-F238E27FC236}">
                <a16:creationId xmlns:a16="http://schemas.microsoft.com/office/drawing/2014/main" id="{81E611B7-7D14-FF2C-7C4E-447C76C166F7}"/>
              </a:ext>
            </a:extLst>
          </p:cNvPr>
          <p:cNvSpPr txBox="1">
            <a:spLocks noChangeArrowheads="1"/>
          </p:cNvSpPr>
          <p:nvPr/>
        </p:nvSpPr>
        <p:spPr bwMode="auto">
          <a:xfrm>
            <a:off x="387329" y="936299"/>
            <a:ext cx="708880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accent2"/>
              </a:buClr>
              <a:buSzPct val="80000"/>
              <a:buFont typeface="Wingdings" pitchFamily="2" charset="2"/>
              <a:buChar char="l"/>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tx1"/>
              </a:buClr>
              <a:buSzPct val="9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accent1"/>
              </a:buClr>
              <a:buSzPct val="60000"/>
              <a:buFont typeface="Wingdings" pitchFamily="2" charset="2"/>
              <a:buChar char="l"/>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accent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err="1">
                <a:ln>
                  <a:noFill/>
                </a:ln>
                <a:solidFill>
                  <a:srgbClr val="6600CC"/>
                </a:solidFill>
                <a:effectLst/>
                <a:uLnTx/>
                <a:uFillTx/>
                <a:latin typeface="Times New Roman" pitchFamily="18" charset="0"/>
                <a:ea typeface="宋体" pitchFamily="2" charset="-122"/>
                <a:cs typeface="Arial" pitchFamily="34" charset="0"/>
              </a:rPr>
              <a:t>Eg</a:t>
            </a:r>
            <a:r>
              <a:rPr kumimoji="1" lang="en-US" altLang="zh-CN" sz="28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Arial" pitchFamily="34" charset="0"/>
              </a:rPr>
              <a:t> 3.6 </a:t>
            </a:r>
            <a:r>
              <a:rPr kumimoji="1" lang="zh-CN" altLang="en-US" sz="28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Arial" pitchFamily="34" charset="0"/>
              </a:rPr>
              <a:t>输入</a:t>
            </a:r>
            <a:r>
              <a:rPr kumimoji="1" lang="en-US" altLang="zh-CN" sz="28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Arial" pitchFamily="34" charset="0"/>
              </a:rPr>
              <a:t>100</a:t>
            </a:r>
            <a:r>
              <a:rPr kumimoji="1" lang="zh-CN" altLang="en-US" sz="28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Arial" pitchFamily="34" charset="0"/>
              </a:rPr>
              <a:t>个实数</a:t>
            </a:r>
            <a:r>
              <a:rPr kumimoji="1" lang="en-US" altLang="zh-CN" sz="28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Arial" pitchFamily="34" charset="0"/>
              </a:rPr>
              <a:t>, </a:t>
            </a:r>
            <a:r>
              <a:rPr kumimoji="1" lang="zh-CN" altLang="en-US" sz="28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Arial" pitchFamily="34" charset="0"/>
              </a:rPr>
              <a:t>求它们的和并输出。</a:t>
            </a:r>
            <a:endParaRPr kumimoji="1" lang="en-US" altLang="zh-CN" sz="28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#include &lt;</a:t>
            </a:r>
            <a:r>
              <a:rPr kumimoji="1" lang="en-US" altLang="zh-CN" sz="22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Times New Roman" pitchFamily="18" charset="0"/>
              </a:rPr>
              <a:t>stdio.h</a:t>
            </a: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&gt;</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int main(void) {</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a:t>
            </a: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double  x, sum = 0;</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a:t>
            </a: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int</a:t>
            </a:r>
            <a:r>
              <a:rPr kumimoji="1" lang="en-US" altLang="zh-CN" sz="22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Times New Roman" pitchFamily="18" charset="0"/>
              </a:rPr>
              <a:t> </a:t>
            </a:r>
            <a:r>
              <a:rPr kumimoji="1" lang="en-US" altLang="zh-CN" sz="2200" b="1" i="0" u="none" strike="noStrike" kern="1200" cap="none" spc="0" normalizeH="0" baseline="0" noProof="0" dirty="0" err="1">
                <a:ln>
                  <a:noFill/>
                </a:ln>
                <a:solidFill>
                  <a:srgbClr val="CC00CC"/>
                </a:solidFill>
                <a:effectLst/>
                <a:uLnTx/>
                <a:uFillTx/>
                <a:latin typeface="Times New Roman" pitchFamily="18" charset="0"/>
                <a:ea typeface="宋体" pitchFamily="2" charset="-122"/>
                <a:cs typeface="Times New Roman" pitchFamily="18" charset="0"/>
              </a:rPr>
              <a:t>i</a:t>
            </a:r>
            <a:r>
              <a:rPr kumimoji="1" lang="en-US" altLang="zh-CN" sz="22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Times New Roman" pitchFamily="18" charset="0"/>
              </a:rPr>
              <a:t> = 1</a:t>
            </a: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endParaRPr>
          </a:p>
          <a:p>
            <a:pPr lvl="0" eaLnBrk="1" fontAlgn="base" hangingPunct="1">
              <a:spcBef>
                <a:spcPct val="0"/>
              </a:spcBef>
              <a:spcAft>
                <a:spcPct val="0"/>
              </a:spcAft>
              <a:buClrTx/>
              <a:buSzTx/>
              <a:buNone/>
            </a:pP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a:t>
            </a:r>
            <a:r>
              <a:rPr kumimoji="1" lang="en-US" altLang="zh-CN" sz="22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Times New Roman" pitchFamily="18" charset="0"/>
              </a:rPr>
              <a:t>printf</a:t>
            </a: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a:t>
            </a:r>
            <a:r>
              <a:rPr lang="en-US" altLang="zh-CN" sz="2200" dirty="0">
                <a:solidFill>
                  <a:srgbClr val="000000"/>
                </a:solidFill>
                <a:cs typeface="Times New Roman" pitchFamily="18" charset="0"/>
              </a:rPr>
              <a:t>Enter 100 real numbers: \n</a:t>
            </a: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a:t>
            </a: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while (</a:t>
            </a:r>
            <a:r>
              <a:rPr kumimoji="1" lang="en-US" altLang="zh-CN" sz="2200" b="1" i="0" u="none" strike="noStrike" kern="1200" cap="none" spc="0" normalizeH="0" baseline="0" noProof="0" dirty="0" err="1">
                <a:ln>
                  <a:noFill/>
                </a:ln>
                <a:solidFill>
                  <a:srgbClr val="CC00CC"/>
                </a:solidFill>
                <a:effectLst/>
                <a:uLnTx/>
                <a:uFillTx/>
                <a:latin typeface="Times New Roman" pitchFamily="18" charset="0"/>
                <a:ea typeface="宋体" pitchFamily="2" charset="-122"/>
                <a:cs typeface="Times New Roman" pitchFamily="18" charset="0"/>
              </a:rPr>
              <a:t>i</a:t>
            </a:r>
            <a:r>
              <a:rPr kumimoji="1" lang="en-US" altLang="zh-CN" sz="22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Times New Roman" pitchFamily="18" charset="0"/>
              </a:rPr>
              <a:t> &lt;= 100</a:t>
            </a: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a:t>
            </a:r>
            <a:r>
              <a:rPr kumimoji="1" lang="en-US" altLang="zh-CN" sz="22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Times New Roman" pitchFamily="18" charset="0"/>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a:t>
            </a:r>
            <a:r>
              <a:rPr kumimoji="1" lang="en-US" altLang="zh-CN" sz="22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Times New Roman" pitchFamily="18" charset="0"/>
              </a:rPr>
              <a:t>scanf</a:t>
            </a: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%lf", &amp;x);</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a:t>
            </a:r>
            <a:r>
              <a:rPr kumimoji="1" lang="zh-CN" altLang="en-US"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a:t>
            </a: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sum += x;   </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a:t>
            </a:r>
            <a:r>
              <a:rPr kumimoji="1" lang="zh-CN" altLang="en-US"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a:t>
            </a:r>
            <a:r>
              <a:rPr kumimoji="1" lang="en-US" altLang="zh-CN" sz="2200" b="1" i="0" u="none" strike="noStrike" kern="1200" cap="none" spc="0" normalizeH="0" baseline="0" noProof="0" dirty="0" err="1">
                <a:ln>
                  <a:noFill/>
                </a:ln>
                <a:solidFill>
                  <a:srgbClr val="3333FF"/>
                </a:solidFill>
                <a:effectLst/>
                <a:uLnTx/>
                <a:uFillTx/>
                <a:latin typeface="Times New Roman" pitchFamily="18" charset="0"/>
                <a:ea typeface="宋体" pitchFamily="2" charset="-122"/>
                <a:cs typeface="Times New Roman" pitchFamily="18" charset="0"/>
              </a:rPr>
              <a:t>i</a:t>
            </a:r>
            <a:r>
              <a:rPr kumimoji="1" lang="en-US" altLang="zh-CN" sz="22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Times New Roman" pitchFamily="18" charset="0"/>
              </a:rPr>
              <a:t>++;       </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2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Times New Roman" pitchFamily="18" charset="0"/>
              </a:rPr>
              <a:t> </a:t>
            </a:r>
            <a:r>
              <a:rPr kumimoji="1" lang="zh-CN" altLang="en-US" sz="22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Times New Roman" pitchFamily="18" charset="0"/>
              </a:rPr>
              <a:t>　 </a:t>
            </a:r>
            <a:r>
              <a:rPr kumimoji="1" lang="en-US" altLang="zh-CN" sz="22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Times New Roman" pitchFamily="18" charset="0"/>
              </a:rPr>
              <a:t>}</a:t>
            </a: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a:t>
            </a:r>
            <a:r>
              <a:rPr kumimoji="1" lang="zh-CN" altLang="en-US"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a:t>
            </a:r>
            <a:r>
              <a:rPr kumimoji="1" lang="en-US" altLang="zh-CN" sz="22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Times New Roman" pitchFamily="18" charset="0"/>
              </a:rPr>
              <a:t>printf</a:t>
            </a: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("sum =  %. 2f \n", sum); </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return 0;    </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Arial" pitchFamily="34" charset="0"/>
              </a:rPr>
              <a:t>} </a:t>
            </a:r>
          </a:p>
        </p:txBody>
      </p:sp>
    </p:spTree>
    <p:extLst>
      <p:ext uri="{BB962C8B-B14F-4D97-AF65-F5344CB8AC3E}">
        <p14:creationId xmlns:p14="http://schemas.microsoft.com/office/powerpoint/2010/main" val="3208314374"/>
      </p:ext>
    </p:extLst>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1">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1">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6803" name="Rectangle 3"/>
          <p:cNvSpPr>
            <a:spLocks noGrp="1" noChangeArrowheads="1"/>
          </p:cNvSpPr>
          <p:nvPr>
            <p:ph type="body" idx="1"/>
          </p:nvPr>
        </p:nvSpPr>
        <p:spPr>
          <a:xfrm>
            <a:off x="914427" y="1981200"/>
            <a:ext cx="10943167" cy="4114800"/>
          </a:xfrm>
        </p:spPr>
        <p:txBody>
          <a:bodyPr/>
          <a:lstStyle/>
          <a:p>
            <a:pPr eaLnBrk="1" hangingPunct="1">
              <a:buFont typeface="Wingdings" pitchFamily="2" charset="2"/>
              <a:buNone/>
            </a:pPr>
            <a:r>
              <a:rPr lang="zh-CN" altLang="en-US" dirty="0"/>
              <a:t>　　</a:t>
            </a:r>
            <a:r>
              <a:rPr lang="en-US" altLang="zh-CN" dirty="0"/>
              <a:t>int </a:t>
            </a:r>
            <a:r>
              <a:rPr lang="en-US" altLang="zh-CN" dirty="0" err="1"/>
              <a:t>i</a:t>
            </a:r>
            <a:r>
              <a:rPr lang="en-US" altLang="zh-CN" dirty="0"/>
              <a:t> = 1; </a:t>
            </a:r>
          </a:p>
          <a:p>
            <a:pPr eaLnBrk="1" hangingPunct="1">
              <a:buFont typeface="Wingdings" pitchFamily="2" charset="2"/>
              <a:buNone/>
            </a:pPr>
            <a:r>
              <a:rPr lang="zh-CN" altLang="en-US" dirty="0"/>
              <a:t>　　</a:t>
            </a:r>
            <a:r>
              <a:rPr lang="en-US" altLang="zh-CN" dirty="0"/>
              <a:t>while (</a:t>
            </a:r>
            <a:r>
              <a:rPr lang="en-US" altLang="zh-CN" dirty="0" err="1"/>
              <a:t>i</a:t>
            </a:r>
            <a:r>
              <a:rPr lang="en-US" altLang="zh-CN" dirty="0"/>
              <a:t> &lt;= 100)</a:t>
            </a:r>
          </a:p>
          <a:p>
            <a:pPr eaLnBrk="1" hangingPunct="1">
              <a:buFont typeface="Wingdings" pitchFamily="2" charset="2"/>
              <a:buNone/>
            </a:pPr>
            <a:r>
              <a:rPr lang="zh-CN" altLang="en-US" dirty="0"/>
              <a:t>　　　   </a:t>
            </a:r>
            <a:r>
              <a:rPr lang="en-US" altLang="zh-CN" dirty="0" err="1"/>
              <a:t>i</a:t>
            </a:r>
            <a:r>
              <a:rPr lang="en-US" altLang="zh-CN" dirty="0"/>
              <a:t>++;       </a:t>
            </a:r>
          </a:p>
          <a:p>
            <a:pPr eaLnBrk="1" hangingPunct="1">
              <a:buFont typeface="Wingdings" pitchFamily="2" charset="2"/>
              <a:buNone/>
            </a:pPr>
            <a:endParaRPr lang="en-US" altLang="zh-CN" dirty="0"/>
          </a:p>
          <a:p>
            <a:pPr eaLnBrk="1" hangingPunct="1">
              <a:buFont typeface="Wingdings" pitchFamily="2" charset="2"/>
              <a:buNone/>
            </a:pPr>
            <a:endParaRPr lang="en-US" altLang="zh-CN" dirty="0"/>
          </a:p>
          <a:p>
            <a:pPr eaLnBrk="1" hangingPunct="1">
              <a:buFont typeface="Wingdings" pitchFamily="2" charset="2"/>
              <a:buNone/>
            </a:pPr>
            <a:r>
              <a:rPr lang="en-US" altLang="zh-CN" dirty="0"/>
              <a:t>while( (</a:t>
            </a:r>
            <a:r>
              <a:rPr lang="en-US" altLang="zh-CN" dirty="0" err="1">
                <a:solidFill>
                  <a:srgbClr val="CC00CC"/>
                </a:solidFill>
              </a:rPr>
              <a:t>ch</a:t>
            </a:r>
            <a:r>
              <a:rPr lang="en-US" altLang="zh-CN" dirty="0">
                <a:solidFill>
                  <a:srgbClr val="CC00CC"/>
                </a:solidFill>
              </a:rPr>
              <a:t> = </a:t>
            </a:r>
            <a:r>
              <a:rPr lang="en-US" altLang="zh-CN" dirty="0" err="1">
                <a:solidFill>
                  <a:srgbClr val="CC00CC"/>
                </a:solidFill>
              </a:rPr>
              <a:t>getchar</a:t>
            </a:r>
            <a:r>
              <a:rPr lang="en-US" altLang="zh-CN" dirty="0">
                <a:solidFill>
                  <a:srgbClr val="CC00CC"/>
                </a:solidFill>
              </a:rPr>
              <a:t>()</a:t>
            </a:r>
            <a:r>
              <a:rPr lang="en-US" altLang="zh-CN" dirty="0"/>
              <a:t>) == ' ')  </a:t>
            </a:r>
            <a:r>
              <a:rPr lang="en-US" altLang="zh-CN" dirty="0">
                <a:solidFill>
                  <a:srgbClr val="CC00CC"/>
                </a:solidFill>
              </a:rPr>
              <a:t>;</a:t>
            </a:r>
          </a:p>
          <a:p>
            <a:pPr eaLnBrk="1" hangingPunct="1">
              <a:buFont typeface="Wingdings" pitchFamily="2" charset="2"/>
              <a:buNone/>
            </a:pPr>
            <a:r>
              <a:rPr lang="zh-CN" altLang="en-US" dirty="0"/>
              <a:t>　　</a:t>
            </a:r>
            <a:r>
              <a:rPr lang="en-US" altLang="zh-CN" dirty="0">
                <a:solidFill>
                  <a:srgbClr val="3333FF"/>
                </a:solidFill>
              </a:rPr>
              <a:t> // </a:t>
            </a:r>
            <a:r>
              <a:rPr lang="zh-CN" altLang="en-US" dirty="0">
                <a:solidFill>
                  <a:srgbClr val="3333FF"/>
                </a:solidFill>
              </a:rPr>
              <a:t>读入一个非空格字符</a:t>
            </a:r>
            <a:r>
              <a:rPr lang="en-US" altLang="zh-CN" dirty="0">
                <a:solidFill>
                  <a:srgbClr val="3333FF"/>
                </a:solidFill>
              </a:rPr>
              <a:t>, </a:t>
            </a:r>
            <a:r>
              <a:rPr lang="zh-CN" altLang="en-US" dirty="0">
                <a:solidFill>
                  <a:srgbClr val="3333FF"/>
                </a:solidFill>
              </a:rPr>
              <a:t>保存在变量</a:t>
            </a:r>
            <a:r>
              <a:rPr lang="en-US" altLang="zh-CN" dirty="0" err="1">
                <a:solidFill>
                  <a:srgbClr val="3333FF"/>
                </a:solidFill>
              </a:rPr>
              <a:t>ch</a:t>
            </a:r>
            <a:r>
              <a:rPr lang="zh-CN" altLang="en-US" dirty="0">
                <a:solidFill>
                  <a:srgbClr val="3333FF"/>
                </a:solidFill>
              </a:rPr>
              <a:t>中</a:t>
            </a:r>
            <a:endParaRPr lang="en-US" altLang="zh-CN" dirty="0">
              <a:solidFill>
                <a:srgbClr val="3333FF"/>
              </a:solidFill>
            </a:endParaRPr>
          </a:p>
          <a:p>
            <a:pPr eaLnBrk="1" hangingPunct="1">
              <a:buNone/>
            </a:pPr>
            <a:r>
              <a:rPr lang="en-US" altLang="zh-CN" dirty="0">
                <a:solidFill>
                  <a:srgbClr val="3333FF"/>
                </a:solidFill>
              </a:rPr>
              <a:t>while( (</a:t>
            </a:r>
            <a:r>
              <a:rPr lang="en-US" altLang="zh-CN" dirty="0" err="1">
                <a:solidFill>
                  <a:srgbClr val="3333FF"/>
                </a:solidFill>
              </a:rPr>
              <a:t>ch</a:t>
            </a:r>
            <a:r>
              <a:rPr lang="en-US" altLang="zh-CN" dirty="0">
                <a:solidFill>
                  <a:srgbClr val="3333FF"/>
                </a:solidFill>
              </a:rPr>
              <a:t> = </a:t>
            </a:r>
            <a:r>
              <a:rPr lang="en-US" altLang="zh-CN" dirty="0" err="1">
                <a:solidFill>
                  <a:srgbClr val="3333FF"/>
                </a:solidFill>
              </a:rPr>
              <a:t>getchar</a:t>
            </a:r>
            <a:r>
              <a:rPr lang="en-US" altLang="zh-CN" dirty="0">
                <a:solidFill>
                  <a:srgbClr val="3333FF"/>
                </a:solidFill>
              </a:rPr>
              <a:t>()) == ' ')  { }</a:t>
            </a:r>
          </a:p>
          <a:p>
            <a:pPr eaLnBrk="1" hangingPunct="1">
              <a:buFont typeface="Wingdings" pitchFamily="2" charset="2"/>
              <a:buNone/>
            </a:pPr>
            <a:endParaRPr lang="zh-CN" altLang="en-US" dirty="0">
              <a:solidFill>
                <a:srgbClr val="3333FF"/>
              </a:solidFill>
            </a:endParaRPr>
          </a:p>
        </p:txBody>
      </p:sp>
      <p:sp>
        <p:nvSpPr>
          <p:cNvPr id="32771" name="Rectangle 4"/>
          <p:cNvSpPr>
            <a:spLocks noChangeArrowheads="1"/>
          </p:cNvSpPr>
          <p:nvPr/>
        </p:nvSpPr>
        <p:spPr bwMode="auto">
          <a:xfrm>
            <a:off x="6479145" y="1989179"/>
            <a:ext cx="4988983" cy="1882775"/>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accent2"/>
              </a:buClr>
              <a:buSzPct val="80000"/>
              <a:buFont typeface="Wingdings" pitchFamily="2" charset="2"/>
              <a:buChar char="l"/>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tx1"/>
              </a:buClr>
              <a:buSzPct val="9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accent1"/>
              </a:buClr>
              <a:buSzPct val="60000"/>
              <a:buFont typeface="Wingdings" pitchFamily="2" charset="2"/>
              <a:buChar char="l"/>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accent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9pPr>
          </a:lstStyle>
          <a:p>
            <a:pPr marL="342900" marR="0" lvl="0" indent="-342900" algn="l" defTabSz="914400" rtl="0" eaLnBrk="1" fontAlgn="base" latinLnBrk="0" hangingPunct="1">
              <a:lnSpc>
                <a:spcPct val="100000"/>
              </a:lnSpc>
              <a:spcBef>
                <a:spcPct val="20000"/>
              </a:spcBef>
              <a:spcAft>
                <a:spcPct val="0"/>
              </a:spcAft>
              <a:buClr>
                <a:srgbClr val="3366FF"/>
              </a:buClr>
              <a:buSzPct val="80000"/>
              <a:buFont typeface="Wingdings" pitchFamily="2" charset="2"/>
              <a:buNone/>
              <a:tabLst/>
              <a:defRPr/>
            </a:pPr>
            <a:r>
              <a:rPr kumimoji="1" lang="zh-CN" altLang="en-US" sz="32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Arial" pitchFamily="34" charset="0"/>
              </a:rPr>
              <a:t>　　</a:t>
            </a:r>
            <a:r>
              <a:rPr kumimoji="1" lang="en-US" altLang="zh-CN" sz="32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Arial" pitchFamily="34" charset="0"/>
              </a:rPr>
              <a:t>int </a:t>
            </a:r>
            <a:r>
              <a:rPr kumimoji="1" lang="en-US" altLang="zh-CN" sz="3200" b="1" i="0" u="none" strike="noStrike" kern="1200" cap="none" spc="0" normalizeH="0" baseline="0" noProof="0" dirty="0" err="1">
                <a:ln>
                  <a:noFill/>
                </a:ln>
                <a:solidFill>
                  <a:srgbClr val="3333FF"/>
                </a:solidFill>
                <a:effectLst/>
                <a:uLnTx/>
                <a:uFillTx/>
                <a:latin typeface="Times New Roman" pitchFamily="18" charset="0"/>
                <a:ea typeface="宋体" pitchFamily="2" charset="-122"/>
                <a:cs typeface="Arial" pitchFamily="34" charset="0"/>
              </a:rPr>
              <a:t>i</a:t>
            </a:r>
            <a:r>
              <a:rPr kumimoji="1" lang="en-US" altLang="zh-CN" sz="32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Arial" pitchFamily="34" charset="0"/>
              </a:rPr>
              <a:t> = 1; </a:t>
            </a:r>
          </a:p>
          <a:p>
            <a:pPr marL="342900" marR="0" lvl="0" indent="-342900" algn="l" defTabSz="914400" rtl="0" eaLnBrk="1" fontAlgn="base" latinLnBrk="0" hangingPunct="1">
              <a:lnSpc>
                <a:spcPct val="100000"/>
              </a:lnSpc>
              <a:spcBef>
                <a:spcPct val="20000"/>
              </a:spcBef>
              <a:spcAft>
                <a:spcPct val="0"/>
              </a:spcAft>
              <a:buClr>
                <a:srgbClr val="3366FF"/>
              </a:buClr>
              <a:buSzPct val="80000"/>
              <a:buFont typeface="Wingdings" pitchFamily="2" charset="2"/>
              <a:buNone/>
              <a:tabLst/>
              <a:defRPr/>
            </a:pPr>
            <a:r>
              <a:rPr kumimoji="1" lang="zh-CN" altLang="en-US" sz="32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Arial" pitchFamily="34" charset="0"/>
              </a:rPr>
              <a:t>　　</a:t>
            </a:r>
            <a:r>
              <a:rPr kumimoji="1" lang="en-US" altLang="zh-CN" sz="32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Arial" pitchFamily="34" charset="0"/>
              </a:rPr>
              <a:t>while (</a:t>
            </a:r>
            <a:r>
              <a:rPr kumimoji="1" lang="en-US" altLang="zh-CN" sz="3200" b="1" i="0" u="none" strike="noStrike" kern="1200" cap="none" spc="0" normalizeH="0" baseline="0" noProof="0" dirty="0" err="1">
                <a:ln>
                  <a:noFill/>
                </a:ln>
                <a:solidFill>
                  <a:srgbClr val="3333FF"/>
                </a:solidFill>
                <a:effectLst/>
                <a:uLnTx/>
                <a:uFillTx/>
                <a:latin typeface="Times New Roman" pitchFamily="18" charset="0"/>
                <a:ea typeface="宋体" pitchFamily="2" charset="-122"/>
                <a:cs typeface="Arial" pitchFamily="34" charset="0"/>
              </a:rPr>
              <a:t>i</a:t>
            </a:r>
            <a:r>
              <a:rPr kumimoji="1" lang="en-US" altLang="zh-CN" sz="32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Arial" pitchFamily="34" charset="0"/>
              </a:rPr>
              <a:t> &lt;= 100) </a:t>
            </a:r>
            <a:r>
              <a:rPr kumimoji="1" lang="en-US" altLang="zh-CN" sz="32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Arial" pitchFamily="34" charset="0"/>
              </a:rPr>
              <a:t>;</a:t>
            </a:r>
          </a:p>
          <a:p>
            <a:pPr marL="342900" marR="0" lvl="0" indent="-342900" algn="l" defTabSz="914400" rtl="0" eaLnBrk="1" fontAlgn="base" latinLnBrk="0" hangingPunct="1">
              <a:lnSpc>
                <a:spcPct val="100000"/>
              </a:lnSpc>
              <a:spcBef>
                <a:spcPct val="20000"/>
              </a:spcBef>
              <a:spcAft>
                <a:spcPct val="0"/>
              </a:spcAft>
              <a:buClr>
                <a:srgbClr val="3366FF"/>
              </a:buClr>
              <a:buSzPct val="80000"/>
              <a:buFont typeface="Wingdings" pitchFamily="2" charset="2"/>
              <a:buNone/>
              <a:tabLst/>
              <a:defRPr/>
            </a:pPr>
            <a:r>
              <a:rPr kumimoji="1" lang="zh-CN" altLang="en-US" sz="32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Arial" pitchFamily="34" charset="0"/>
              </a:rPr>
              <a:t>　　　   </a:t>
            </a:r>
            <a:r>
              <a:rPr kumimoji="1" lang="en-US" altLang="zh-CN" sz="3200" b="1" i="0" u="none" strike="noStrike" kern="1200" cap="none" spc="0" normalizeH="0" baseline="0" noProof="0" dirty="0" err="1">
                <a:ln>
                  <a:noFill/>
                </a:ln>
                <a:solidFill>
                  <a:srgbClr val="3333FF"/>
                </a:solidFill>
                <a:effectLst/>
                <a:uLnTx/>
                <a:uFillTx/>
                <a:latin typeface="Times New Roman" pitchFamily="18" charset="0"/>
                <a:ea typeface="宋体" pitchFamily="2" charset="-122"/>
                <a:cs typeface="Arial" pitchFamily="34" charset="0"/>
              </a:rPr>
              <a:t>i</a:t>
            </a:r>
            <a:r>
              <a:rPr kumimoji="1" lang="en-US" altLang="zh-CN" sz="32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Arial" pitchFamily="34" charset="0"/>
              </a:rPr>
              <a:t>++;       </a:t>
            </a:r>
          </a:p>
          <a:p>
            <a:pPr marL="342900" marR="0" lvl="0" indent="-342900" algn="l" defTabSz="914400" rtl="0" eaLnBrk="1" fontAlgn="base" latinLnBrk="0" hangingPunct="1">
              <a:lnSpc>
                <a:spcPct val="100000"/>
              </a:lnSpc>
              <a:spcBef>
                <a:spcPct val="20000"/>
              </a:spcBef>
              <a:spcAft>
                <a:spcPct val="0"/>
              </a:spcAft>
              <a:buClr>
                <a:srgbClr val="3366FF"/>
              </a:buClr>
              <a:buSzPct val="80000"/>
              <a:buFont typeface="Wingdings" pitchFamily="2" charset="2"/>
              <a:buNone/>
              <a:tabLst/>
              <a:defRPr/>
            </a:pPr>
            <a:endParaRPr kumimoji="1" lang="en-US" altLang="zh-CN" sz="32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Arial" pitchFamily="34" charset="0"/>
            </a:endParaRPr>
          </a:p>
        </p:txBody>
      </p:sp>
      <p:sp>
        <p:nvSpPr>
          <p:cNvPr id="76805" name="Text Box 5"/>
          <p:cNvSpPr txBox="1">
            <a:spLocks noChangeArrowheads="1"/>
          </p:cNvSpPr>
          <p:nvPr/>
        </p:nvSpPr>
        <p:spPr bwMode="auto">
          <a:xfrm>
            <a:off x="10929412" y="2670971"/>
            <a:ext cx="78634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lr>
                <a:schemeClr val="accent2"/>
              </a:buClr>
              <a:buSzPct val="80000"/>
              <a:buFont typeface="Wingdings" pitchFamily="2" charset="2"/>
              <a:buChar char="l"/>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tx1"/>
              </a:buClr>
              <a:buSzPct val="9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accent1"/>
              </a:buClr>
              <a:buSzPct val="60000"/>
              <a:buFont typeface="Wingdings" pitchFamily="2" charset="2"/>
              <a:buChar char="l"/>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accent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solidFill>
                  <a:srgbClr val="FF0033"/>
                </a:solidFill>
                <a:effectLst/>
                <a:uLnTx/>
                <a:uFillTx/>
                <a:latin typeface="Times New Roman" pitchFamily="18" charset="0"/>
                <a:ea typeface="宋体" pitchFamily="2" charset="-122"/>
                <a:cs typeface="Times New Roman" pitchFamily="18" charset="0"/>
              </a:rPr>
              <a:t>×</a:t>
            </a:r>
          </a:p>
        </p:txBody>
      </p:sp>
      <p:sp>
        <p:nvSpPr>
          <p:cNvPr id="5" name="Rectangle 3"/>
          <p:cNvSpPr txBox="1">
            <a:spLocks noChangeArrowheads="1"/>
          </p:cNvSpPr>
          <p:nvPr/>
        </p:nvSpPr>
        <p:spPr bwMode="auto">
          <a:xfrm>
            <a:off x="9666842" y="76238"/>
            <a:ext cx="2525183" cy="1249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2"/>
              </a:buClr>
              <a:buSzPct val="80000"/>
              <a:buFont typeface="Wingdings" pitchFamily="2" charset="2"/>
              <a:buChar char="l"/>
              <a:defRPr kumimoji="1" sz="3200" b="1">
                <a:solidFill>
                  <a:schemeClr val="bg2"/>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kumimoji="1" sz="2800" b="1">
                <a:solidFill>
                  <a:schemeClr val="bg2"/>
                </a:solidFill>
                <a:latin typeface="+mn-lt"/>
                <a:ea typeface="+mn-ea"/>
              </a:defRPr>
            </a:lvl2pPr>
            <a:lvl3pPr marL="1143000" indent="-228600" algn="l" rtl="0" eaLnBrk="0" fontAlgn="base" hangingPunct="0">
              <a:spcBef>
                <a:spcPct val="20000"/>
              </a:spcBef>
              <a:spcAft>
                <a:spcPct val="0"/>
              </a:spcAft>
              <a:buClr>
                <a:schemeClr val="accent1"/>
              </a:buClr>
              <a:buSzPct val="60000"/>
              <a:buFont typeface="Wingdings" pitchFamily="2" charset="2"/>
              <a:buChar char="l"/>
              <a:defRPr kumimoji="1" sz="2400" b="1">
                <a:solidFill>
                  <a:schemeClr val="bg2"/>
                </a:solidFill>
                <a:latin typeface="+mn-lt"/>
                <a:ea typeface="+mn-ea"/>
              </a:defRPr>
            </a:lvl3pPr>
            <a:lvl4pPr marL="1600200" indent="-228600" algn="l" rtl="0" eaLnBrk="0" fontAlgn="base" hangingPunct="0">
              <a:spcBef>
                <a:spcPct val="20000"/>
              </a:spcBef>
              <a:spcAft>
                <a:spcPct val="0"/>
              </a:spcAft>
              <a:buClr>
                <a:schemeClr val="tx1"/>
              </a:buClr>
              <a:buChar char="–"/>
              <a:defRPr kumimoji="1" sz="2000" b="1">
                <a:solidFill>
                  <a:schemeClr val="bg2"/>
                </a:solidFill>
                <a:latin typeface="+mn-lt"/>
                <a:ea typeface="+mn-ea"/>
              </a:defRPr>
            </a:lvl4pPr>
            <a:lvl5pPr marL="2057400" indent="-228600" algn="l" rtl="0" eaLnBrk="0" fontAlgn="base" hangingPunct="0">
              <a:spcBef>
                <a:spcPct val="20000"/>
              </a:spcBef>
              <a:spcAft>
                <a:spcPct val="0"/>
              </a:spcAft>
              <a:buClr>
                <a:schemeClr val="accent1"/>
              </a:buClr>
              <a:buChar char="•"/>
              <a:defRPr kumimoji="1" sz="2000" b="1">
                <a:solidFill>
                  <a:schemeClr val="bg2"/>
                </a:solidFill>
                <a:latin typeface="+mn-lt"/>
                <a:ea typeface="+mn-ea"/>
              </a:defRPr>
            </a:lvl5pPr>
            <a:lvl6pPr marL="2514600" indent="-228600" algn="l" rtl="0" fontAlgn="base">
              <a:spcBef>
                <a:spcPct val="20000"/>
              </a:spcBef>
              <a:spcAft>
                <a:spcPct val="0"/>
              </a:spcAft>
              <a:buClr>
                <a:schemeClr val="accent1"/>
              </a:buClr>
              <a:buChar char="•"/>
              <a:defRPr kumimoji="1" sz="2000" b="1">
                <a:solidFill>
                  <a:schemeClr val="bg2"/>
                </a:solidFill>
                <a:latin typeface="+mn-lt"/>
                <a:ea typeface="+mn-ea"/>
              </a:defRPr>
            </a:lvl6pPr>
            <a:lvl7pPr marL="2971800" indent="-228600" algn="l" rtl="0" fontAlgn="base">
              <a:spcBef>
                <a:spcPct val="20000"/>
              </a:spcBef>
              <a:spcAft>
                <a:spcPct val="0"/>
              </a:spcAft>
              <a:buClr>
                <a:schemeClr val="accent1"/>
              </a:buClr>
              <a:buChar char="•"/>
              <a:defRPr kumimoji="1" sz="2000" b="1">
                <a:solidFill>
                  <a:schemeClr val="bg2"/>
                </a:solidFill>
                <a:latin typeface="+mn-lt"/>
                <a:ea typeface="+mn-ea"/>
              </a:defRPr>
            </a:lvl7pPr>
            <a:lvl8pPr marL="3429000" indent="-228600" algn="l" rtl="0" fontAlgn="base">
              <a:spcBef>
                <a:spcPct val="20000"/>
              </a:spcBef>
              <a:spcAft>
                <a:spcPct val="0"/>
              </a:spcAft>
              <a:buClr>
                <a:schemeClr val="accent1"/>
              </a:buClr>
              <a:buChar char="•"/>
              <a:defRPr kumimoji="1" sz="2000" b="1">
                <a:solidFill>
                  <a:schemeClr val="bg2"/>
                </a:solidFill>
                <a:latin typeface="+mn-lt"/>
                <a:ea typeface="+mn-ea"/>
              </a:defRPr>
            </a:lvl8pPr>
            <a:lvl9pPr marL="3886200" indent="-228600" algn="l" rtl="0" fontAlgn="base">
              <a:spcBef>
                <a:spcPct val="20000"/>
              </a:spcBef>
              <a:spcAft>
                <a:spcPct val="0"/>
              </a:spcAft>
              <a:buClr>
                <a:schemeClr val="accent1"/>
              </a:buClr>
              <a:buChar char="•"/>
              <a:defRPr kumimoji="1" sz="2000" b="1">
                <a:solidFill>
                  <a:schemeClr val="bg2"/>
                </a:solidFill>
                <a:latin typeface="+mn-lt"/>
                <a:ea typeface="+mn-ea"/>
              </a:defRPr>
            </a:lvl9pPr>
          </a:lstStyle>
          <a:p>
            <a:pPr marL="342900" marR="0" lvl="0" indent="-342900" algn="just" defTabSz="914400" rtl="0" eaLnBrk="1" fontAlgn="base" latinLnBrk="0" hangingPunct="1">
              <a:lnSpc>
                <a:spcPct val="80000"/>
              </a:lnSpc>
              <a:spcBef>
                <a:spcPct val="20000"/>
              </a:spcBef>
              <a:spcAft>
                <a:spcPct val="0"/>
              </a:spcAft>
              <a:buClr>
                <a:srgbClr val="3366FF"/>
              </a:buClr>
              <a:buSzPct val="80000"/>
              <a:buFont typeface="Wingdings" pitchFamily="2" charset="2"/>
              <a:buNone/>
              <a:tabLst/>
              <a:defRPr/>
            </a:pPr>
            <a:r>
              <a:rPr kumimoji="1" lang="en-US" altLang="zh-CN" sz="2800" b="1" i="0" u="none" strike="noStrike" kern="0" cap="none" spc="0" normalizeH="0" baseline="0" noProof="0" dirty="0">
                <a:ln>
                  <a:noFill/>
                </a:ln>
                <a:solidFill>
                  <a:srgbClr val="3333FF"/>
                </a:solidFill>
                <a:effectLst/>
                <a:uLnTx/>
                <a:uFillTx/>
                <a:latin typeface="Times New Roman"/>
                <a:ea typeface="宋体"/>
                <a:cs typeface="+mn-cs"/>
              </a:rPr>
              <a:t>while (</a:t>
            </a:r>
            <a:r>
              <a:rPr kumimoji="1" lang="zh-CN" altLang="en-US" sz="2800" b="1" i="0" u="none" strike="noStrike" kern="0" cap="none" spc="0" normalizeH="0" baseline="0" noProof="0" dirty="0">
                <a:ln>
                  <a:noFill/>
                </a:ln>
                <a:solidFill>
                  <a:srgbClr val="3333FF"/>
                </a:solidFill>
                <a:effectLst/>
                <a:uLnTx/>
                <a:uFillTx/>
                <a:latin typeface="Times New Roman"/>
                <a:ea typeface="宋体"/>
                <a:cs typeface="+mn-cs"/>
              </a:rPr>
              <a:t>表达式</a:t>
            </a:r>
            <a:r>
              <a:rPr kumimoji="1" lang="en-US" altLang="zh-CN" sz="2800" b="1" i="0" u="none" strike="noStrike" kern="0" cap="none" spc="0" normalizeH="0" baseline="0" noProof="0" dirty="0">
                <a:ln>
                  <a:noFill/>
                </a:ln>
                <a:solidFill>
                  <a:srgbClr val="3333FF"/>
                </a:solidFill>
                <a:effectLst/>
                <a:uLnTx/>
                <a:uFillTx/>
                <a:latin typeface="Times New Roman"/>
                <a:ea typeface="宋体"/>
                <a:cs typeface="+mn-cs"/>
              </a:rPr>
              <a:t>)</a:t>
            </a:r>
            <a:r>
              <a:rPr kumimoji="1" lang="zh-CN" altLang="en-US" sz="2800" b="1" i="0" u="none" strike="noStrike" kern="0" cap="none" spc="0" normalizeH="0" baseline="0" noProof="0" dirty="0">
                <a:ln>
                  <a:noFill/>
                </a:ln>
                <a:solidFill>
                  <a:srgbClr val="3333FF"/>
                </a:solidFill>
                <a:effectLst/>
                <a:uLnTx/>
                <a:uFillTx/>
                <a:latin typeface="Times New Roman"/>
                <a:ea typeface="宋体"/>
                <a:cs typeface="+mn-cs"/>
              </a:rPr>
              <a:t>         </a:t>
            </a:r>
            <a:endParaRPr kumimoji="1" lang="zh-CN" altLang="en-US" sz="2800" b="1" i="0" u="none" strike="noStrike" kern="0" cap="none" spc="0" normalizeH="0" baseline="0" noProof="0" dirty="0">
              <a:ln>
                <a:noFill/>
              </a:ln>
              <a:solidFill>
                <a:srgbClr val="3333FF"/>
              </a:solidFill>
              <a:effectLst/>
              <a:uLnTx/>
              <a:uFillTx/>
              <a:latin typeface="Times New Roman"/>
              <a:ea typeface="宋体"/>
              <a:cs typeface="Times New Roman" pitchFamily="18" charset="0"/>
            </a:endParaRPr>
          </a:p>
          <a:p>
            <a:pPr marL="342900" marR="0" lvl="0" indent="-342900" algn="just" defTabSz="914400" rtl="0" eaLnBrk="1" fontAlgn="base" latinLnBrk="0" hangingPunct="1">
              <a:lnSpc>
                <a:spcPct val="80000"/>
              </a:lnSpc>
              <a:spcBef>
                <a:spcPct val="20000"/>
              </a:spcBef>
              <a:spcAft>
                <a:spcPct val="0"/>
              </a:spcAft>
              <a:buClr>
                <a:srgbClr val="3366FF"/>
              </a:buClr>
              <a:buSzPct val="80000"/>
              <a:buFont typeface="Wingdings" pitchFamily="2" charset="2"/>
              <a:buNone/>
              <a:tabLst/>
              <a:defRPr/>
            </a:pPr>
            <a:r>
              <a:rPr kumimoji="1" lang="zh-CN" altLang="en-US" sz="2800" b="1" i="0" u="none" strike="noStrike" kern="0" cap="none" spc="0" normalizeH="0" baseline="0" noProof="0" dirty="0">
                <a:ln>
                  <a:noFill/>
                </a:ln>
                <a:solidFill>
                  <a:srgbClr val="3333FF"/>
                </a:solidFill>
                <a:effectLst/>
                <a:uLnTx/>
                <a:uFillTx/>
                <a:latin typeface="Times New Roman"/>
                <a:ea typeface="宋体"/>
                <a:cs typeface="+mn-cs"/>
              </a:rPr>
              <a:t>　　语句</a:t>
            </a:r>
            <a:r>
              <a:rPr kumimoji="1" lang="en-US" altLang="zh-CN" sz="2800" b="1" i="0" u="none" strike="noStrike" kern="0" cap="none" spc="0" normalizeH="0" baseline="0" noProof="0" dirty="0">
                <a:ln>
                  <a:noFill/>
                </a:ln>
                <a:solidFill>
                  <a:srgbClr val="3333FF"/>
                </a:solidFill>
                <a:effectLst/>
                <a:uLnTx/>
                <a:uFillTx/>
                <a:latin typeface="Times New Roman"/>
                <a:ea typeface="宋体"/>
                <a:cs typeface="+mn-cs"/>
              </a:rPr>
              <a:t>s;</a:t>
            </a:r>
            <a:endParaRPr kumimoji="1" lang="zh-CN" altLang="en-US" sz="2800" b="1" i="0" u="none" strike="noStrike" kern="0" cap="none" spc="0" normalizeH="0" baseline="0" noProof="0" dirty="0">
              <a:ln>
                <a:noFill/>
              </a:ln>
              <a:solidFill>
                <a:srgbClr val="3333FF"/>
              </a:solidFill>
              <a:effectLst/>
              <a:uLnTx/>
              <a:uFillTx/>
              <a:latin typeface="Times New Roman"/>
              <a:ea typeface="宋体"/>
              <a:cs typeface="+mn-cs"/>
            </a:endParaRPr>
          </a:p>
        </p:txBody>
      </p:sp>
      <p:sp>
        <p:nvSpPr>
          <p:cNvPr id="6" name="Rectangle 2"/>
          <p:cNvSpPr txBox="1">
            <a:spLocks noChangeArrowheads="1"/>
          </p:cNvSpPr>
          <p:nvPr/>
        </p:nvSpPr>
        <p:spPr>
          <a:xfrm>
            <a:off x="812800" y="304800"/>
            <a:ext cx="10363200" cy="609600"/>
          </a:xfrm>
          <a:prstGeom prst="rect">
            <a:avLst/>
          </a:prstGeom>
        </p:spPr>
        <p:txBody>
          <a:bodyPr vert="horz" wrap="square" lIns="90170" tIns="46990" rIns="90170" bIns="46990" rtlCol="0" anchor="ctr" anchorCtr="0">
            <a:noAutofit/>
          </a:bodyPr>
          <a:lstStyle>
            <a:lvl1pPr marL="0" marR="0" algn="l" defTabSz="914400" rtl="0" eaLnBrk="1" fontAlgn="auto" latinLnBrk="0" hangingPunct="1">
              <a:lnSpc>
                <a:spcPct val="100000"/>
              </a:lnSpc>
              <a:spcBef>
                <a:spcPct val="0"/>
              </a:spcBef>
              <a:buNone/>
              <a:defRPr kumimoji="0" lang="zh-CN" altLang="en-US" sz="36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3600" b="1" i="0" u="none" strike="noStrike" kern="1200" cap="none" spc="200" normalizeH="0" baseline="0" noProof="1">
                <a:ln>
                  <a:noFill/>
                </a:ln>
                <a:solidFill>
                  <a:srgbClr val="000000"/>
                </a:solidFill>
                <a:effectLst/>
                <a:uLnTx/>
                <a:uFillTx/>
                <a:latin typeface="Arial" panose="020B0604020202020204" pitchFamily="34" charset="0"/>
                <a:ea typeface="微软雅黑" panose="020B0503020204020204" charset="-122"/>
                <a:cs typeface="+mj-cs"/>
                <a:sym typeface="+mn-ea"/>
              </a:rPr>
              <a:t>3.3.1 while </a:t>
            </a:r>
            <a:r>
              <a:rPr kumimoji="0" lang="zh-CN" altLang="en-US" sz="3600" b="1" i="0" u="none" strike="noStrike" kern="1200" cap="none" spc="200" normalizeH="0" baseline="0" noProof="1">
                <a:ln>
                  <a:noFill/>
                </a:ln>
                <a:solidFill>
                  <a:srgbClr val="000000"/>
                </a:solidFill>
                <a:effectLst/>
                <a:uLnTx/>
                <a:uFillTx/>
                <a:latin typeface="Arial" panose="020B0604020202020204" pitchFamily="34" charset="0"/>
                <a:ea typeface="微软雅黑" panose="020B0503020204020204" charset="-122"/>
                <a:cs typeface="+mj-cs"/>
                <a:sym typeface="+mn-ea"/>
              </a:rPr>
              <a:t>语句</a:t>
            </a:r>
          </a:p>
        </p:txBody>
      </p:sp>
    </p:spTree>
    <p:extLst>
      <p:ext uri="{BB962C8B-B14F-4D97-AF65-F5344CB8AC3E}">
        <p14:creationId xmlns:p14="http://schemas.microsoft.com/office/powerpoint/2010/main" val="3439195416"/>
      </p:ext>
    </p:extLst>
  </p:cSld>
  <p:clrMapOvr>
    <a:masterClrMapping/>
  </p:clrMapOvr>
  <p:transition>
    <p:zoom dir="in"/>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680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6803">
                                            <p:txEl>
                                              <p:pRg st="5" end="5"/>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7680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680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5" grpId="0"/>
    </p:bld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7891" name="Rectangle 3"/>
          <p:cNvSpPr>
            <a:spLocks noGrp="1" noChangeArrowheads="1"/>
          </p:cNvSpPr>
          <p:nvPr>
            <p:ph type="body" idx="1"/>
          </p:nvPr>
        </p:nvSpPr>
        <p:spPr>
          <a:xfrm>
            <a:off x="814917" y="2044700"/>
            <a:ext cx="10363200" cy="4813300"/>
          </a:xfrm>
        </p:spPr>
        <p:txBody>
          <a:bodyPr/>
          <a:lstStyle/>
          <a:p>
            <a:pPr algn="just" eaLnBrk="1" hangingPunct="1">
              <a:buFont typeface="Wingdings" pitchFamily="2" charset="2"/>
              <a:buNone/>
            </a:pPr>
            <a:r>
              <a:rPr lang="zh-CN" altLang="en-US" sz="2800" dirty="0"/>
              <a:t>一般形式：</a:t>
            </a:r>
            <a:endParaRPr lang="zh-CN" altLang="en-US" sz="2800" dirty="0">
              <a:cs typeface="Times New Roman" pitchFamily="18" charset="0"/>
            </a:endParaRPr>
          </a:p>
          <a:p>
            <a:pPr algn="just" eaLnBrk="1" hangingPunct="1">
              <a:buFont typeface="Wingdings" pitchFamily="2" charset="2"/>
              <a:buNone/>
            </a:pPr>
            <a:r>
              <a:rPr lang="zh-CN" altLang="en-US" sz="2800" dirty="0">
                <a:solidFill>
                  <a:srgbClr val="FFFF00"/>
                </a:solidFill>
              </a:rPr>
              <a:t>　　 </a:t>
            </a:r>
            <a:r>
              <a:rPr lang="en-US" altLang="zh-CN" sz="2800" dirty="0">
                <a:solidFill>
                  <a:srgbClr val="CC00CC"/>
                </a:solidFill>
              </a:rPr>
              <a:t>do{         </a:t>
            </a:r>
            <a:endParaRPr lang="en-US" altLang="zh-CN" sz="2800" dirty="0">
              <a:solidFill>
                <a:srgbClr val="CC00CC"/>
              </a:solidFill>
              <a:cs typeface="Times New Roman" pitchFamily="18" charset="0"/>
            </a:endParaRPr>
          </a:p>
          <a:p>
            <a:pPr algn="just" eaLnBrk="1" hangingPunct="1">
              <a:buFont typeface="Wingdings" pitchFamily="2" charset="2"/>
              <a:buNone/>
            </a:pPr>
            <a:r>
              <a:rPr lang="en-US" altLang="zh-CN" sz="2800" dirty="0">
                <a:solidFill>
                  <a:srgbClr val="CC00CC"/>
                </a:solidFill>
              </a:rPr>
              <a:t>    </a:t>
            </a:r>
            <a:r>
              <a:rPr lang="zh-CN" altLang="en-US" sz="2800" dirty="0">
                <a:solidFill>
                  <a:srgbClr val="CC00CC"/>
                </a:solidFill>
              </a:rPr>
              <a:t>　　　语句 </a:t>
            </a:r>
            <a:r>
              <a:rPr lang="en-US" altLang="zh-CN" sz="2800" dirty="0">
                <a:solidFill>
                  <a:srgbClr val="CC00CC"/>
                </a:solidFill>
              </a:rPr>
              <a:t>1;</a:t>
            </a:r>
            <a:endParaRPr lang="zh-CN" altLang="en-US" sz="2800" dirty="0">
              <a:solidFill>
                <a:srgbClr val="CC00CC"/>
              </a:solidFill>
            </a:endParaRPr>
          </a:p>
          <a:p>
            <a:pPr algn="just" eaLnBrk="1" hangingPunct="1">
              <a:buFont typeface="Wingdings" pitchFamily="2" charset="2"/>
              <a:buNone/>
            </a:pPr>
            <a:r>
              <a:rPr lang="zh-CN" altLang="en-US" sz="2800" dirty="0">
                <a:solidFill>
                  <a:srgbClr val="CC00CC"/>
                </a:solidFill>
              </a:rPr>
              <a:t>                语句 </a:t>
            </a:r>
            <a:r>
              <a:rPr lang="en-US" altLang="zh-CN" sz="2800" dirty="0">
                <a:solidFill>
                  <a:srgbClr val="CC00CC"/>
                </a:solidFill>
              </a:rPr>
              <a:t>2;…</a:t>
            </a:r>
          </a:p>
          <a:p>
            <a:pPr algn="just" eaLnBrk="1" hangingPunct="1">
              <a:buFont typeface="Wingdings" pitchFamily="2" charset="2"/>
              <a:buNone/>
            </a:pPr>
            <a:r>
              <a:rPr lang="en-US" altLang="zh-CN" sz="2800" dirty="0">
                <a:solidFill>
                  <a:srgbClr val="CC00CC"/>
                </a:solidFill>
              </a:rPr>
              <a:t>         } while (</a:t>
            </a:r>
            <a:r>
              <a:rPr lang="zh-CN" altLang="en-US" sz="2800" dirty="0">
                <a:solidFill>
                  <a:srgbClr val="CC00CC"/>
                </a:solidFill>
              </a:rPr>
              <a:t>表达式</a:t>
            </a:r>
            <a:r>
              <a:rPr lang="en-US" altLang="zh-CN" sz="2800" dirty="0">
                <a:solidFill>
                  <a:srgbClr val="CC00CC"/>
                </a:solidFill>
              </a:rPr>
              <a:t>);</a:t>
            </a:r>
            <a:endParaRPr lang="zh-CN" altLang="en-US" sz="2800" dirty="0">
              <a:solidFill>
                <a:srgbClr val="CC00CC"/>
              </a:solidFill>
            </a:endParaRPr>
          </a:p>
          <a:p>
            <a:pPr algn="just" eaLnBrk="1" hangingPunct="1">
              <a:buFont typeface="Wingdings" pitchFamily="2" charset="2"/>
              <a:buNone/>
            </a:pPr>
            <a:endParaRPr lang="zh-CN" altLang="en-US" sz="2400" dirty="0"/>
          </a:p>
          <a:p>
            <a:pPr algn="just" eaLnBrk="1" hangingPunct="1">
              <a:buFont typeface="Wingdings" pitchFamily="2" charset="2"/>
              <a:buNone/>
            </a:pPr>
            <a:r>
              <a:rPr lang="zh-CN" altLang="en-US" sz="2400" dirty="0"/>
              <a:t>表达式 </a:t>
            </a:r>
            <a:r>
              <a:rPr lang="en-US" altLang="zh-CN" sz="2400" dirty="0"/>
              <a:t>- </a:t>
            </a:r>
            <a:r>
              <a:rPr lang="zh-CN" altLang="en-US" sz="2400" dirty="0"/>
              <a:t>循环条件</a:t>
            </a:r>
            <a:r>
              <a:rPr lang="en-US" altLang="zh-CN" sz="2400" dirty="0"/>
              <a:t>, </a:t>
            </a:r>
            <a:r>
              <a:rPr lang="zh-CN" altLang="en-US" sz="2400" dirty="0"/>
              <a:t>语句 </a:t>
            </a:r>
            <a:r>
              <a:rPr lang="en-US" altLang="zh-CN" sz="2400" dirty="0"/>
              <a:t>- </a:t>
            </a:r>
            <a:r>
              <a:rPr lang="zh-CN" altLang="en-US" sz="2400" dirty="0"/>
              <a:t>循环体。</a:t>
            </a:r>
          </a:p>
          <a:p>
            <a:pPr algn="just" eaLnBrk="1" hangingPunct="1">
              <a:buFont typeface="Wingdings" pitchFamily="2" charset="2"/>
              <a:buNone/>
            </a:pPr>
            <a:r>
              <a:rPr lang="en-US" altLang="zh-CN" sz="2400" dirty="0">
                <a:solidFill>
                  <a:srgbClr val="6600CC"/>
                </a:solidFill>
                <a:cs typeface="Times New Roman" pitchFamily="18" charset="0"/>
              </a:rPr>
              <a:t>do</a:t>
            </a:r>
          </a:p>
          <a:p>
            <a:pPr algn="just" eaLnBrk="1" hangingPunct="1">
              <a:buFont typeface="Wingdings" pitchFamily="2" charset="2"/>
              <a:buNone/>
            </a:pPr>
            <a:r>
              <a:rPr lang="en-US" altLang="zh-CN" sz="2400" dirty="0">
                <a:solidFill>
                  <a:srgbClr val="6600CC"/>
                </a:solidFill>
              </a:rPr>
              <a:t>      </a:t>
            </a:r>
            <a:r>
              <a:rPr lang="zh-CN" altLang="en-US" sz="2400" dirty="0">
                <a:solidFill>
                  <a:srgbClr val="6600CC"/>
                </a:solidFill>
              </a:rPr>
              <a:t>语句</a:t>
            </a:r>
            <a:r>
              <a:rPr lang="en-US" altLang="zh-CN" sz="2400" dirty="0">
                <a:solidFill>
                  <a:srgbClr val="6600CC"/>
                </a:solidFill>
              </a:rPr>
              <a:t>s;</a:t>
            </a:r>
            <a:r>
              <a:rPr lang="zh-CN" altLang="en-US" sz="2400" dirty="0">
                <a:solidFill>
                  <a:srgbClr val="6600CC"/>
                </a:solidFill>
              </a:rPr>
              <a:t> </a:t>
            </a:r>
            <a:endParaRPr lang="zh-CN" altLang="en-US" sz="2400" dirty="0">
              <a:solidFill>
                <a:srgbClr val="6600CC"/>
              </a:solidFill>
              <a:cs typeface="Times New Roman" pitchFamily="18" charset="0"/>
            </a:endParaRPr>
          </a:p>
          <a:p>
            <a:pPr algn="just" eaLnBrk="1" hangingPunct="1">
              <a:buFont typeface="Wingdings" pitchFamily="2" charset="2"/>
              <a:buNone/>
            </a:pPr>
            <a:r>
              <a:rPr lang="en-US" altLang="zh-CN" sz="2400" dirty="0">
                <a:solidFill>
                  <a:srgbClr val="6600CC"/>
                </a:solidFill>
              </a:rPr>
              <a:t>while (</a:t>
            </a:r>
            <a:r>
              <a:rPr lang="zh-CN" altLang="en-US" sz="2400" dirty="0">
                <a:solidFill>
                  <a:srgbClr val="6600CC"/>
                </a:solidFill>
              </a:rPr>
              <a:t>表达式</a:t>
            </a:r>
            <a:r>
              <a:rPr lang="en-US" altLang="zh-CN" sz="2400" dirty="0">
                <a:solidFill>
                  <a:srgbClr val="6600CC"/>
                </a:solidFill>
              </a:rPr>
              <a:t>);</a:t>
            </a:r>
            <a:r>
              <a:rPr lang="zh-CN" altLang="en-US" sz="2400" dirty="0">
                <a:solidFill>
                  <a:srgbClr val="FFFF00"/>
                </a:solidFill>
              </a:rPr>
              <a:t> </a:t>
            </a:r>
          </a:p>
        </p:txBody>
      </p:sp>
      <p:sp>
        <p:nvSpPr>
          <p:cNvPr id="33797" name="Text Box 5"/>
          <p:cNvSpPr txBox="1">
            <a:spLocks noChangeArrowheads="1"/>
          </p:cNvSpPr>
          <p:nvPr/>
        </p:nvSpPr>
        <p:spPr bwMode="auto">
          <a:xfrm>
            <a:off x="10121092" y="34038"/>
            <a:ext cx="2070909"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lr>
                <a:schemeClr val="accent2"/>
              </a:buClr>
              <a:buSzPct val="80000"/>
              <a:buFont typeface="Wingdings" pitchFamily="2" charset="2"/>
              <a:buChar char="l"/>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tx1"/>
              </a:buClr>
              <a:buSzPct val="9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accent1"/>
              </a:buClr>
              <a:buSzPct val="60000"/>
              <a:buFont typeface="Wingdings" pitchFamily="2" charset="2"/>
              <a:buChar char="l"/>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accent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0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Arial" pitchFamily="34" charset="0"/>
              </a:rPr>
              <a:t>while (</a:t>
            </a:r>
            <a:r>
              <a:rPr kumimoji="1" lang="zh-CN" altLang="en-US" sz="20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Arial" pitchFamily="34" charset="0"/>
              </a:rPr>
              <a:t>表达式</a:t>
            </a:r>
            <a:r>
              <a:rPr kumimoji="1" lang="en-US" altLang="zh-CN" sz="20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Arial" pitchFamily="34" charset="0"/>
              </a:rPr>
              <a:t>) {         </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0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Arial" pitchFamily="34" charset="0"/>
              </a:rPr>
              <a:t>    </a:t>
            </a:r>
            <a:r>
              <a:rPr kumimoji="1" lang="zh-CN" altLang="en-US" sz="20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Arial" pitchFamily="34" charset="0"/>
              </a:rPr>
              <a:t>　语句 </a:t>
            </a:r>
            <a:r>
              <a:rPr kumimoji="1" lang="en-US" altLang="zh-CN" sz="20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Arial" pitchFamily="34" charset="0"/>
              </a:rPr>
              <a:t>1;</a:t>
            </a:r>
            <a:endParaRPr kumimoji="1" lang="zh-CN" altLang="en-US" sz="20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0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Arial" pitchFamily="34" charset="0"/>
              </a:rPr>
              <a:t>        语句 </a:t>
            </a:r>
            <a:r>
              <a:rPr kumimoji="1" lang="en-US" altLang="zh-CN" sz="20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Arial" pitchFamily="34" charset="0"/>
              </a:rPr>
              <a:t>2;</a:t>
            </a:r>
            <a:endParaRPr kumimoji="1" lang="zh-CN" altLang="en-US" sz="20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0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Arial" pitchFamily="34" charset="0"/>
              </a:rPr>
              <a:t>             </a:t>
            </a:r>
            <a:r>
              <a:rPr kumimoji="1" lang="en-US" altLang="zh-CN" sz="20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Arial" pitchFamily="34" charset="0"/>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0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Arial" pitchFamily="34" charset="0"/>
              </a:rPr>
              <a:t> }</a:t>
            </a:r>
          </a:p>
        </p:txBody>
      </p:sp>
      <p:grpSp>
        <p:nvGrpSpPr>
          <p:cNvPr id="33798" name="Group 6"/>
          <p:cNvGrpSpPr>
            <a:grpSpLocks/>
          </p:cNvGrpSpPr>
          <p:nvPr/>
        </p:nvGrpSpPr>
        <p:grpSpPr bwMode="auto">
          <a:xfrm>
            <a:off x="6479117" y="1557338"/>
            <a:ext cx="5384800" cy="2514600"/>
            <a:chOff x="3780" y="7134"/>
            <a:chExt cx="2700" cy="2262"/>
          </a:xfrm>
        </p:grpSpPr>
        <p:grpSp>
          <p:nvGrpSpPr>
            <p:cNvPr id="33799" name="Group 7"/>
            <p:cNvGrpSpPr>
              <a:grpSpLocks/>
            </p:cNvGrpSpPr>
            <p:nvPr/>
          </p:nvGrpSpPr>
          <p:grpSpPr bwMode="auto">
            <a:xfrm>
              <a:off x="4320" y="7134"/>
              <a:ext cx="1620" cy="1624"/>
              <a:chOff x="4320" y="7134"/>
              <a:chExt cx="1620" cy="1624"/>
            </a:xfrm>
          </p:grpSpPr>
          <p:sp>
            <p:nvSpPr>
              <p:cNvPr id="33801" name="Line 8"/>
              <p:cNvSpPr>
                <a:spLocks noChangeShapeType="1"/>
              </p:cNvSpPr>
              <p:nvPr/>
            </p:nvSpPr>
            <p:spPr bwMode="auto">
              <a:xfrm>
                <a:off x="5175" y="7881"/>
                <a:ext cx="0" cy="283"/>
              </a:xfrm>
              <a:prstGeom prst="line">
                <a:avLst/>
              </a:prstGeom>
              <a:noFill/>
              <a:ln w="9525">
                <a:solidFill>
                  <a:schemeClr val="bg2"/>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1" i="0" u="none" strike="noStrike" kern="1200" cap="none" spc="0" normalizeH="0" baseline="0" noProof="0">
                  <a:ln>
                    <a:noFill/>
                  </a:ln>
                  <a:solidFill>
                    <a:srgbClr val="FFFFFF"/>
                  </a:solidFill>
                  <a:effectLst/>
                  <a:uLnTx/>
                  <a:uFillTx/>
                  <a:latin typeface="Times New Roman"/>
                  <a:ea typeface="宋体"/>
                  <a:cs typeface="+mn-cs"/>
                </a:endParaRPr>
              </a:p>
            </p:txBody>
          </p:sp>
          <p:sp>
            <p:nvSpPr>
              <p:cNvPr id="33802" name="Rectangle 9"/>
              <p:cNvSpPr>
                <a:spLocks noChangeArrowheads="1"/>
              </p:cNvSpPr>
              <p:nvPr/>
            </p:nvSpPr>
            <p:spPr bwMode="auto">
              <a:xfrm>
                <a:off x="4605" y="7524"/>
                <a:ext cx="1134" cy="346"/>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spcBef>
                    <a:spcPct val="20000"/>
                  </a:spcBef>
                  <a:buClr>
                    <a:schemeClr val="accent2"/>
                  </a:buClr>
                  <a:buSzPct val="80000"/>
                  <a:buFont typeface="Wingdings" pitchFamily="2" charset="2"/>
                  <a:buChar char="l"/>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tx1"/>
                  </a:buClr>
                  <a:buSzPct val="9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accent1"/>
                  </a:buClr>
                  <a:buSzPct val="60000"/>
                  <a:buFont typeface="Wingdings" pitchFamily="2" charset="2"/>
                  <a:buChar char="l"/>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accent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Arial" pitchFamily="34" charset="0"/>
                  </a:rPr>
                  <a:t>              </a:t>
                </a:r>
                <a:r>
                  <a:rPr kumimoji="0"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Arial" pitchFamily="34" charset="0"/>
                  </a:rPr>
                  <a:t>语句</a:t>
                </a:r>
              </a:p>
            </p:txBody>
          </p:sp>
          <p:sp>
            <p:nvSpPr>
              <p:cNvPr id="33803" name="Line 10"/>
              <p:cNvSpPr>
                <a:spLocks noChangeShapeType="1"/>
              </p:cNvSpPr>
              <p:nvPr/>
            </p:nvSpPr>
            <p:spPr bwMode="auto">
              <a:xfrm>
                <a:off x="5178" y="7134"/>
                <a:ext cx="0" cy="397"/>
              </a:xfrm>
              <a:prstGeom prst="line">
                <a:avLst/>
              </a:prstGeom>
              <a:noFill/>
              <a:ln w="9525">
                <a:solidFill>
                  <a:schemeClr val="bg2"/>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1" i="0" u="none" strike="noStrike" kern="1200" cap="none" spc="0" normalizeH="0" baseline="0" noProof="0">
                  <a:ln>
                    <a:noFill/>
                  </a:ln>
                  <a:solidFill>
                    <a:srgbClr val="FFFFFF"/>
                  </a:solidFill>
                  <a:effectLst/>
                  <a:uLnTx/>
                  <a:uFillTx/>
                  <a:latin typeface="Times New Roman"/>
                  <a:ea typeface="宋体"/>
                  <a:cs typeface="+mn-cs"/>
                </a:endParaRPr>
              </a:p>
            </p:txBody>
          </p:sp>
          <p:sp>
            <p:nvSpPr>
              <p:cNvPr id="33804" name="Rectangle 11"/>
              <p:cNvSpPr>
                <a:spLocks noChangeArrowheads="1"/>
              </p:cNvSpPr>
              <p:nvPr/>
            </p:nvSpPr>
            <p:spPr bwMode="auto">
              <a:xfrm>
                <a:off x="5295" y="8490"/>
                <a:ext cx="170" cy="2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spcBef>
                    <a:spcPct val="20000"/>
                  </a:spcBef>
                  <a:buClr>
                    <a:schemeClr val="accent2"/>
                  </a:buClr>
                  <a:buSzPct val="80000"/>
                  <a:buFont typeface="Wingdings" pitchFamily="2" charset="2"/>
                  <a:buChar char="l"/>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tx1"/>
                  </a:buClr>
                  <a:buSzPct val="9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accent1"/>
                  </a:buClr>
                  <a:buSzPct val="60000"/>
                  <a:buFont typeface="Wingdings" pitchFamily="2" charset="2"/>
                  <a:buChar char="l"/>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accent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Arial" pitchFamily="34" charset="0"/>
                  </a:rPr>
                  <a:t>假</a:t>
                </a:r>
                <a:endPar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Arial" pitchFamily="34" charset="0"/>
                </a:endParaRPr>
              </a:p>
            </p:txBody>
          </p:sp>
          <p:sp>
            <p:nvSpPr>
              <p:cNvPr id="33805" name="Rectangle 12"/>
              <p:cNvSpPr>
                <a:spLocks noChangeArrowheads="1"/>
              </p:cNvSpPr>
              <p:nvPr/>
            </p:nvSpPr>
            <p:spPr bwMode="auto">
              <a:xfrm>
                <a:off x="4440" y="8118"/>
                <a:ext cx="170" cy="2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spcBef>
                    <a:spcPct val="20000"/>
                  </a:spcBef>
                  <a:buClr>
                    <a:schemeClr val="accent2"/>
                  </a:buClr>
                  <a:buSzPct val="80000"/>
                  <a:buFont typeface="Wingdings" pitchFamily="2" charset="2"/>
                  <a:buChar char="l"/>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tx1"/>
                  </a:buClr>
                  <a:buSzPct val="9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accent1"/>
                  </a:buClr>
                  <a:buSzPct val="60000"/>
                  <a:buFont typeface="Wingdings" pitchFamily="2" charset="2"/>
                  <a:buChar char="l"/>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accent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Arial" pitchFamily="34" charset="0"/>
                  </a:rPr>
                  <a:t>真</a:t>
                </a:r>
                <a:endPar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Arial" pitchFamily="34" charset="0"/>
                </a:endParaRPr>
              </a:p>
            </p:txBody>
          </p:sp>
          <p:sp>
            <p:nvSpPr>
              <p:cNvPr id="33806" name="Line 13"/>
              <p:cNvSpPr>
                <a:spLocks noChangeShapeType="1"/>
              </p:cNvSpPr>
              <p:nvPr/>
            </p:nvSpPr>
            <p:spPr bwMode="auto">
              <a:xfrm>
                <a:off x="5175" y="8475"/>
                <a:ext cx="0" cy="283"/>
              </a:xfrm>
              <a:prstGeom prst="line">
                <a:avLst/>
              </a:prstGeom>
              <a:noFill/>
              <a:ln w="9525">
                <a:solidFill>
                  <a:schemeClr val="bg2"/>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1" i="0" u="none" strike="noStrike" kern="1200" cap="none" spc="0" normalizeH="0" baseline="0" noProof="0">
                  <a:ln>
                    <a:noFill/>
                  </a:ln>
                  <a:solidFill>
                    <a:srgbClr val="FFFFFF"/>
                  </a:solidFill>
                  <a:effectLst/>
                  <a:uLnTx/>
                  <a:uFillTx/>
                  <a:latin typeface="Times New Roman"/>
                  <a:ea typeface="宋体"/>
                  <a:cs typeface="+mn-cs"/>
                </a:endParaRPr>
              </a:p>
            </p:txBody>
          </p:sp>
          <p:grpSp>
            <p:nvGrpSpPr>
              <p:cNvPr id="33807" name="Group 14"/>
              <p:cNvGrpSpPr>
                <a:grpSpLocks/>
              </p:cNvGrpSpPr>
              <p:nvPr/>
            </p:nvGrpSpPr>
            <p:grpSpPr bwMode="auto">
              <a:xfrm>
                <a:off x="4320" y="7286"/>
                <a:ext cx="864" cy="1033"/>
                <a:chOff x="3420" y="7316"/>
                <a:chExt cx="864" cy="1033"/>
              </a:xfrm>
            </p:grpSpPr>
            <p:grpSp>
              <p:nvGrpSpPr>
                <p:cNvPr id="33813" name="Group 15"/>
                <p:cNvGrpSpPr>
                  <a:grpSpLocks/>
                </p:cNvGrpSpPr>
                <p:nvPr/>
              </p:nvGrpSpPr>
              <p:grpSpPr bwMode="auto">
                <a:xfrm>
                  <a:off x="3423" y="7316"/>
                  <a:ext cx="861" cy="1020"/>
                  <a:chOff x="7920" y="6900"/>
                  <a:chExt cx="861" cy="1531"/>
                </a:xfrm>
              </p:grpSpPr>
              <p:sp>
                <p:nvSpPr>
                  <p:cNvPr id="33815" name="Line 16"/>
                  <p:cNvSpPr>
                    <a:spLocks noChangeShapeType="1"/>
                  </p:cNvSpPr>
                  <p:nvPr/>
                </p:nvSpPr>
                <p:spPr bwMode="auto">
                  <a:xfrm>
                    <a:off x="7920" y="6902"/>
                    <a:ext cx="0" cy="1529"/>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1" i="0" u="none" strike="noStrike" kern="1200" cap="none" spc="0" normalizeH="0" baseline="0" noProof="0">
                      <a:ln>
                        <a:noFill/>
                      </a:ln>
                      <a:solidFill>
                        <a:srgbClr val="FFFFFF"/>
                      </a:solidFill>
                      <a:effectLst/>
                      <a:uLnTx/>
                      <a:uFillTx/>
                      <a:latin typeface="Times New Roman"/>
                      <a:ea typeface="宋体"/>
                      <a:cs typeface="+mn-cs"/>
                    </a:endParaRPr>
                  </a:p>
                </p:txBody>
              </p:sp>
              <p:sp>
                <p:nvSpPr>
                  <p:cNvPr id="33816" name="Line 17"/>
                  <p:cNvSpPr>
                    <a:spLocks noChangeShapeType="1"/>
                  </p:cNvSpPr>
                  <p:nvPr/>
                </p:nvSpPr>
                <p:spPr bwMode="auto">
                  <a:xfrm flipV="1">
                    <a:off x="7926" y="6900"/>
                    <a:ext cx="855" cy="0"/>
                  </a:xfrm>
                  <a:prstGeom prst="line">
                    <a:avLst/>
                  </a:prstGeom>
                  <a:noFill/>
                  <a:ln w="9525">
                    <a:solidFill>
                      <a:schemeClr val="bg2"/>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1" i="0" u="none" strike="noStrike" kern="1200" cap="none" spc="0" normalizeH="0" baseline="0" noProof="0">
                      <a:ln>
                        <a:noFill/>
                      </a:ln>
                      <a:solidFill>
                        <a:srgbClr val="FFFFFF"/>
                      </a:solidFill>
                      <a:effectLst/>
                      <a:uLnTx/>
                      <a:uFillTx/>
                      <a:latin typeface="Times New Roman"/>
                      <a:ea typeface="宋体"/>
                      <a:cs typeface="+mn-cs"/>
                    </a:endParaRPr>
                  </a:p>
                </p:txBody>
              </p:sp>
            </p:grpSp>
            <p:sp>
              <p:nvSpPr>
                <p:cNvPr id="33814" name="Line 18"/>
                <p:cNvSpPr>
                  <a:spLocks noChangeShapeType="1"/>
                </p:cNvSpPr>
                <p:nvPr/>
              </p:nvSpPr>
              <p:spPr bwMode="auto">
                <a:xfrm>
                  <a:off x="3420" y="8349"/>
                  <a:ext cx="227"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1" i="0" u="none" strike="noStrike" kern="1200" cap="none" spc="0" normalizeH="0" baseline="0" noProof="0">
                    <a:ln>
                      <a:noFill/>
                    </a:ln>
                    <a:solidFill>
                      <a:srgbClr val="FFFFFF"/>
                    </a:solidFill>
                    <a:effectLst/>
                    <a:uLnTx/>
                    <a:uFillTx/>
                    <a:latin typeface="Times New Roman"/>
                    <a:ea typeface="宋体"/>
                    <a:cs typeface="+mn-cs"/>
                  </a:endParaRPr>
                </a:p>
              </p:txBody>
            </p:sp>
          </p:grpSp>
          <p:grpSp>
            <p:nvGrpSpPr>
              <p:cNvPr id="33808" name="Group 19"/>
              <p:cNvGrpSpPr>
                <a:grpSpLocks/>
              </p:cNvGrpSpPr>
              <p:nvPr/>
            </p:nvGrpSpPr>
            <p:grpSpPr bwMode="auto">
              <a:xfrm>
                <a:off x="4530" y="8103"/>
                <a:ext cx="1410" cy="392"/>
                <a:chOff x="7560" y="12932"/>
                <a:chExt cx="1410" cy="392"/>
              </a:xfrm>
            </p:grpSpPr>
            <p:sp>
              <p:nvSpPr>
                <p:cNvPr id="33809" name="AutoShape 20"/>
                <p:cNvSpPr>
                  <a:spLocks noChangeArrowheads="1"/>
                </p:cNvSpPr>
                <p:nvPr/>
              </p:nvSpPr>
              <p:spPr bwMode="auto">
                <a:xfrm>
                  <a:off x="7560" y="12984"/>
                  <a:ext cx="1247" cy="340"/>
                </a:xfrm>
                <a:prstGeom prst="flowChartDecision">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spcBef>
                      <a:spcPct val="20000"/>
                    </a:spcBef>
                    <a:buClr>
                      <a:schemeClr val="accent2"/>
                    </a:buClr>
                    <a:buSzPct val="80000"/>
                    <a:buFont typeface="Wingdings" pitchFamily="2" charset="2"/>
                    <a:buChar char="l"/>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tx1"/>
                    </a:buClr>
                    <a:buSzPct val="9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accent1"/>
                    </a:buClr>
                    <a:buSzPct val="60000"/>
                    <a:buFont typeface="Wingdings" pitchFamily="2" charset="2"/>
                    <a:buChar char="l"/>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accent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9pPr>
                </a:lstStyle>
                <a:p>
                  <a:pPr marL="0" marR="0" lvl="0" indent="0" algn="ctr" defTabSz="914400" rtl="0" eaLnBrk="0" fontAlgn="base" latinLnBrk="0" hangingPunct="0">
                    <a:lnSpc>
                      <a:spcPct val="72000"/>
                    </a:lnSpc>
                    <a:spcBef>
                      <a:spcPct val="0"/>
                    </a:spcBef>
                    <a:spcAft>
                      <a:spcPct val="0"/>
                    </a:spcAft>
                    <a:buClrTx/>
                    <a:buSzTx/>
                    <a:buFontTx/>
                    <a:buNone/>
                    <a:tabLst/>
                    <a:defRPr/>
                  </a:pPr>
                  <a:endParaRPr kumimoji="0" lang="en-US" altLang="en-US" sz="2000" b="1" i="0" u="none" strike="noStrike" kern="1200" cap="none" spc="0" normalizeH="0" baseline="0" noProof="0">
                    <a:ln>
                      <a:noFill/>
                    </a:ln>
                    <a:solidFill>
                      <a:srgbClr val="000000"/>
                    </a:solidFill>
                    <a:effectLst/>
                    <a:uLnTx/>
                    <a:uFillTx/>
                    <a:latin typeface="Times New Roman" pitchFamily="18" charset="0"/>
                    <a:ea typeface="宋体" pitchFamily="2" charset="-122"/>
                    <a:cs typeface="Arial" pitchFamily="34" charset="0"/>
                  </a:endParaRPr>
                </a:p>
              </p:txBody>
            </p:sp>
            <p:grpSp>
              <p:nvGrpSpPr>
                <p:cNvPr id="33810" name="Group 21"/>
                <p:cNvGrpSpPr>
                  <a:grpSpLocks/>
                </p:cNvGrpSpPr>
                <p:nvPr/>
              </p:nvGrpSpPr>
              <p:grpSpPr bwMode="auto">
                <a:xfrm>
                  <a:off x="7887" y="12932"/>
                  <a:ext cx="1083" cy="329"/>
                  <a:chOff x="7887" y="12932"/>
                  <a:chExt cx="1083" cy="329"/>
                </a:xfrm>
              </p:grpSpPr>
              <p:sp>
                <p:nvSpPr>
                  <p:cNvPr id="33811" name="Rectangle 22"/>
                  <p:cNvSpPr>
                    <a:spLocks noChangeArrowheads="1"/>
                  </p:cNvSpPr>
                  <p:nvPr/>
                </p:nvSpPr>
                <p:spPr bwMode="auto">
                  <a:xfrm>
                    <a:off x="7887" y="13074"/>
                    <a:ext cx="567" cy="1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spcBef>
                        <a:spcPct val="20000"/>
                      </a:spcBef>
                      <a:buClr>
                        <a:schemeClr val="accent2"/>
                      </a:buClr>
                      <a:buSzPct val="80000"/>
                      <a:buFont typeface="Wingdings" pitchFamily="2" charset="2"/>
                      <a:buChar char="l"/>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tx1"/>
                      </a:buClr>
                      <a:buSzPct val="9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accent1"/>
                      </a:buClr>
                      <a:buSzPct val="60000"/>
                      <a:buFont typeface="Wingdings" pitchFamily="2" charset="2"/>
                      <a:buChar char="l"/>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accent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Arial" pitchFamily="34" charset="0"/>
                      </a:rPr>
                      <a:t>表达式</a:t>
                    </a:r>
                  </a:p>
                </p:txBody>
              </p:sp>
              <p:sp>
                <p:nvSpPr>
                  <p:cNvPr id="33812" name="Text Box 23"/>
                  <p:cNvSpPr txBox="1">
                    <a:spLocks noChangeArrowheads="1"/>
                  </p:cNvSpPr>
                  <p:nvPr/>
                </p:nvSpPr>
                <p:spPr bwMode="auto">
                  <a:xfrm>
                    <a:off x="8760" y="12932"/>
                    <a:ext cx="210" cy="3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spcBef>
                        <a:spcPct val="20000"/>
                      </a:spcBef>
                      <a:buClr>
                        <a:schemeClr val="accent2"/>
                      </a:buClr>
                      <a:buSzPct val="80000"/>
                      <a:buFont typeface="Wingdings" pitchFamily="2" charset="2"/>
                      <a:buChar char="l"/>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tx1"/>
                      </a:buClr>
                      <a:buSzPct val="9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accent1"/>
                      </a:buClr>
                      <a:buSzPct val="60000"/>
                      <a:buFont typeface="Wingdings" pitchFamily="2" charset="2"/>
                      <a:buChar char="l"/>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accent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endParaRPr kumimoji="0" lang="en-US" altLang="en-US" sz="2000" b="1" i="0" u="none" strike="noStrike" kern="1200" cap="none" spc="0" normalizeH="0" baseline="0" noProof="0">
                      <a:ln>
                        <a:noFill/>
                      </a:ln>
                      <a:solidFill>
                        <a:srgbClr val="000000"/>
                      </a:solidFill>
                      <a:effectLst/>
                      <a:uLnTx/>
                      <a:uFillTx/>
                      <a:latin typeface="Times New Roman" pitchFamily="18" charset="0"/>
                      <a:ea typeface="宋体" pitchFamily="2" charset="-122"/>
                      <a:cs typeface="Arial" pitchFamily="34" charset="0"/>
                    </a:endParaRPr>
                  </a:p>
                </p:txBody>
              </p:sp>
            </p:grpSp>
          </p:grpSp>
        </p:grpSp>
        <p:sp>
          <p:nvSpPr>
            <p:cNvPr id="33800" name="Rectangle 24"/>
            <p:cNvSpPr>
              <a:spLocks noChangeArrowheads="1"/>
            </p:cNvSpPr>
            <p:nvPr/>
          </p:nvSpPr>
          <p:spPr bwMode="auto">
            <a:xfrm>
              <a:off x="3780" y="8928"/>
              <a:ext cx="270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2"/>
                  </a:solidFill>
                  <a:miter lim="800000"/>
                  <a:headEnd/>
                  <a:tailEnd/>
                </a14:hiddenLine>
              </a:ext>
            </a:extLst>
          </p:spPr>
          <p:txBody>
            <a:bodyPr/>
            <a:lstStyle>
              <a:lvl1pPr eaLnBrk="0" hangingPunct="0">
                <a:spcBef>
                  <a:spcPct val="20000"/>
                </a:spcBef>
                <a:buClr>
                  <a:schemeClr val="accent2"/>
                </a:buClr>
                <a:buSzPct val="80000"/>
                <a:buFont typeface="Wingdings" pitchFamily="2" charset="2"/>
                <a:buChar char="l"/>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tx1"/>
                </a:buClr>
                <a:buSzPct val="9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accent1"/>
                </a:buClr>
                <a:buSzPct val="60000"/>
                <a:buFont typeface="Wingdings" pitchFamily="2" charset="2"/>
                <a:buChar char="l"/>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accent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24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Arial" pitchFamily="34" charset="0"/>
                </a:rPr>
                <a:t>do - while </a:t>
              </a:r>
              <a:r>
                <a:rPr kumimoji="0" lang="zh-CN" altLang="en-US" sz="24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Arial" pitchFamily="34" charset="0"/>
                </a:rPr>
                <a:t>语句流程图</a:t>
              </a:r>
            </a:p>
            <a:p>
              <a:pPr marL="0" marR="0" lvl="0" indent="0" algn="just" defTabSz="914400" rtl="0" eaLnBrk="0" fontAlgn="base" latinLnBrk="0" hangingPunct="0">
                <a:lnSpc>
                  <a:spcPct val="100000"/>
                </a:lnSpc>
                <a:spcBef>
                  <a:spcPct val="0"/>
                </a:spcBef>
                <a:spcAft>
                  <a:spcPct val="0"/>
                </a:spcAft>
                <a:buClrTx/>
                <a:buSzTx/>
                <a:buFontTx/>
                <a:buNone/>
                <a:tabLst/>
                <a:defRPr/>
              </a:pPr>
              <a:endParaRPr kumimoji="0" lang="zh-CN" altLang="en-US" sz="2400" b="1" i="0" u="none" strike="noStrike" kern="1200" cap="none" spc="0" normalizeH="0" baseline="0" noProof="0" dirty="0">
                <a:ln>
                  <a:noFill/>
                </a:ln>
                <a:solidFill>
                  <a:srgbClr val="6600CC"/>
                </a:solidFill>
                <a:effectLst/>
                <a:uLnTx/>
                <a:uFillTx/>
                <a:latin typeface="Times New Roman" pitchFamily="18" charset="0"/>
                <a:ea typeface="黑体" pitchFamily="49" charset="-122"/>
                <a:cs typeface="Arial" pitchFamily="34" charset="0"/>
              </a:endParaRPr>
            </a:p>
          </p:txBody>
        </p:sp>
      </p:grpSp>
      <p:sp>
        <p:nvSpPr>
          <p:cNvPr id="26" name="Rectangle 2"/>
          <p:cNvSpPr txBox="1">
            <a:spLocks noChangeArrowheads="1"/>
          </p:cNvSpPr>
          <p:nvPr/>
        </p:nvSpPr>
        <p:spPr>
          <a:xfrm>
            <a:off x="812800" y="304800"/>
            <a:ext cx="10363200" cy="609600"/>
          </a:xfrm>
          <a:prstGeom prst="rect">
            <a:avLst/>
          </a:prstGeom>
        </p:spPr>
        <p:txBody>
          <a:bodyPr vert="horz" wrap="square" lIns="90170" tIns="46990" rIns="90170" bIns="46990" rtlCol="0" anchor="ctr" anchorCtr="0">
            <a:noAutofit/>
          </a:bodyPr>
          <a:lstStyle>
            <a:lvl1pPr marL="0" marR="0" algn="l" defTabSz="914400" rtl="0" eaLnBrk="1" fontAlgn="auto" latinLnBrk="0" hangingPunct="1">
              <a:lnSpc>
                <a:spcPct val="100000"/>
              </a:lnSpc>
              <a:spcBef>
                <a:spcPct val="0"/>
              </a:spcBef>
              <a:buNone/>
              <a:defRPr kumimoji="0" lang="zh-CN" altLang="en-US" sz="36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3600" b="1" i="0" u="none" strike="noStrike" kern="1200" cap="none" spc="200" normalizeH="0" baseline="0" noProof="1">
                <a:ln>
                  <a:noFill/>
                </a:ln>
                <a:solidFill>
                  <a:srgbClr val="000000"/>
                </a:solidFill>
                <a:effectLst/>
                <a:uLnTx/>
                <a:uFillTx/>
                <a:latin typeface="Arial" panose="020B0604020202020204" pitchFamily="34" charset="0"/>
                <a:ea typeface="微软雅黑" panose="020B0503020204020204" charset="-122"/>
                <a:cs typeface="+mj-cs"/>
                <a:sym typeface="+mn-ea"/>
              </a:rPr>
              <a:t>3.3.2 do - while </a:t>
            </a:r>
            <a:r>
              <a:rPr kumimoji="0" lang="zh-CN" altLang="en-US" sz="3600" b="1" i="0" u="none" strike="noStrike" kern="1200" cap="none" spc="200" normalizeH="0" baseline="0" noProof="1">
                <a:ln>
                  <a:noFill/>
                </a:ln>
                <a:solidFill>
                  <a:srgbClr val="000000"/>
                </a:solidFill>
                <a:effectLst/>
                <a:uLnTx/>
                <a:uFillTx/>
                <a:latin typeface="Arial" panose="020B0604020202020204" pitchFamily="34" charset="0"/>
                <a:ea typeface="微软雅黑" panose="020B0503020204020204" charset="-122"/>
                <a:cs typeface="+mj-cs"/>
                <a:sym typeface="+mn-ea"/>
              </a:rPr>
              <a:t>语句</a:t>
            </a:r>
          </a:p>
        </p:txBody>
      </p:sp>
    </p:spTree>
    <p:extLst>
      <p:ext uri="{BB962C8B-B14F-4D97-AF65-F5344CB8AC3E}">
        <p14:creationId xmlns:p14="http://schemas.microsoft.com/office/powerpoint/2010/main" val="3892703741"/>
      </p:ext>
    </p:extLst>
  </p:cSld>
  <p:clrMapOvr>
    <a:masterClrMapping/>
  </p:clrMapOvr>
  <p:transition>
    <p:zoom dir="in"/>
  </p:transition>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 Box 6">
            <a:extLst>
              <a:ext uri="{FF2B5EF4-FFF2-40B4-BE49-F238E27FC236}">
                <a16:creationId xmlns:a16="http://schemas.microsoft.com/office/drawing/2014/main" id="{0785F2F1-E0F5-618E-FD61-E60893EA6210}"/>
              </a:ext>
            </a:extLst>
          </p:cNvPr>
          <p:cNvSpPr txBox="1">
            <a:spLocks noChangeArrowheads="1"/>
          </p:cNvSpPr>
          <p:nvPr/>
        </p:nvSpPr>
        <p:spPr bwMode="auto">
          <a:xfrm>
            <a:off x="376696" y="936299"/>
            <a:ext cx="708880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accent2"/>
              </a:buClr>
              <a:buSzPct val="80000"/>
              <a:buFont typeface="Wingdings" pitchFamily="2" charset="2"/>
              <a:buChar char="l"/>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tx1"/>
              </a:buClr>
              <a:buSzPct val="9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accent1"/>
              </a:buClr>
              <a:buSzPct val="60000"/>
              <a:buFont typeface="Wingdings" pitchFamily="2" charset="2"/>
              <a:buChar char="l"/>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accent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err="1">
                <a:ln>
                  <a:noFill/>
                </a:ln>
                <a:solidFill>
                  <a:srgbClr val="6600CC"/>
                </a:solidFill>
                <a:effectLst/>
                <a:uLnTx/>
                <a:uFillTx/>
                <a:latin typeface="Times New Roman" pitchFamily="18" charset="0"/>
                <a:ea typeface="宋体" pitchFamily="2" charset="-122"/>
                <a:cs typeface="Arial" pitchFamily="34" charset="0"/>
              </a:rPr>
              <a:t>Eg</a:t>
            </a:r>
            <a:r>
              <a:rPr kumimoji="1" lang="en-US" altLang="zh-CN" sz="28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Arial" pitchFamily="34" charset="0"/>
              </a:rPr>
              <a:t> 3.6 </a:t>
            </a:r>
            <a:r>
              <a:rPr kumimoji="1" lang="zh-CN" altLang="en-US" sz="28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Arial" pitchFamily="34" charset="0"/>
              </a:rPr>
              <a:t>输入</a:t>
            </a:r>
            <a:r>
              <a:rPr kumimoji="1" lang="en-US" altLang="zh-CN" sz="28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Arial" pitchFamily="34" charset="0"/>
              </a:rPr>
              <a:t>100</a:t>
            </a:r>
            <a:r>
              <a:rPr kumimoji="1" lang="zh-CN" altLang="en-US" sz="28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Arial" pitchFamily="34" charset="0"/>
              </a:rPr>
              <a:t>个实数</a:t>
            </a:r>
            <a:r>
              <a:rPr kumimoji="1" lang="en-US" altLang="zh-CN" sz="28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Arial" pitchFamily="34" charset="0"/>
              </a:rPr>
              <a:t>, </a:t>
            </a:r>
            <a:r>
              <a:rPr kumimoji="1" lang="zh-CN" altLang="en-US" sz="28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Arial" pitchFamily="34" charset="0"/>
              </a:rPr>
              <a:t>求它们的和并输出。</a:t>
            </a:r>
            <a:endParaRPr kumimoji="1" lang="en-US" altLang="zh-CN" sz="28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#include &lt;</a:t>
            </a:r>
            <a:r>
              <a:rPr kumimoji="1" lang="en-US" altLang="zh-CN" sz="22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Times New Roman" pitchFamily="18" charset="0"/>
              </a:rPr>
              <a:t>stdio.h</a:t>
            </a: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&gt;</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int main(void) {</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a:t>
            </a: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double  x, sum = 0;</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a:t>
            </a: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int</a:t>
            </a:r>
            <a:r>
              <a:rPr kumimoji="1" lang="en-US" altLang="zh-CN" sz="22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Times New Roman" pitchFamily="18" charset="0"/>
              </a:rPr>
              <a:t> </a:t>
            </a:r>
            <a:r>
              <a:rPr kumimoji="1" lang="en-US" altLang="zh-CN" sz="2200" b="1" i="0" u="none" strike="noStrike" kern="1200" cap="none" spc="0" normalizeH="0" baseline="0" noProof="0" dirty="0" err="1">
                <a:ln>
                  <a:noFill/>
                </a:ln>
                <a:solidFill>
                  <a:srgbClr val="CC00CC"/>
                </a:solidFill>
                <a:effectLst/>
                <a:uLnTx/>
                <a:uFillTx/>
                <a:latin typeface="Times New Roman" pitchFamily="18" charset="0"/>
                <a:ea typeface="宋体" pitchFamily="2" charset="-122"/>
                <a:cs typeface="Times New Roman" pitchFamily="18" charset="0"/>
              </a:rPr>
              <a:t>i</a:t>
            </a:r>
            <a:r>
              <a:rPr kumimoji="1" lang="en-US" altLang="zh-CN" sz="22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Times New Roman" pitchFamily="18" charset="0"/>
              </a:rPr>
              <a:t> = 1</a:t>
            </a: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endParaRPr>
          </a:p>
          <a:p>
            <a:pPr lvl="0" eaLnBrk="1" fontAlgn="base" hangingPunct="1">
              <a:spcBef>
                <a:spcPct val="0"/>
              </a:spcBef>
              <a:spcAft>
                <a:spcPct val="0"/>
              </a:spcAft>
              <a:buClrTx/>
              <a:buSzTx/>
              <a:buNone/>
            </a:pP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a:t>
            </a:r>
            <a:r>
              <a:rPr kumimoji="1" lang="en-US" altLang="zh-CN" sz="22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Times New Roman" pitchFamily="18" charset="0"/>
              </a:rPr>
              <a:t>printf</a:t>
            </a: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a:t>
            </a:r>
            <a:r>
              <a:rPr lang="en-US" altLang="zh-CN" sz="2200" dirty="0">
                <a:solidFill>
                  <a:srgbClr val="000000"/>
                </a:solidFill>
                <a:cs typeface="Times New Roman" pitchFamily="18" charset="0"/>
              </a:rPr>
              <a:t>Enter 100 real numbers: \n</a:t>
            </a: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a:t>
            </a: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while (</a:t>
            </a:r>
            <a:r>
              <a:rPr kumimoji="1" lang="en-US" altLang="zh-CN" sz="2200" b="1" i="0" u="none" strike="noStrike" kern="1200" cap="none" spc="0" normalizeH="0" baseline="0" noProof="0" dirty="0" err="1">
                <a:ln>
                  <a:noFill/>
                </a:ln>
                <a:solidFill>
                  <a:srgbClr val="CC00CC"/>
                </a:solidFill>
                <a:effectLst/>
                <a:uLnTx/>
                <a:uFillTx/>
                <a:latin typeface="Times New Roman" pitchFamily="18" charset="0"/>
                <a:ea typeface="宋体" pitchFamily="2" charset="-122"/>
                <a:cs typeface="Times New Roman" pitchFamily="18" charset="0"/>
              </a:rPr>
              <a:t>i</a:t>
            </a:r>
            <a:r>
              <a:rPr kumimoji="1" lang="en-US" altLang="zh-CN" sz="22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Times New Roman" pitchFamily="18" charset="0"/>
              </a:rPr>
              <a:t> &lt;= 100</a:t>
            </a: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a:t>
            </a:r>
            <a:r>
              <a:rPr kumimoji="1" lang="en-US" altLang="zh-CN" sz="22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Times New Roman" pitchFamily="18" charset="0"/>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a:t>
            </a:r>
            <a:r>
              <a:rPr kumimoji="1" lang="en-US" altLang="zh-CN" sz="22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Times New Roman" pitchFamily="18" charset="0"/>
              </a:rPr>
              <a:t>scanf</a:t>
            </a: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%lf", &amp;x);</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a:t>
            </a:r>
            <a:r>
              <a:rPr kumimoji="1" lang="zh-CN" altLang="en-US"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a:t>
            </a: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sum += x;   </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a:t>
            </a:r>
            <a:r>
              <a:rPr kumimoji="1" lang="zh-CN" altLang="en-US"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a:t>
            </a:r>
            <a:r>
              <a:rPr kumimoji="1" lang="en-US" altLang="zh-CN" sz="2200" b="1" i="0" u="none" strike="noStrike" kern="1200" cap="none" spc="0" normalizeH="0" baseline="0" noProof="0" dirty="0" err="1">
                <a:ln>
                  <a:noFill/>
                </a:ln>
                <a:solidFill>
                  <a:srgbClr val="3333FF"/>
                </a:solidFill>
                <a:effectLst/>
                <a:uLnTx/>
                <a:uFillTx/>
                <a:latin typeface="Times New Roman" pitchFamily="18" charset="0"/>
                <a:ea typeface="宋体" pitchFamily="2" charset="-122"/>
                <a:cs typeface="Times New Roman" pitchFamily="18" charset="0"/>
              </a:rPr>
              <a:t>i</a:t>
            </a:r>
            <a:r>
              <a:rPr kumimoji="1" lang="en-US" altLang="zh-CN" sz="22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Times New Roman" pitchFamily="18" charset="0"/>
              </a:rPr>
              <a:t>++;       </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2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Times New Roman" pitchFamily="18" charset="0"/>
              </a:rPr>
              <a:t> </a:t>
            </a:r>
            <a:r>
              <a:rPr kumimoji="1" lang="zh-CN" altLang="en-US" sz="22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Times New Roman" pitchFamily="18" charset="0"/>
              </a:rPr>
              <a:t>　 </a:t>
            </a:r>
            <a:r>
              <a:rPr kumimoji="1" lang="en-US" altLang="zh-CN" sz="22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Times New Roman" pitchFamily="18" charset="0"/>
              </a:rPr>
              <a:t>}</a:t>
            </a: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a:t>
            </a:r>
            <a:r>
              <a:rPr kumimoji="1" lang="zh-CN" altLang="en-US"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a:t>
            </a:r>
            <a:r>
              <a:rPr kumimoji="1" lang="en-US" altLang="zh-CN" sz="22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Times New Roman" pitchFamily="18" charset="0"/>
              </a:rPr>
              <a:t>printf</a:t>
            </a: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("sum =  %. 2f \n", sum); </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return 0;    </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Arial" pitchFamily="34" charset="0"/>
              </a:rPr>
              <a:t>} </a:t>
            </a:r>
          </a:p>
        </p:txBody>
      </p:sp>
      <p:sp>
        <p:nvSpPr>
          <p:cNvPr id="3" name="矩形 2"/>
          <p:cNvSpPr/>
          <p:nvPr/>
        </p:nvSpPr>
        <p:spPr>
          <a:xfrm>
            <a:off x="3982805" y="3308191"/>
            <a:ext cx="3253295" cy="1938992"/>
          </a:xfrm>
          <a:prstGeom prst="rect">
            <a:avLst/>
          </a:prstGeom>
          <a:solidFill>
            <a:schemeClr val="tx1">
              <a:lumMod val="85000"/>
            </a:schemeClr>
          </a:solid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srgbClr val="EB27C6"/>
                </a:solidFill>
                <a:effectLst/>
                <a:uLnTx/>
                <a:uFillTx/>
                <a:latin typeface="Times New Roman" pitchFamily="18" charset="0"/>
                <a:ea typeface="宋体" pitchFamily="2" charset="-122"/>
                <a:cs typeface="Times New Roman" pitchFamily="18" charset="0"/>
              </a:rPr>
              <a:t>do{</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54A5BF"/>
                </a:solidFill>
                <a:effectLst/>
                <a:uLnTx/>
                <a:uFillTx/>
                <a:latin typeface="Times New Roman" pitchFamily="18" charset="0"/>
                <a:ea typeface="宋体" pitchFamily="2" charset="-122"/>
                <a:cs typeface="Times New Roman" pitchFamily="18" charset="0"/>
              </a:rPr>
              <a:t>　   </a:t>
            </a:r>
            <a:r>
              <a:rPr kumimoji="1" lang="en-US" altLang="zh-CN" sz="2400" b="1" i="0" u="none" strike="noStrike" kern="1200" cap="none" spc="0" normalizeH="0" baseline="0" noProof="0" dirty="0" err="1">
                <a:ln>
                  <a:noFill/>
                </a:ln>
                <a:solidFill>
                  <a:srgbClr val="54A5BF"/>
                </a:solidFill>
                <a:effectLst/>
                <a:uLnTx/>
                <a:uFillTx/>
                <a:latin typeface="Times New Roman" pitchFamily="18" charset="0"/>
                <a:ea typeface="宋体" pitchFamily="2" charset="-122"/>
                <a:cs typeface="Times New Roman" pitchFamily="18" charset="0"/>
              </a:rPr>
              <a:t>scanf</a:t>
            </a:r>
            <a:r>
              <a:rPr kumimoji="1" lang="en-US" altLang="zh-CN" sz="2400" b="1" i="0" u="none" strike="noStrike" kern="1200" cap="none" spc="0" normalizeH="0" baseline="0" noProof="0" dirty="0">
                <a:ln>
                  <a:noFill/>
                </a:ln>
                <a:solidFill>
                  <a:srgbClr val="54A5BF"/>
                </a:solidFill>
                <a:effectLst/>
                <a:uLnTx/>
                <a:uFillTx/>
                <a:latin typeface="Times New Roman" pitchFamily="18" charset="0"/>
                <a:ea typeface="宋体" pitchFamily="2" charset="-122"/>
                <a:cs typeface="Times New Roman" pitchFamily="18" charset="0"/>
              </a:rPr>
              <a:t>(" %lf", &amp;x);</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54A5BF"/>
                </a:solidFill>
                <a:effectLst/>
                <a:uLnTx/>
                <a:uFillTx/>
                <a:latin typeface="Times New Roman" pitchFamily="18" charset="0"/>
                <a:ea typeface="宋体" pitchFamily="2" charset="-122"/>
                <a:cs typeface="Times New Roman" pitchFamily="18" charset="0"/>
              </a:rPr>
              <a:t>　   </a:t>
            </a:r>
            <a:r>
              <a:rPr kumimoji="1" lang="en-US" altLang="zh-CN" sz="2400" b="1" i="0" u="none" strike="noStrike" kern="1200" cap="none" spc="0" normalizeH="0" baseline="0" noProof="0" dirty="0">
                <a:ln>
                  <a:noFill/>
                </a:ln>
                <a:solidFill>
                  <a:srgbClr val="54A5BF"/>
                </a:solidFill>
                <a:effectLst/>
                <a:uLnTx/>
                <a:uFillTx/>
                <a:latin typeface="Times New Roman" pitchFamily="18" charset="0"/>
                <a:ea typeface="宋体" pitchFamily="2" charset="-122"/>
                <a:cs typeface="Times New Roman" pitchFamily="18" charset="0"/>
              </a:rPr>
              <a:t>sum += x;   </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54A5BF"/>
                </a:solidFill>
                <a:effectLst/>
                <a:uLnTx/>
                <a:uFillTx/>
                <a:latin typeface="Times New Roman" pitchFamily="18" charset="0"/>
                <a:ea typeface="宋体" pitchFamily="2" charset="-122"/>
                <a:cs typeface="Times New Roman" pitchFamily="18" charset="0"/>
              </a:rPr>
              <a:t>　   </a:t>
            </a:r>
            <a:r>
              <a:rPr kumimoji="1" lang="en-US" altLang="zh-CN" sz="2400" b="1" i="0" u="none" strike="noStrike" kern="1200" cap="none" spc="0" normalizeH="0" baseline="0" noProof="0" dirty="0" err="1">
                <a:ln>
                  <a:noFill/>
                </a:ln>
                <a:solidFill>
                  <a:srgbClr val="54A5BF"/>
                </a:solidFill>
                <a:effectLst/>
                <a:uLnTx/>
                <a:uFillTx/>
                <a:latin typeface="Times New Roman" pitchFamily="18" charset="0"/>
                <a:ea typeface="宋体" pitchFamily="2" charset="-122"/>
                <a:cs typeface="Times New Roman" pitchFamily="18" charset="0"/>
              </a:rPr>
              <a:t>i</a:t>
            </a:r>
            <a:r>
              <a:rPr kumimoji="1" lang="en-US" altLang="zh-CN" sz="2400" b="1" i="0" u="none" strike="noStrike" kern="1200" cap="none" spc="0" normalizeH="0" baseline="0" noProof="0" dirty="0">
                <a:ln>
                  <a:noFill/>
                </a:ln>
                <a:solidFill>
                  <a:srgbClr val="54A5BF"/>
                </a:solidFill>
                <a:effectLst/>
                <a:uLnTx/>
                <a:uFillTx/>
                <a:latin typeface="Times New Roman" pitchFamily="18" charset="0"/>
                <a:ea typeface="宋体" pitchFamily="2" charset="-122"/>
                <a:cs typeface="Times New Roman" pitchFamily="18" charset="0"/>
              </a:rPr>
              <a:t>++;       </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srgbClr val="EB27C6"/>
                </a:solidFill>
                <a:effectLst/>
                <a:uLnTx/>
                <a:uFillTx/>
                <a:latin typeface="Times New Roman" pitchFamily="18" charset="0"/>
                <a:ea typeface="宋体" pitchFamily="2" charset="-122"/>
                <a:cs typeface="Times New Roman" pitchFamily="18" charset="0"/>
              </a:rPr>
              <a:t>} while (</a:t>
            </a:r>
            <a:r>
              <a:rPr kumimoji="1" lang="en-US" altLang="zh-CN" sz="2400" b="1" i="0" u="none" strike="noStrike" kern="1200" cap="none" spc="0" normalizeH="0" baseline="0" noProof="0" dirty="0" err="1">
                <a:ln>
                  <a:noFill/>
                </a:ln>
                <a:solidFill>
                  <a:srgbClr val="EB27C6"/>
                </a:solidFill>
                <a:effectLst/>
                <a:uLnTx/>
                <a:uFillTx/>
                <a:latin typeface="Times New Roman" pitchFamily="18" charset="0"/>
                <a:ea typeface="宋体" pitchFamily="2" charset="-122"/>
                <a:cs typeface="Times New Roman" pitchFamily="18" charset="0"/>
              </a:rPr>
              <a:t>i</a:t>
            </a:r>
            <a:r>
              <a:rPr kumimoji="1" lang="en-US" altLang="zh-CN" sz="2400" b="1" i="0" u="none" strike="noStrike" kern="1200" cap="none" spc="0" normalizeH="0" baseline="0" noProof="0" dirty="0">
                <a:ln>
                  <a:noFill/>
                </a:ln>
                <a:solidFill>
                  <a:srgbClr val="EB27C6"/>
                </a:solidFill>
                <a:effectLst/>
                <a:uLnTx/>
                <a:uFillTx/>
                <a:latin typeface="Times New Roman" pitchFamily="18" charset="0"/>
                <a:ea typeface="宋体" pitchFamily="2" charset="-122"/>
                <a:cs typeface="Times New Roman" pitchFamily="18" charset="0"/>
              </a:rPr>
              <a:t> &lt;= 100); </a:t>
            </a:r>
          </a:p>
        </p:txBody>
      </p:sp>
      <p:grpSp>
        <p:nvGrpSpPr>
          <p:cNvPr id="33" name="Group 125"/>
          <p:cNvGrpSpPr>
            <a:grpSpLocks/>
          </p:cNvGrpSpPr>
          <p:nvPr/>
        </p:nvGrpSpPr>
        <p:grpSpPr bwMode="auto">
          <a:xfrm>
            <a:off x="6663803" y="1485919"/>
            <a:ext cx="3657600" cy="5203825"/>
            <a:chOff x="1474" y="696"/>
            <a:chExt cx="2304" cy="3278"/>
          </a:xfrm>
        </p:grpSpPr>
        <p:sp>
          <p:nvSpPr>
            <p:cNvPr id="34" name="Text Box 97"/>
            <p:cNvSpPr txBox="1">
              <a:spLocks noChangeArrowheads="1"/>
            </p:cNvSpPr>
            <p:nvPr/>
          </p:nvSpPr>
          <p:spPr bwMode="auto">
            <a:xfrm>
              <a:off x="1474" y="3786"/>
              <a:ext cx="2304" cy="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spcBef>
                  <a:spcPct val="20000"/>
                </a:spcBef>
                <a:buClr>
                  <a:schemeClr val="accent2"/>
                </a:buClr>
                <a:buSzPct val="80000"/>
                <a:buFont typeface="Wingdings" pitchFamily="2" charset="2"/>
                <a:buChar char="l"/>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tx1"/>
                </a:buClr>
                <a:buSzPct val="9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accent1"/>
                </a:buClr>
                <a:buSzPct val="60000"/>
                <a:buFont typeface="Wingdings" pitchFamily="2" charset="2"/>
                <a:buChar char="l"/>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accent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9pPr>
            </a:lstStyle>
            <a:p>
              <a:pPr marL="0" marR="0" lvl="0" indent="0" algn="ctr" defTabSz="914400" rtl="0" eaLnBrk="0" fontAlgn="auto" latinLnBrk="0" hangingPunct="0">
                <a:lnSpc>
                  <a:spcPct val="100000"/>
                </a:lnSpc>
                <a:spcBef>
                  <a:spcPct val="0"/>
                </a:spcBef>
                <a:spcAft>
                  <a:spcPts val="0"/>
                </a:spcAft>
                <a:buClrTx/>
                <a:buSzTx/>
                <a:buFontTx/>
                <a:buNone/>
                <a:tabLst/>
                <a:defRPr/>
              </a:pPr>
              <a:r>
                <a:rPr kumimoji="0" lang="en-US" altLang="zh-CN" sz="16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Arial" pitchFamily="34" charset="0"/>
                </a:rPr>
                <a:t>do - while </a:t>
              </a:r>
              <a:r>
                <a:rPr kumimoji="0" lang="zh-CN" altLang="en-US" sz="16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Arial" pitchFamily="34" charset="0"/>
                </a:rPr>
                <a:t>的流程图</a:t>
              </a:r>
            </a:p>
          </p:txBody>
        </p:sp>
        <p:grpSp>
          <p:nvGrpSpPr>
            <p:cNvPr id="35" name="Group 98"/>
            <p:cNvGrpSpPr>
              <a:grpSpLocks/>
            </p:cNvGrpSpPr>
            <p:nvPr/>
          </p:nvGrpSpPr>
          <p:grpSpPr bwMode="auto">
            <a:xfrm>
              <a:off x="2109" y="2478"/>
              <a:ext cx="1095" cy="289"/>
              <a:chOff x="7560" y="12932"/>
              <a:chExt cx="1410" cy="392"/>
            </a:xfrm>
          </p:grpSpPr>
          <p:sp>
            <p:nvSpPr>
              <p:cNvPr id="53" name="AutoShape 99"/>
              <p:cNvSpPr>
                <a:spLocks noChangeArrowheads="1"/>
              </p:cNvSpPr>
              <p:nvPr/>
            </p:nvSpPr>
            <p:spPr bwMode="auto">
              <a:xfrm>
                <a:off x="7560" y="12984"/>
                <a:ext cx="1247" cy="340"/>
              </a:xfrm>
              <a:prstGeom prst="flowChartDecision">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spcBef>
                    <a:spcPct val="20000"/>
                  </a:spcBef>
                  <a:buClr>
                    <a:schemeClr val="accent2"/>
                  </a:buClr>
                  <a:buSzPct val="80000"/>
                  <a:buFont typeface="Wingdings" pitchFamily="2" charset="2"/>
                  <a:buChar char="l"/>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tx1"/>
                  </a:buClr>
                  <a:buSzPct val="9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accent1"/>
                  </a:buClr>
                  <a:buSzPct val="60000"/>
                  <a:buFont typeface="Wingdings" pitchFamily="2" charset="2"/>
                  <a:buChar char="l"/>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accent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9pPr>
              </a:lstStyle>
              <a:p>
                <a:pPr marL="0" marR="0" lvl="0" indent="0" algn="ctr" defTabSz="914400" rtl="0" eaLnBrk="0" fontAlgn="auto" latinLnBrk="0" hangingPunct="0">
                  <a:lnSpc>
                    <a:spcPct val="72000"/>
                  </a:lnSpc>
                  <a:spcBef>
                    <a:spcPct val="0"/>
                  </a:spcBef>
                  <a:spcAft>
                    <a:spcPts val="0"/>
                  </a:spcAft>
                  <a:buClrTx/>
                  <a:buSzTx/>
                  <a:buFontTx/>
                  <a:buNone/>
                  <a:tabLst/>
                  <a:defRPr/>
                </a:pPr>
                <a:endParaRPr kumimoji="0" lang="en-US" altLang="en-US" sz="1600" b="1" i="0" u="none" strike="noStrike" kern="1200" cap="none" spc="0" normalizeH="0" baseline="0" noProof="0">
                  <a:ln>
                    <a:noFill/>
                  </a:ln>
                  <a:solidFill>
                    <a:srgbClr val="000000"/>
                  </a:solidFill>
                  <a:effectLst/>
                  <a:uLnTx/>
                  <a:uFillTx/>
                  <a:latin typeface="Times New Roman" pitchFamily="18" charset="0"/>
                  <a:ea typeface="宋体" pitchFamily="2" charset="-122"/>
                  <a:cs typeface="Arial" pitchFamily="34" charset="0"/>
                </a:endParaRPr>
              </a:p>
            </p:txBody>
          </p:sp>
          <p:grpSp>
            <p:nvGrpSpPr>
              <p:cNvPr id="54" name="Group 100"/>
              <p:cNvGrpSpPr>
                <a:grpSpLocks/>
              </p:cNvGrpSpPr>
              <p:nvPr/>
            </p:nvGrpSpPr>
            <p:grpSpPr bwMode="auto">
              <a:xfrm>
                <a:off x="7887" y="12932"/>
                <a:ext cx="1083" cy="329"/>
                <a:chOff x="7887" y="12932"/>
                <a:chExt cx="1083" cy="329"/>
              </a:xfrm>
            </p:grpSpPr>
            <p:sp>
              <p:nvSpPr>
                <p:cNvPr id="55" name="Rectangle 101"/>
                <p:cNvSpPr>
                  <a:spLocks noChangeArrowheads="1"/>
                </p:cNvSpPr>
                <p:nvPr/>
              </p:nvSpPr>
              <p:spPr bwMode="auto">
                <a:xfrm>
                  <a:off x="7887" y="13074"/>
                  <a:ext cx="567" cy="1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spcBef>
                      <a:spcPct val="20000"/>
                    </a:spcBef>
                    <a:buClr>
                      <a:schemeClr val="accent2"/>
                    </a:buClr>
                    <a:buSzPct val="80000"/>
                    <a:buFont typeface="Wingdings" pitchFamily="2" charset="2"/>
                    <a:buChar char="l"/>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tx1"/>
                    </a:buClr>
                    <a:buSzPct val="9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accent1"/>
                    </a:buClr>
                    <a:buSzPct val="60000"/>
                    <a:buFont typeface="Wingdings" pitchFamily="2" charset="2"/>
                    <a:buChar char="l"/>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accent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9pPr>
                </a:lstStyle>
                <a:p>
                  <a:pPr marL="0" marR="0" lvl="0" indent="0" algn="just" defTabSz="914400" rtl="0" eaLnBrk="0" fontAlgn="auto" latinLnBrk="0" hangingPunct="0">
                    <a:lnSpc>
                      <a:spcPct val="100000"/>
                    </a:lnSpc>
                    <a:spcBef>
                      <a:spcPct val="0"/>
                    </a:spcBef>
                    <a:spcAft>
                      <a:spcPts val="0"/>
                    </a:spcAft>
                    <a:buClrTx/>
                    <a:buSzTx/>
                    <a:buFontTx/>
                    <a:buNone/>
                    <a:tabLst/>
                    <a:defRPr/>
                  </a:pPr>
                  <a:r>
                    <a:rPr kumimoji="0" lang="en-US" altLang="zh-CN" sz="1600" b="1" i="0" u="none" strike="noStrike" kern="1200" cap="none" spc="0" normalizeH="0" baseline="0" noProof="0" dirty="0" err="1">
                      <a:ln>
                        <a:noFill/>
                      </a:ln>
                      <a:solidFill>
                        <a:srgbClr val="3333FF"/>
                      </a:solidFill>
                      <a:effectLst/>
                      <a:uLnTx/>
                      <a:uFillTx/>
                      <a:latin typeface="Times New Roman" pitchFamily="18" charset="0"/>
                      <a:ea typeface="宋体" pitchFamily="2" charset="-122"/>
                      <a:cs typeface="Arial" pitchFamily="34" charset="0"/>
                    </a:rPr>
                    <a:t>i</a:t>
                  </a:r>
                  <a:r>
                    <a:rPr kumimoji="0" lang="en-US" altLang="zh-CN" sz="16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Arial" pitchFamily="34" charset="0"/>
                    </a:rPr>
                    <a:t> &lt;= 100</a:t>
                  </a:r>
                </a:p>
              </p:txBody>
            </p:sp>
            <p:sp>
              <p:nvSpPr>
                <p:cNvPr id="56" name="Text Box 102"/>
                <p:cNvSpPr txBox="1">
                  <a:spLocks noChangeArrowheads="1"/>
                </p:cNvSpPr>
                <p:nvPr/>
              </p:nvSpPr>
              <p:spPr bwMode="auto">
                <a:xfrm>
                  <a:off x="8760" y="12932"/>
                  <a:ext cx="210" cy="3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spcBef>
                      <a:spcPct val="20000"/>
                    </a:spcBef>
                    <a:buClr>
                      <a:schemeClr val="accent2"/>
                    </a:buClr>
                    <a:buSzPct val="80000"/>
                    <a:buFont typeface="Wingdings" pitchFamily="2" charset="2"/>
                    <a:buChar char="l"/>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tx1"/>
                    </a:buClr>
                    <a:buSzPct val="9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accent1"/>
                    </a:buClr>
                    <a:buSzPct val="60000"/>
                    <a:buFont typeface="Wingdings" pitchFamily="2" charset="2"/>
                    <a:buChar char="l"/>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accent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9pPr>
                </a:lstStyle>
                <a:p>
                  <a:pPr marL="0" marR="0" lvl="0" indent="0" algn="just" defTabSz="914400" rtl="0" eaLnBrk="0" fontAlgn="auto" latinLnBrk="0" hangingPunct="0">
                    <a:lnSpc>
                      <a:spcPct val="100000"/>
                    </a:lnSpc>
                    <a:spcBef>
                      <a:spcPct val="0"/>
                    </a:spcBef>
                    <a:spcAft>
                      <a:spcPts val="0"/>
                    </a:spcAft>
                    <a:buClrTx/>
                    <a:buSzTx/>
                    <a:buFontTx/>
                    <a:buNone/>
                    <a:tabLst/>
                    <a:defRPr/>
                  </a:pPr>
                  <a:endParaRPr kumimoji="0" lang="en-US" altLang="en-US" sz="1600" b="1" i="0" u="none" strike="noStrike" kern="1200" cap="none" spc="0" normalizeH="0" baseline="0" noProof="0">
                    <a:ln>
                      <a:noFill/>
                    </a:ln>
                    <a:solidFill>
                      <a:srgbClr val="000000"/>
                    </a:solidFill>
                    <a:effectLst/>
                    <a:uLnTx/>
                    <a:uFillTx/>
                    <a:latin typeface="Times New Roman" pitchFamily="18" charset="0"/>
                    <a:ea typeface="宋体" pitchFamily="2" charset="-122"/>
                    <a:cs typeface="Arial" pitchFamily="34" charset="0"/>
                  </a:endParaRPr>
                </a:p>
              </p:txBody>
            </p:sp>
          </p:grpSp>
        </p:grpSp>
        <p:sp>
          <p:nvSpPr>
            <p:cNvPr id="36" name="Rectangle 103"/>
            <p:cNvSpPr>
              <a:spLocks noChangeArrowheads="1"/>
            </p:cNvSpPr>
            <p:nvPr/>
          </p:nvSpPr>
          <p:spPr bwMode="auto">
            <a:xfrm>
              <a:off x="2133" y="1979"/>
              <a:ext cx="881" cy="331"/>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spcBef>
                  <a:spcPct val="20000"/>
                </a:spcBef>
                <a:buClr>
                  <a:schemeClr val="accent2"/>
                </a:buClr>
                <a:buSzPct val="80000"/>
                <a:buFont typeface="Wingdings" pitchFamily="2" charset="2"/>
                <a:buChar char="l"/>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tx1"/>
                </a:buClr>
                <a:buSzPct val="9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accent1"/>
                </a:buClr>
                <a:buSzPct val="60000"/>
                <a:buFont typeface="Wingdings" pitchFamily="2" charset="2"/>
                <a:buChar char="l"/>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accent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9pPr>
            </a:lstStyle>
            <a:p>
              <a:pPr marL="0" marR="0" lvl="0" indent="0" algn="ctr" defTabSz="914400" rtl="0" eaLnBrk="0" fontAlgn="auto" latinLnBrk="0" hangingPunct="0">
                <a:lnSpc>
                  <a:spcPct val="88000"/>
                </a:lnSpc>
                <a:spcBef>
                  <a:spcPct val="0"/>
                </a:spcBef>
                <a:spcAft>
                  <a:spcPts val="0"/>
                </a:spcAft>
                <a:buClrTx/>
                <a:buSzTx/>
                <a:buFontTx/>
                <a:buNone/>
                <a:tabLst/>
                <a:defRPr/>
              </a:pPr>
              <a:r>
                <a:rPr kumimoji="0" lang="en-US" altLang="zh-CN" sz="16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Arial" pitchFamily="34" charset="0"/>
                </a:rPr>
                <a:t>sum = sum + x</a:t>
              </a:r>
            </a:p>
            <a:p>
              <a:pPr marL="0" marR="0" lvl="0" indent="0" algn="ctr" defTabSz="914400" rtl="0" eaLnBrk="0" fontAlgn="auto" latinLnBrk="0" hangingPunct="0">
                <a:lnSpc>
                  <a:spcPct val="88000"/>
                </a:lnSpc>
                <a:spcBef>
                  <a:spcPct val="0"/>
                </a:spcBef>
                <a:spcAft>
                  <a:spcPts val="0"/>
                </a:spcAft>
                <a:buClrTx/>
                <a:buSzTx/>
                <a:buFontTx/>
                <a:buNone/>
                <a:tabLst/>
                <a:defRPr/>
              </a:pPr>
              <a:r>
                <a:rPr kumimoji="0" lang="en-US" altLang="zh-CN" sz="16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Arial" pitchFamily="34" charset="0"/>
                </a:rPr>
                <a:t>i</a:t>
              </a:r>
              <a:r>
                <a:rPr kumimoji="0" lang="en-US" altLang="zh-CN" sz="16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Arial" pitchFamily="34" charset="0"/>
                </a:rPr>
                <a:t>++</a:t>
              </a:r>
            </a:p>
          </p:txBody>
        </p:sp>
        <p:sp>
          <p:nvSpPr>
            <p:cNvPr id="37" name="Line 104"/>
            <p:cNvSpPr>
              <a:spLocks noChangeShapeType="1"/>
            </p:cNvSpPr>
            <p:nvPr/>
          </p:nvSpPr>
          <p:spPr bwMode="auto">
            <a:xfrm>
              <a:off x="2576" y="1305"/>
              <a:ext cx="0" cy="208"/>
            </a:xfrm>
            <a:prstGeom prst="line">
              <a:avLst/>
            </a:prstGeom>
            <a:noFill/>
            <a:ln w="9525">
              <a:solidFill>
                <a:schemeClr val="bg2"/>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Times New Roman"/>
                <a:ea typeface="宋体"/>
                <a:cs typeface="+mn-cs"/>
              </a:endParaRPr>
            </a:p>
          </p:txBody>
        </p:sp>
        <p:sp>
          <p:nvSpPr>
            <p:cNvPr id="38" name="Line 105"/>
            <p:cNvSpPr>
              <a:spLocks noChangeShapeType="1"/>
            </p:cNvSpPr>
            <p:nvPr/>
          </p:nvSpPr>
          <p:spPr bwMode="auto">
            <a:xfrm>
              <a:off x="2576" y="2296"/>
              <a:ext cx="0" cy="209"/>
            </a:xfrm>
            <a:prstGeom prst="line">
              <a:avLst/>
            </a:prstGeom>
            <a:noFill/>
            <a:ln w="9525">
              <a:solidFill>
                <a:schemeClr val="bg2"/>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Times New Roman"/>
                <a:ea typeface="宋体"/>
                <a:cs typeface="+mn-cs"/>
              </a:endParaRPr>
            </a:p>
          </p:txBody>
        </p:sp>
        <p:sp>
          <p:nvSpPr>
            <p:cNvPr id="39" name="Line 106"/>
            <p:cNvSpPr>
              <a:spLocks noChangeShapeType="1"/>
            </p:cNvSpPr>
            <p:nvPr/>
          </p:nvSpPr>
          <p:spPr bwMode="auto">
            <a:xfrm>
              <a:off x="1877" y="1390"/>
              <a:ext cx="5" cy="1269"/>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Times New Roman"/>
                <a:ea typeface="宋体"/>
                <a:cs typeface="+mn-cs"/>
              </a:endParaRPr>
            </a:p>
          </p:txBody>
        </p:sp>
        <p:sp>
          <p:nvSpPr>
            <p:cNvPr id="40" name="Line 107"/>
            <p:cNvSpPr>
              <a:spLocks noChangeShapeType="1"/>
            </p:cNvSpPr>
            <p:nvPr/>
          </p:nvSpPr>
          <p:spPr bwMode="auto">
            <a:xfrm>
              <a:off x="1882" y="2659"/>
              <a:ext cx="227"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Times New Roman"/>
                <a:ea typeface="宋体"/>
                <a:cs typeface="+mn-cs"/>
              </a:endParaRPr>
            </a:p>
          </p:txBody>
        </p:sp>
        <p:sp>
          <p:nvSpPr>
            <p:cNvPr id="41" name="Line 109"/>
            <p:cNvSpPr>
              <a:spLocks noChangeShapeType="1"/>
            </p:cNvSpPr>
            <p:nvPr/>
          </p:nvSpPr>
          <p:spPr bwMode="auto">
            <a:xfrm flipV="1">
              <a:off x="1882" y="1388"/>
              <a:ext cx="663" cy="0"/>
            </a:xfrm>
            <a:prstGeom prst="line">
              <a:avLst/>
            </a:prstGeom>
            <a:noFill/>
            <a:ln w="9525">
              <a:solidFill>
                <a:schemeClr val="bg2"/>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Times New Roman"/>
                <a:ea typeface="宋体"/>
                <a:cs typeface="+mn-cs"/>
              </a:endParaRPr>
            </a:p>
          </p:txBody>
        </p:sp>
        <p:sp>
          <p:nvSpPr>
            <p:cNvPr id="42" name="Line 113"/>
            <p:cNvSpPr>
              <a:spLocks noChangeShapeType="1"/>
            </p:cNvSpPr>
            <p:nvPr/>
          </p:nvSpPr>
          <p:spPr bwMode="auto">
            <a:xfrm>
              <a:off x="2608" y="2750"/>
              <a:ext cx="0" cy="261"/>
            </a:xfrm>
            <a:prstGeom prst="line">
              <a:avLst/>
            </a:prstGeom>
            <a:noFill/>
            <a:ln w="9525">
              <a:solidFill>
                <a:schemeClr val="bg2"/>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Times New Roman"/>
                <a:ea typeface="宋体"/>
                <a:cs typeface="+mn-cs"/>
              </a:endParaRPr>
            </a:p>
          </p:txBody>
        </p:sp>
        <p:sp>
          <p:nvSpPr>
            <p:cNvPr id="43" name="AutoShape 115"/>
            <p:cNvSpPr>
              <a:spLocks noChangeArrowheads="1"/>
            </p:cNvSpPr>
            <p:nvPr/>
          </p:nvSpPr>
          <p:spPr bwMode="auto">
            <a:xfrm>
              <a:off x="2355" y="696"/>
              <a:ext cx="440" cy="188"/>
            </a:xfrm>
            <a:prstGeom prst="roundRect">
              <a:avLst>
                <a:gd name="adj" fmla="val 16667"/>
              </a:avLst>
            </a:prstGeom>
            <a:noFill/>
            <a:ln w="9525">
              <a:solidFill>
                <a:schemeClr val="bg2"/>
              </a:solidFill>
              <a:round/>
              <a:headEnd/>
              <a:tailEnd/>
            </a:ln>
            <a:extLst>
              <a:ext uri="{909E8E84-426E-40DD-AFC4-6F175D3DCCD1}">
                <a14:hiddenFill xmlns:a14="http://schemas.microsoft.com/office/drawing/2010/main">
                  <a:solidFill>
                    <a:srgbClr val="FFFFFF"/>
                  </a:solidFill>
                </a14:hiddenFill>
              </a:ext>
            </a:extLst>
          </p:spPr>
          <p:txBody>
            <a:bodyPr lIns="36000" tIns="0" rIns="36000" bIns="0"/>
            <a:lstStyle>
              <a:lvl1pPr eaLnBrk="0" hangingPunct="0">
                <a:spcBef>
                  <a:spcPct val="20000"/>
                </a:spcBef>
                <a:buClr>
                  <a:schemeClr val="accent2"/>
                </a:buClr>
                <a:buSzPct val="80000"/>
                <a:buFont typeface="Wingdings" pitchFamily="2" charset="2"/>
                <a:buChar char="l"/>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tx1"/>
                </a:buClr>
                <a:buSzPct val="9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accent1"/>
                </a:buClr>
                <a:buSzPct val="60000"/>
                <a:buFont typeface="Wingdings" pitchFamily="2" charset="2"/>
                <a:buChar char="l"/>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accent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9pPr>
            </a:lstStyle>
            <a:p>
              <a:pPr marL="0" marR="0" lvl="0" indent="0" algn="ctr" defTabSz="914400" rtl="0" eaLnBrk="0" fontAlgn="auto" latinLnBrk="0" hangingPunct="0">
                <a:lnSpc>
                  <a:spcPct val="80000"/>
                </a:lnSpc>
                <a:spcBef>
                  <a:spcPct val="0"/>
                </a:spcBef>
                <a:spcAft>
                  <a:spcPts val="0"/>
                </a:spcAft>
                <a:buClrTx/>
                <a:buSzTx/>
                <a:buFontTx/>
                <a:buNone/>
                <a:tabLst/>
                <a:defRPr/>
              </a:pPr>
              <a:r>
                <a:rPr kumimoji="0" lang="zh-CN" altLang="en-US" sz="1600" b="1" i="0" u="none" strike="noStrike" kern="1200" cap="none" spc="0" normalizeH="0" baseline="0" noProof="0">
                  <a:ln>
                    <a:noFill/>
                  </a:ln>
                  <a:solidFill>
                    <a:srgbClr val="000000"/>
                  </a:solidFill>
                  <a:effectLst/>
                  <a:uLnTx/>
                  <a:uFillTx/>
                  <a:latin typeface="Times New Roman" pitchFamily="18" charset="0"/>
                  <a:ea typeface="宋体" pitchFamily="2" charset="-122"/>
                  <a:cs typeface="Arial" pitchFamily="34" charset="0"/>
                </a:rPr>
                <a:t>开始</a:t>
              </a:r>
            </a:p>
            <a:p>
              <a:pPr marL="0" marR="0" lvl="0" indent="0" algn="just" defTabSz="914400" rtl="0" eaLnBrk="0" fontAlgn="auto" latinLnBrk="0" hangingPunct="0">
                <a:lnSpc>
                  <a:spcPct val="100000"/>
                </a:lnSpc>
                <a:spcBef>
                  <a:spcPct val="0"/>
                </a:spcBef>
                <a:spcAft>
                  <a:spcPts val="0"/>
                </a:spcAft>
                <a:buClrTx/>
                <a:buSzTx/>
                <a:buFontTx/>
                <a:buNone/>
                <a:tabLst/>
                <a:defRPr/>
              </a:pPr>
              <a:endParaRPr kumimoji="0" lang="zh-CN" altLang="en-US" sz="1600" b="1" i="0" u="none" strike="noStrike" kern="1200" cap="none" spc="0" normalizeH="0" baseline="0" noProof="0">
                <a:ln>
                  <a:noFill/>
                </a:ln>
                <a:solidFill>
                  <a:srgbClr val="000000"/>
                </a:solidFill>
                <a:effectLst/>
                <a:uLnTx/>
                <a:uFillTx/>
                <a:latin typeface="Times New Roman" pitchFamily="18" charset="0"/>
                <a:ea typeface="宋体" pitchFamily="2" charset="-122"/>
                <a:cs typeface="Arial" pitchFamily="34" charset="0"/>
              </a:endParaRPr>
            </a:p>
          </p:txBody>
        </p:sp>
        <p:sp>
          <p:nvSpPr>
            <p:cNvPr id="44" name="AutoShape 116"/>
            <p:cNvSpPr>
              <a:spLocks noChangeArrowheads="1"/>
            </p:cNvSpPr>
            <p:nvPr/>
          </p:nvSpPr>
          <p:spPr bwMode="auto">
            <a:xfrm>
              <a:off x="2366" y="3458"/>
              <a:ext cx="441" cy="188"/>
            </a:xfrm>
            <a:prstGeom prst="roundRect">
              <a:avLst>
                <a:gd name="adj" fmla="val 16667"/>
              </a:avLst>
            </a:prstGeom>
            <a:noFill/>
            <a:ln w="9525">
              <a:solidFill>
                <a:schemeClr val="bg2"/>
              </a:solidFill>
              <a:round/>
              <a:headEnd/>
              <a:tailEnd/>
            </a:ln>
            <a:extLst>
              <a:ext uri="{909E8E84-426E-40DD-AFC4-6F175D3DCCD1}">
                <a14:hiddenFill xmlns:a14="http://schemas.microsoft.com/office/drawing/2010/main">
                  <a:solidFill>
                    <a:srgbClr val="FFFFFF"/>
                  </a:solidFill>
                </a14:hiddenFill>
              </a:ext>
            </a:extLst>
          </p:spPr>
          <p:txBody>
            <a:bodyPr lIns="36000" tIns="0" rIns="36000" bIns="0"/>
            <a:lstStyle>
              <a:lvl1pPr eaLnBrk="0" hangingPunct="0">
                <a:spcBef>
                  <a:spcPct val="20000"/>
                </a:spcBef>
                <a:buClr>
                  <a:schemeClr val="accent2"/>
                </a:buClr>
                <a:buSzPct val="80000"/>
                <a:buFont typeface="Wingdings" pitchFamily="2" charset="2"/>
                <a:buChar char="l"/>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tx1"/>
                </a:buClr>
                <a:buSzPct val="9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accent1"/>
                </a:buClr>
                <a:buSzPct val="60000"/>
                <a:buFont typeface="Wingdings" pitchFamily="2" charset="2"/>
                <a:buChar char="l"/>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accent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9pPr>
            </a:lstStyle>
            <a:p>
              <a:pPr marL="0" marR="0" lvl="0" indent="0" algn="ctr" defTabSz="914400" rtl="0" eaLnBrk="0" fontAlgn="auto" latinLnBrk="0" hangingPunct="0">
                <a:lnSpc>
                  <a:spcPct val="80000"/>
                </a:lnSpc>
                <a:spcBef>
                  <a:spcPct val="0"/>
                </a:spcBef>
                <a:spcAft>
                  <a:spcPts val="0"/>
                </a:spcAft>
                <a:buClrTx/>
                <a:buSzTx/>
                <a:buFontTx/>
                <a:buNone/>
                <a:tabLst/>
                <a:defRPr/>
              </a:pPr>
              <a:r>
                <a:rPr kumimoji="0" lang="zh-CN" altLang="en-US" sz="1600" b="1" i="0" u="none" strike="noStrike" kern="1200" cap="none" spc="0" normalizeH="0" baseline="0" noProof="0">
                  <a:ln>
                    <a:noFill/>
                  </a:ln>
                  <a:solidFill>
                    <a:srgbClr val="000000"/>
                  </a:solidFill>
                  <a:effectLst/>
                  <a:uLnTx/>
                  <a:uFillTx/>
                  <a:latin typeface="Times New Roman" pitchFamily="18" charset="0"/>
                  <a:ea typeface="宋体" pitchFamily="2" charset="-122"/>
                  <a:cs typeface="Arial" pitchFamily="34" charset="0"/>
                </a:rPr>
                <a:t>结束</a:t>
              </a:r>
            </a:p>
            <a:p>
              <a:pPr marL="0" marR="0" lvl="0" indent="0" algn="just" defTabSz="914400" rtl="0" eaLnBrk="0" fontAlgn="auto" latinLnBrk="0" hangingPunct="0">
                <a:lnSpc>
                  <a:spcPct val="100000"/>
                </a:lnSpc>
                <a:spcBef>
                  <a:spcPct val="0"/>
                </a:spcBef>
                <a:spcAft>
                  <a:spcPts val="0"/>
                </a:spcAft>
                <a:buClrTx/>
                <a:buSzTx/>
                <a:buFontTx/>
                <a:buNone/>
                <a:tabLst/>
                <a:defRPr/>
              </a:pPr>
              <a:endParaRPr kumimoji="0" lang="zh-CN" altLang="en-US" sz="1600" b="1" i="0" u="none" strike="noStrike" kern="1200" cap="none" spc="0" normalizeH="0" baseline="0" noProof="0">
                <a:ln>
                  <a:noFill/>
                </a:ln>
                <a:solidFill>
                  <a:srgbClr val="000000"/>
                </a:solidFill>
                <a:effectLst/>
                <a:uLnTx/>
                <a:uFillTx/>
                <a:latin typeface="Times New Roman" pitchFamily="18" charset="0"/>
                <a:ea typeface="宋体" pitchFamily="2" charset="-122"/>
                <a:cs typeface="Arial" pitchFamily="34" charset="0"/>
              </a:endParaRPr>
            </a:p>
          </p:txBody>
        </p:sp>
        <p:sp>
          <p:nvSpPr>
            <p:cNvPr id="45" name="Line 117"/>
            <p:cNvSpPr>
              <a:spLocks noChangeShapeType="1"/>
            </p:cNvSpPr>
            <p:nvPr/>
          </p:nvSpPr>
          <p:spPr bwMode="auto">
            <a:xfrm>
              <a:off x="2576" y="891"/>
              <a:ext cx="0" cy="192"/>
            </a:xfrm>
            <a:prstGeom prst="line">
              <a:avLst/>
            </a:prstGeom>
            <a:noFill/>
            <a:ln w="9525">
              <a:solidFill>
                <a:schemeClr val="bg2"/>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Times New Roman"/>
                <a:ea typeface="宋体"/>
                <a:cs typeface="+mn-cs"/>
              </a:endParaRPr>
            </a:p>
          </p:txBody>
        </p:sp>
        <p:sp>
          <p:nvSpPr>
            <p:cNvPr id="46" name="Rectangle 118"/>
            <p:cNvSpPr>
              <a:spLocks noChangeArrowheads="1"/>
            </p:cNvSpPr>
            <p:nvPr/>
          </p:nvSpPr>
          <p:spPr bwMode="auto">
            <a:xfrm>
              <a:off x="1982" y="1086"/>
              <a:ext cx="1189" cy="208"/>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spcBef>
                  <a:spcPct val="20000"/>
                </a:spcBef>
                <a:buClr>
                  <a:schemeClr val="accent2"/>
                </a:buClr>
                <a:buSzPct val="80000"/>
                <a:buFont typeface="Wingdings" pitchFamily="2" charset="2"/>
                <a:buChar char="l"/>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tx1"/>
                </a:buClr>
                <a:buSzPct val="9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accent1"/>
                </a:buClr>
                <a:buSzPct val="60000"/>
                <a:buFont typeface="Wingdings" pitchFamily="2" charset="2"/>
                <a:buChar char="l"/>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accent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9pPr>
            </a:lstStyle>
            <a:p>
              <a:pPr marL="0" marR="0" lvl="0" indent="0" algn="ctr" defTabSz="914400" rtl="0" eaLnBrk="0" fontAlgn="auto" latinLnBrk="0" hangingPunct="0">
                <a:lnSpc>
                  <a:spcPct val="88000"/>
                </a:lnSpc>
                <a:spcBef>
                  <a:spcPct val="0"/>
                </a:spcBef>
                <a:spcAft>
                  <a:spcPts val="0"/>
                </a:spcAft>
                <a:buClrTx/>
                <a:buSzTx/>
                <a:buFontTx/>
                <a:buNone/>
                <a:tabLst/>
                <a:defRPr/>
              </a:pPr>
              <a:r>
                <a:rPr kumimoji="0" lang="en-US" altLang="zh-CN" sz="1600" b="1" i="0" u="none" strike="noStrike" kern="1200" cap="none" spc="0" normalizeH="0" baseline="0" noProof="0" dirty="0" err="1">
                  <a:ln>
                    <a:noFill/>
                  </a:ln>
                  <a:solidFill>
                    <a:srgbClr val="000000"/>
                  </a:solidFill>
                  <a:effectLst/>
                  <a:uLnTx/>
                  <a:uFillTx/>
                  <a:latin typeface="Times New Roman" pitchFamily="18" charset="0"/>
                  <a:ea typeface="黑体" pitchFamily="49" charset="-122"/>
                  <a:cs typeface="Arial" pitchFamily="34" charset="0"/>
                </a:rPr>
                <a:t>i</a:t>
              </a:r>
              <a:r>
                <a:rPr kumimoji="0" lang="en-US" altLang="zh-CN" sz="1600" b="1" i="0" u="none" strike="noStrike" kern="1200" cap="none" spc="0" normalizeH="0" baseline="0" noProof="0" dirty="0">
                  <a:ln>
                    <a:noFill/>
                  </a:ln>
                  <a:solidFill>
                    <a:srgbClr val="000000"/>
                  </a:solidFill>
                  <a:effectLst/>
                  <a:uLnTx/>
                  <a:uFillTx/>
                  <a:latin typeface="Times New Roman" pitchFamily="18" charset="0"/>
                  <a:ea typeface="黑体" pitchFamily="49" charset="-122"/>
                  <a:cs typeface="Arial" pitchFamily="34" charset="0"/>
                </a:rPr>
                <a:t> = 1;  sum = 0;  </a:t>
              </a:r>
            </a:p>
          </p:txBody>
        </p:sp>
        <p:sp>
          <p:nvSpPr>
            <p:cNvPr id="47" name="Line 119"/>
            <p:cNvSpPr>
              <a:spLocks noChangeShapeType="1"/>
            </p:cNvSpPr>
            <p:nvPr/>
          </p:nvSpPr>
          <p:spPr bwMode="auto">
            <a:xfrm>
              <a:off x="2588" y="3239"/>
              <a:ext cx="0" cy="209"/>
            </a:xfrm>
            <a:prstGeom prst="line">
              <a:avLst/>
            </a:prstGeom>
            <a:noFill/>
            <a:ln w="9525">
              <a:solidFill>
                <a:schemeClr val="bg2"/>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Times New Roman"/>
                <a:ea typeface="宋体"/>
                <a:cs typeface="+mn-cs"/>
              </a:endParaRPr>
            </a:p>
          </p:txBody>
        </p:sp>
        <p:sp>
          <p:nvSpPr>
            <p:cNvPr id="48" name="AutoShape 120"/>
            <p:cNvSpPr>
              <a:spLocks noChangeArrowheads="1"/>
            </p:cNvSpPr>
            <p:nvPr/>
          </p:nvSpPr>
          <p:spPr bwMode="auto">
            <a:xfrm>
              <a:off x="2098" y="3009"/>
              <a:ext cx="969" cy="230"/>
            </a:xfrm>
            <a:prstGeom prst="flowChartInputOutpu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spcBef>
                  <a:spcPct val="20000"/>
                </a:spcBef>
                <a:buClr>
                  <a:schemeClr val="accent2"/>
                </a:buClr>
                <a:buSzPct val="80000"/>
                <a:buFont typeface="Wingdings" pitchFamily="2" charset="2"/>
                <a:buChar char="l"/>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tx1"/>
                </a:buClr>
                <a:buSzPct val="9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accent1"/>
                </a:buClr>
                <a:buSzPct val="60000"/>
                <a:buFont typeface="Wingdings" pitchFamily="2" charset="2"/>
                <a:buChar char="l"/>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accent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9pPr>
            </a:lstStyle>
            <a:p>
              <a:pPr marL="0" marR="0" lvl="0" indent="0" algn="ctr" defTabSz="914400" rtl="0" eaLnBrk="0" fontAlgn="auto" latinLnBrk="0" hangingPunct="0">
                <a:lnSpc>
                  <a:spcPct val="100000"/>
                </a:lnSpc>
                <a:spcBef>
                  <a:spcPct val="0"/>
                </a:spcBef>
                <a:spcAft>
                  <a:spcPts val="0"/>
                </a:spcAft>
                <a:buClrTx/>
                <a:buSzTx/>
                <a:buFontTx/>
                <a:buNone/>
                <a:tabLst/>
                <a:defRPr/>
              </a:pPr>
              <a:r>
                <a:rPr kumimoji="0" lang="zh-CN" altLang="en-US" sz="1600" b="1" i="0" u="none" strike="noStrike" kern="1200" cap="none" spc="0" normalizeH="0" baseline="0" noProof="0">
                  <a:ln>
                    <a:noFill/>
                  </a:ln>
                  <a:solidFill>
                    <a:srgbClr val="000000"/>
                  </a:solidFill>
                  <a:effectLst/>
                  <a:uLnTx/>
                  <a:uFillTx/>
                  <a:latin typeface="Times New Roman" pitchFamily="18" charset="0"/>
                  <a:ea typeface="宋体" pitchFamily="2" charset="-122"/>
                  <a:cs typeface="Arial" pitchFamily="34" charset="0"/>
                </a:rPr>
                <a:t>输出</a:t>
              </a:r>
              <a:r>
                <a:rPr kumimoji="0" lang="en-US" altLang="zh-CN" sz="1600" b="1" i="0" u="none" strike="noStrike" kern="1200" cap="none" spc="0" normalizeH="0" baseline="0" noProof="0">
                  <a:ln>
                    <a:noFill/>
                  </a:ln>
                  <a:solidFill>
                    <a:srgbClr val="000000"/>
                  </a:solidFill>
                  <a:effectLst/>
                  <a:uLnTx/>
                  <a:uFillTx/>
                  <a:latin typeface="Times New Roman" pitchFamily="18" charset="0"/>
                  <a:ea typeface="宋体" pitchFamily="2" charset="-122"/>
                  <a:cs typeface="Arial" pitchFamily="34" charset="0"/>
                </a:rPr>
                <a:t>sum</a:t>
              </a:r>
            </a:p>
          </p:txBody>
        </p:sp>
        <p:sp>
          <p:nvSpPr>
            <p:cNvPr id="49" name="Rectangle 121"/>
            <p:cNvSpPr>
              <a:spLocks noChangeArrowheads="1"/>
            </p:cNvSpPr>
            <p:nvPr/>
          </p:nvSpPr>
          <p:spPr bwMode="auto">
            <a:xfrm>
              <a:off x="2699" y="2721"/>
              <a:ext cx="132" cy="1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spcBef>
                  <a:spcPct val="20000"/>
                </a:spcBef>
                <a:buClr>
                  <a:schemeClr val="accent2"/>
                </a:buClr>
                <a:buSzPct val="80000"/>
                <a:buFont typeface="Wingdings" pitchFamily="2" charset="2"/>
                <a:buChar char="l"/>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tx1"/>
                </a:buClr>
                <a:buSzPct val="9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accent1"/>
                </a:buClr>
                <a:buSzPct val="60000"/>
                <a:buFont typeface="Wingdings" pitchFamily="2" charset="2"/>
                <a:buChar char="l"/>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accent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9pPr>
            </a:lstStyle>
            <a:p>
              <a:pPr marL="0" marR="0" lvl="0" indent="0" algn="just" defTabSz="914400" rtl="0" eaLnBrk="0" fontAlgn="auto" latinLnBrk="0" hangingPunct="0">
                <a:lnSpc>
                  <a:spcPct val="100000"/>
                </a:lnSpc>
                <a:spcBef>
                  <a:spcPct val="0"/>
                </a:spcBef>
                <a:spcAft>
                  <a:spcPts val="0"/>
                </a:spcAft>
                <a:buClrTx/>
                <a:buSzTx/>
                <a:buFontTx/>
                <a:buNone/>
                <a:tabLst/>
                <a:defRPr/>
              </a:pPr>
              <a:r>
                <a:rPr kumimoji="0" lang="en-US" altLang="zh-CN" sz="1600" b="1" i="0" u="none" strike="noStrike" kern="1200" cap="none" spc="0" normalizeH="0" baseline="0" noProof="0">
                  <a:ln>
                    <a:noFill/>
                  </a:ln>
                  <a:solidFill>
                    <a:srgbClr val="000000"/>
                  </a:solidFill>
                  <a:effectLst/>
                  <a:uLnTx/>
                  <a:uFillTx/>
                  <a:latin typeface="Times New Roman" pitchFamily="18" charset="0"/>
                  <a:ea typeface="宋体" pitchFamily="2" charset="-122"/>
                  <a:cs typeface="Arial" pitchFamily="34" charset="0"/>
                </a:rPr>
                <a:t>n</a:t>
              </a:r>
            </a:p>
          </p:txBody>
        </p:sp>
        <p:sp>
          <p:nvSpPr>
            <p:cNvPr id="50" name="Rectangle 122"/>
            <p:cNvSpPr>
              <a:spLocks noChangeArrowheads="1"/>
            </p:cNvSpPr>
            <p:nvPr/>
          </p:nvSpPr>
          <p:spPr bwMode="auto">
            <a:xfrm>
              <a:off x="2022" y="2432"/>
              <a:ext cx="132" cy="1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spcBef>
                  <a:spcPct val="20000"/>
                </a:spcBef>
                <a:buClr>
                  <a:schemeClr val="accent2"/>
                </a:buClr>
                <a:buSzPct val="80000"/>
                <a:buFont typeface="Wingdings" pitchFamily="2" charset="2"/>
                <a:buChar char="l"/>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tx1"/>
                </a:buClr>
                <a:buSzPct val="9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accent1"/>
                </a:buClr>
                <a:buSzPct val="60000"/>
                <a:buFont typeface="Wingdings" pitchFamily="2" charset="2"/>
                <a:buChar char="l"/>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accent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9pPr>
            </a:lstStyle>
            <a:p>
              <a:pPr marL="0" marR="0" lvl="0" indent="0" algn="just" defTabSz="914400" rtl="0" eaLnBrk="0" fontAlgn="auto" latinLnBrk="0" hangingPunct="0">
                <a:lnSpc>
                  <a:spcPct val="100000"/>
                </a:lnSpc>
                <a:spcBef>
                  <a:spcPct val="0"/>
                </a:spcBef>
                <a:spcAft>
                  <a:spcPts val="0"/>
                </a:spcAft>
                <a:buClrTx/>
                <a:buSzTx/>
                <a:buFontTx/>
                <a:buNone/>
                <a:tabLst/>
                <a:defRPr/>
              </a:pPr>
              <a:r>
                <a:rPr kumimoji="0" lang="en-US" altLang="zh-CN" sz="1600" b="1" i="0" u="none" strike="noStrike" kern="1200" cap="none" spc="0" normalizeH="0" baseline="0" noProof="0">
                  <a:ln>
                    <a:noFill/>
                  </a:ln>
                  <a:solidFill>
                    <a:srgbClr val="000000"/>
                  </a:solidFill>
                  <a:effectLst/>
                  <a:uLnTx/>
                  <a:uFillTx/>
                  <a:latin typeface="Times New Roman" pitchFamily="18" charset="0"/>
                  <a:ea typeface="宋体" pitchFamily="2" charset="-122"/>
                  <a:cs typeface="Arial" pitchFamily="34" charset="0"/>
                </a:rPr>
                <a:t>y</a:t>
              </a:r>
            </a:p>
          </p:txBody>
        </p:sp>
        <p:sp>
          <p:nvSpPr>
            <p:cNvPr id="51" name="AutoShape 123"/>
            <p:cNvSpPr>
              <a:spLocks noChangeArrowheads="1"/>
            </p:cNvSpPr>
            <p:nvPr/>
          </p:nvSpPr>
          <p:spPr bwMode="auto">
            <a:xfrm>
              <a:off x="2108" y="1525"/>
              <a:ext cx="969" cy="230"/>
            </a:xfrm>
            <a:prstGeom prst="flowChartInputOutpu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spcBef>
                  <a:spcPct val="20000"/>
                </a:spcBef>
                <a:buClr>
                  <a:schemeClr val="accent2"/>
                </a:buClr>
                <a:buSzPct val="80000"/>
                <a:buFont typeface="Wingdings" pitchFamily="2" charset="2"/>
                <a:buChar char="l"/>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tx1"/>
                </a:buClr>
                <a:buSzPct val="9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accent1"/>
                </a:buClr>
                <a:buSzPct val="60000"/>
                <a:buFont typeface="Wingdings" pitchFamily="2" charset="2"/>
                <a:buChar char="l"/>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accent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9pPr>
            </a:lstStyle>
            <a:p>
              <a:pPr marL="0" marR="0" lvl="0" indent="0" algn="ctr" defTabSz="914400" rtl="0" eaLnBrk="0" fontAlgn="auto" latinLnBrk="0" hangingPunct="0">
                <a:lnSpc>
                  <a:spcPct val="100000"/>
                </a:lnSpc>
                <a:spcBef>
                  <a:spcPct val="0"/>
                </a:spcBef>
                <a:spcAft>
                  <a:spcPts val="0"/>
                </a:spcAft>
                <a:buClrTx/>
                <a:buSzTx/>
                <a:buFontTx/>
                <a:buNone/>
                <a:tabLst/>
                <a:defRPr/>
              </a:pPr>
              <a:r>
                <a:rPr kumimoji="0" lang="zh-CN" altLang="en-US" sz="16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Arial" pitchFamily="34" charset="0"/>
                </a:rPr>
                <a:t>输入</a:t>
              </a:r>
              <a:r>
                <a:rPr kumimoji="0" lang="en-US" altLang="zh-CN" sz="16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Arial" pitchFamily="34" charset="0"/>
                </a:rPr>
                <a:t>x</a:t>
              </a:r>
            </a:p>
          </p:txBody>
        </p:sp>
        <p:sp>
          <p:nvSpPr>
            <p:cNvPr id="52" name="Line 124"/>
            <p:cNvSpPr>
              <a:spLocks noChangeShapeType="1"/>
            </p:cNvSpPr>
            <p:nvPr/>
          </p:nvSpPr>
          <p:spPr bwMode="auto">
            <a:xfrm>
              <a:off x="2561" y="1770"/>
              <a:ext cx="0" cy="209"/>
            </a:xfrm>
            <a:prstGeom prst="line">
              <a:avLst/>
            </a:prstGeom>
            <a:noFill/>
            <a:ln w="9525">
              <a:solidFill>
                <a:schemeClr val="bg2"/>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Times New Roman"/>
                <a:ea typeface="宋体"/>
                <a:cs typeface="+mn-cs"/>
              </a:endParaRPr>
            </a:p>
          </p:txBody>
        </p:sp>
      </p:grpSp>
      <p:grpSp>
        <p:nvGrpSpPr>
          <p:cNvPr id="57" name="Group 67"/>
          <p:cNvGrpSpPr>
            <a:grpSpLocks/>
          </p:cNvGrpSpPr>
          <p:nvPr/>
        </p:nvGrpSpPr>
        <p:grpSpPr bwMode="auto">
          <a:xfrm>
            <a:off x="9258456" y="1447814"/>
            <a:ext cx="3445941" cy="5222270"/>
            <a:chOff x="432" y="288"/>
            <a:chExt cx="2304" cy="3505"/>
          </a:xfrm>
        </p:grpSpPr>
        <p:sp>
          <p:nvSpPr>
            <p:cNvPr id="58" name="Text Box 68"/>
            <p:cNvSpPr txBox="1">
              <a:spLocks noChangeArrowheads="1"/>
            </p:cNvSpPr>
            <p:nvPr/>
          </p:nvSpPr>
          <p:spPr bwMode="auto">
            <a:xfrm>
              <a:off x="432" y="3605"/>
              <a:ext cx="2304" cy="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spcBef>
                  <a:spcPct val="20000"/>
                </a:spcBef>
                <a:buClr>
                  <a:schemeClr val="accent2"/>
                </a:buClr>
                <a:buSzPct val="80000"/>
                <a:buFont typeface="Wingdings" pitchFamily="2" charset="2"/>
                <a:buChar char="l"/>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tx1"/>
                </a:buClr>
                <a:buSzPct val="9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accent1"/>
                </a:buClr>
                <a:buSzPct val="60000"/>
                <a:buFont typeface="Wingdings" pitchFamily="2" charset="2"/>
                <a:buChar char="l"/>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accent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9pPr>
            </a:lstStyle>
            <a:p>
              <a:pPr marL="0" marR="0" lvl="0" indent="0" algn="ctr" defTabSz="914400" rtl="0" eaLnBrk="0" fontAlgn="auto" latinLnBrk="0" hangingPunct="0">
                <a:lnSpc>
                  <a:spcPct val="100000"/>
                </a:lnSpc>
                <a:spcBef>
                  <a:spcPct val="0"/>
                </a:spcBef>
                <a:spcAft>
                  <a:spcPts val="0"/>
                </a:spcAft>
                <a:buClrTx/>
                <a:buSzTx/>
                <a:buFontTx/>
                <a:buNone/>
                <a:tabLst/>
                <a:defRPr/>
              </a:pPr>
              <a:r>
                <a:rPr kumimoji="0" lang="en-US" altLang="zh-CN" sz="16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Arial" pitchFamily="34" charset="0"/>
                </a:rPr>
                <a:t>while </a:t>
              </a:r>
              <a:r>
                <a:rPr kumimoji="0" lang="zh-CN" altLang="en-US" sz="16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Arial" pitchFamily="34" charset="0"/>
                </a:rPr>
                <a:t>流程图</a:t>
              </a:r>
            </a:p>
          </p:txBody>
        </p:sp>
        <p:grpSp>
          <p:nvGrpSpPr>
            <p:cNvPr id="59" name="Group 69"/>
            <p:cNvGrpSpPr>
              <a:grpSpLocks/>
            </p:cNvGrpSpPr>
            <p:nvPr/>
          </p:nvGrpSpPr>
          <p:grpSpPr bwMode="auto">
            <a:xfrm>
              <a:off x="1045" y="1083"/>
              <a:ext cx="1095" cy="289"/>
              <a:chOff x="7560" y="12932"/>
              <a:chExt cx="1410" cy="392"/>
            </a:xfrm>
          </p:grpSpPr>
          <p:sp>
            <p:nvSpPr>
              <p:cNvPr id="82" name="AutoShape 70"/>
              <p:cNvSpPr>
                <a:spLocks noChangeArrowheads="1"/>
              </p:cNvSpPr>
              <p:nvPr/>
            </p:nvSpPr>
            <p:spPr bwMode="auto">
              <a:xfrm>
                <a:off x="7560" y="12984"/>
                <a:ext cx="1247" cy="340"/>
              </a:xfrm>
              <a:prstGeom prst="flowChartDecision">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spcBef>
                    <a:spcPct val="20000"/>
                  </a:spcBef>
                  <a:buClr>
                    <a:schemeClr val="accent2"/>
                  </a:buClr>
                  <a:buSzPct val="80000"/>
                  <a:buFont typeface="Wingdings" pitchFamily="2" charset="2"/>
                  <a:buChar char="l"/>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tx1"/>
                  </a:buClr>
                  <a:buSzPct val="9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accent1"/>
                  </a:buClr>
                  <a:buSzPct val="60000"/>
                  <a:buFont typeface="Wingdings" pitchFamily="2" charset="2"/>
                  <a:buChar char="l"/>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accent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9pPr>
              </a:lstStyle>
              <a:p>
                <a:pPr marL="0" marR="0" lvl="0" indent="0" algn="ctr" defTabSz="914400" rtl="0" eaLnBrk="0" fontAlgn="auto" latinLnBrk="0" hangingPunct="0">
                  <a:lnSpc>
                    <a:spcPct val="72000"/>
                  </a:lnSpc>
                  <a:spcBef>
                    <a:spcPct val="0"/>
                  </a:spcBef>
                  <a:spcAft>
                    <a:spcPts val="0"/>
                  </a:spcAft>
                  <a:buClrTx/>
                  <a:buSzTx/>
                  <a:buFontTx/>
                  <a:buNone/>
                  <a:tabLst/>
                  <a:defRPr/>
                </a:pPr>
                <a:endParaRPr kumimoji="0" lang="en-US" altLang="en-US" sz="1600" b="1" i="0" u="none" strike="noStrike" kern="1200" cap="none" spc="0" normalizeH="0" baseline="0" noProof="0">
                  <a:ln>
                    <a:noFill/>
                  </a:ln>
                  <a:solidFill>
                    <a:srgbClr val="000000"/>
                  </a:solidFill>
                  <a:effectLst/>
                  <a:uLnTx/>
                  <a:uFillTx/>
                  <a:latin typeface="Times New Roman" pitchFamily="18" charset="0"/>
                  <a:ea typeface="宋体" pitchFamily="2" charset="-122"/>
                  <a:cs typeface="Arial" pitchFamily="34" charset="0"/>
                </a:endParaRPr>
              </a:p>
            </p:txBody>
          </p:sp>
          <p:grpSp>
            <p:nvGrpSpPr>
              <p:cNvPr id="83" name="Group 71"/>
              <p:cNvGrpSpPr>
                <a:grpSpLocks/>
              </p:cNvGrpSpPr>
              <p:nvPr/>
            </p:nvGrpSpPr>
            <p:grpSpPr bwMode="auto">
              <a:xfrm>
                <a:off x="7887" y="12932"/>
                <a:ext cx="1083" cy="329"/>
                <a:chOff x="7887" y="12932"/>
                <a:chExt cx="1083" cy="329"/>
              </a:xfrm>
            </p:grpSpPr>
            <p:sp>
              <p:nvSpPr>
                <p:cNvPr id="84" name="Rectangle 72"/>
                <p:cNvSpPr>
                  <a:spLocks noChangeArrowheads="1"/>
                </p:cNvSpPr>
                <p:nvPr/>
              </p:nvSpPr>
              <p:spPr bwMode="auto">
                <a:xfrm>
                  <a:off x="7887" y="13074"/>
                  <a:ext cx="567" cy="1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spcBef>
                      <a:spcPct val="20000"/>
                    </a:spcBef>
                    <a:buClr>
                      <a:schemeClr val="accent2"/>
                    </a:buClr>
                    <a:buSzPct val="80000"/>
                    <a:buFont typeface="Wingdings" pitchFamily="2" charset="2"/>
                    <a:buChar char="l"/>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tx1"/>
                    </a:buClr>
                    <a:buSzPct val="9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accent1"/>
                    </a:buClr>
                    <a:buSzPct val="60000"/>
                    <a:buFont typeface="Wingdings" pitchFamily="2" charset="2"/>
                    <a:buChar char="l"/>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accent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9pPr>
                </a:lstStyle>
                <a:p>
                  <a:pPr marL="0" marR="0" lvl="0" indent="0" algn="just" defTabSz="914400" rtl="0" eaLnBrk="0" fontAlgn="auto" latinLnBrk="0" hangingPunct="0">
                    <a:lnSpc>
                      <a:spcPct val="100000"/>
                    </a:lnSpc>
                    <a:spcBef>
                      <a:spcPct val="0"/>
                    </a:spcBef>
                    <a:spcAft>
                      <a:spcPts val="0"/>
                    </a:spcAft>
                    <a:buClrTx/>
                    <a:buSzTx/>
                    <a:buFontTx/>
                    <a:buNone/>
                    <a:tabLst/>
                    <a:defRPr/>
                  </a:pPr>
                  <a:r>
                    <a:rPr kumimoji="0" lang="en-US" altLang="zh-CN" sz="1600" b="1" i="0" u="none" strike="noStrike" kern="1200" cap="none" spc="0" normalizeH="0" baseline="0" noProof="0" dirty="0" err="1">
                      <a:ln>
                        <a:noFill/>
                      </a:ln>
                      <a:solidFill>
                        <a:srgbClr val="3333FF"/>
                      </a:solidFill>
                      <a:effectLst/>
                      <a:uLnTx/>
                      <a:uFillTx/>
                      <a:latin typeface="Times New Roman" pitchFamily="18" charset="0"/>
                      <a:ea typeface="宋体" pitchFamily="2" charset="-122"/>
                      <a:cs typeface="Arial" pitchFamily="34" charset="0"/>
                    </a:rPr>
                    <a:t>i</a:t>
                  </a:r>
                  <a:r>
                    <a:rPr kumimoji="0" lang="en-US" altLang="zh-CN" sz="16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Arial" pitchFamily="34" charset="0"/>
                    </a:rPr>
                    <a:t>&lt;= 100</a:t>
                  </a:r>
                </a:p>
              </p:txBody>
            </p:sp>
            <p:sp>
              <p:nvSpPr>
                <p:cNvPr id="85" name="Text Box 73"/>
                <p:cNvSpPr txBox="1">
                  <a:spLocks noChangeArrowheads="1"/>
                </p:cNvSpPr>
                <p:nvPr/>
              </p:nvSpPr>
              <p:spPr bwMode="auto">
                <a:xfrm>
                  <a:off x="8760" y="12932"/>
                  <a:ext cx="210" cy="3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spcBef>
                      <a:spcPct val="20000"/>
                    </a:spcBef>
                    <a:buClr>
                      <a:schemeClr val="accent2"/>
                    </a:buClr>
                    <a:buSzPct val="80000"/>
                    <a:buFont typeface="Wingdings" pitchFamily="2" charset="2"/>
                    <a:buChar char="l"/>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tx1"/>
                    </a:buClr>
                    <a:buSzPct val="9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accent1"/>
                    </a:buClr>
                    <a:buSzPct val="60000"/>
                    <a:buFont typeface="Wingdings" pitchFamily="2" charset="2"/>
                    <a:buChar char="l"/>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accent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9pPr>
                </a:lstStyle>
                <a:p>
                  <a:pPr marL="0" marR="0" lvl="0" indent="0" algn="just" defTabSz="914400" rtl="0" eaLnBrk="0" fontAlgn="auto" latinLnBrk="0" hangingPunct="0">
                    <a:lnSpc>
                      <a:spcPct val="100000"/>
                    </a:lnSpc>
                    <a:spcBef>
                      <a:spcPct val="0"/>
                    </a:spcBef>
                    <a:spcAft>
                      <a:spcPts val="0"/>
                    </a:spcAft>
                    <a:buClrTx/>
                    <a:buSzTx/>
                    <a:buFontTx/>
                    <a:buNone/>
                    <a:tabLst/>
                    <a:defRPr/>
                  </a:pPr>
                  <a:endParaRPr kumimoji="0" lang="en-US" altLang="en-US" sz="1600" b="1" i="0" u="none" strike="noStrike" kern="1200" cap="none" spc="0" normalizeH="0" baseline="0" noProof="0">
                    <a:ln>
                      <a:noFill/>
                    </a:ln>
                    <a:solidFill>
                      <a:srgbClr val="000000"/>
                    </a:solidFill>
                    <a:effectLst/>
                    <a:uLnTx/>
                    <a:uFillTx/>
                    <a:latin typeface="Times New Roman" pitchFamily="18" charset="0"/>
                    <a:ea typeface="宋体" pitchFamily="2" charset="-122"/>
                    <a:cs typeface="Arial" pitchFamily="34" charset="0"/>
                  </a:endParaRPr>
                </a:p>
              </p:txBody>
            </p:sp>
          </p:grpSp>
        </p:grpSp>
        <p:sp>
          <p:nvSpPr>
            <p:cNvPr id="60" name="Rectangle 74"/>
            <p:cNvSpPr>
              <a:spLocks noChangeArrowheads="1"/>
            </p:cNvSpPr>
            <p:nvPr/>
          </p:nvSpPr>
          <p:spPr bwMode="auto">
            <a:xfrm>
              <a:off x="1091" y="2010"/>
              <a:ext cx="881" cy="331"/>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spcBef>
                  <a:spcPct val="20000"/>
                </a:spcBef>
                <a:buClr>
                  <a:schemeClr val="accent2"/>
                </a:buClr>
                <a:buSzPct val="80000"/>
                <a:buFont typeface="Wingdings" pitchFamily="2" charset="2"/>
                <a:buChar char="l"/>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tx1"/>
                </a:buClr>
                <a:buSzPct val="9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accent1"/>
                </a:buClr>
                <a:buSzPct val="60000"/>
                <a:buFont typeface="Wingdings" pitchFamily="2" charset="2"/>
                <a:buChar char="l"/>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accent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9pPr>
            </a:lstStyle>
            <a:p>
              <a:pPr marL="0" marR="0" lvl="0" indent="0" algn="ctr" defTabSz="914400" rtl="0" eaLnBrk="0" fontAlgn="auto" latinLnBrk="0" hangingPunct="0">
                <a:lnSpc>
                  <a:spcPct val="88000"/>
                </a:lnSpc>
                <a:spcBef>
                  <a:spcPct val="0"/>
                </a:spcBef>
                <a:spcAft>
                  <a:spcPts val="0"/>
                </a:spcAft>
                <a:buClrTx/>
                <a:buSzTx/>
                <a:buFontTx/>
                <a:buNone/>
                <a:tabLst/>
                <a:defRPr/>
              </a:pPr>
              <a:r>
                <a:rPr kumimoji="0" lang="en-US" altLang="zh-CN" sz="16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Arial" pitchFamily="34" charset="0"/>
                </a:rPr>
                <a:t>sum = sum + x</a:t>
              </a:r>
            </a:p>
            <a:p>
              <a:pPr marL="0" marR="0" lvl="0" indent="0" algn="ctr" defTabSz="914400" rtl="0" eaLnBrk="0" fontAlgn="auto" latinLnBrk="0" hangingPunct="0">
                <a:lnSpc>
                  <a:spcPct val="88000"/>
                </a:lnSpc>
                <a:spcBef>
                  <a:spcPct val="0"/>
                </a:spcBef>
                <a:spcAft>
                  <a:spcPts val="0"/>
                </a:spcAft>
                <a:buClrTx/>
                <a:buSzTx/>
                <a:buFontTx/>
                <a:buNone/>
                <a:tabLst/>
                <a:defRPr/>
              </a:pPr>
              <a:r>
                <a:rPr kumimoji="0" lang="en-US" altLang="zh-CN" sz="16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Arial" pitchFamily="34" charset="0"/>
                </a:rPr>
                <a:t>i</a:t>
              </a:r>
              <a:r>
                <a:rPr kumimoji="0" lang="en-US" altLang="zh-CN" sz="16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Arial" pitchFamily="34" charset="0"/>
                </a:rPr>
                <a:t>++</a:t>
              </a:r>
            </a:p>
          </p:txBody>
        </p:sp>
        <p:sp>
          <p:nvSpPr>
            <p:cNvPr id="61" name="Line 75"/>
            <p:cNvSpPr>
              <a:spLocks noChangeShapeType="1"/>
            </p:cNvSpPr>
            <p:nvPr/>
          </p:nvSpPr>
          <p:spPr bwMode="auto">
            <a:xfrm>
              <a:off x="1534" y="897"/>
              <a:ext cx="0" cy="208"/>
            </a:xfrm>
            <a:prstGeom prst="line">
              <a:avLst/>
            </a:prstGeom>
            <a:noFill/>
            <a:ln w="9525">
              <a:solidFill>
                <a:schemeClr val="bg2"/>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Times New Roman"/>
                <a:ea typeface="宋体"/>
                <a:cs typeface="+mn-cs"/>
              </a:endParaRPr>
            </a:p>
          </p:txBody>
        </p:sp>
        <p:sp>
          <p:nvSpPr>
            <p:cNvPr id="62" name="Line 76"/>
            <p:cNvSpPr>
              <a:spLocks noChangeShapeType="1"/>
            </p:cNvSpPr>
            <p:nvPr/>
          </p:nvSpPr>
          <p:spPr bwMode="auto">
            <a:xfrm>
              <a:off x="1534" y="1368"/>
              <a:ext cx="0" cy="209"/>
            </a:xfrm>
            <a:prstGeom prst="line">
              <a:avLst/>
            </a:prstGeom>
            <a:noFill/>
            <a:ln w="9525">
              <a:solidFill>
                <a:schemeClr val="bg2"/>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Times New Roman"/>
                <a:ea typeface="宋体"/>
                <a:cs typeface="+mn-cs"/>
              </a:endParaRPr>
            </a:p>
          </p:txBody>
        </p:sp>
        <p:sp>
          <p:nvSpPr>
            <p:cNvPr id="63" name="Line 77"/>
            <p:cNvSpPr>
              <a:spLocks noChangeShapeType="1"/>
            </p:cNvSpPr>
            <p:nvPr/>
          </p:nvSpPr>
          <p:spPr bwMode="auto">
            <a:xfrm>
              <a:off x="835" y="982"/>
              <a:ext cx="4" cy="1496"/>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Times New Roman"/>
                <a:ea typeface="宋体"/>
                <a:cs typeface="+mn-cs"/>
              </a:endParaRPr>
            </a:p>
          </p:txBody>
        </p:sp>
        <p:sp>
          <p:nvSpPr>
            <p:cNvPr id="64" name="Line 78"/>
            <p:cNvSpPr>
              <a:spLocks noChangeShapeType="1"/>
            </p:cNvSpPr>
            <p:nvPr/>
          </p:nvSpPr>
          <p:spPr bwMode="auto">
            <a:xfrm>
              <a:off x="839" y="2478"/>
              <a:ext cx="701"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Times New Roman"/>
                <a:ea typeface="宋体"/>
                <a:cs typeface="+mn-cs"/>
              </a:endParaRPr>
            </a:p>
          </p:txBody>
        </p:sp>
        <p:sp>
          <p:nvSpPr>
            <p:cNvPr id="65" name="Line 79"/>
            <p:cNvSpPr>
              <a:spLocks noChangeShapeType="1"/>
            </p:cNvSpPr>
            <p:nvPr/>
          </p:nvSpPr>
          <p:spPr bwMode="auto">
            <a:xfrm>
              <a:off x="1519" y="2341"/>
              <a:ext cx="0" cy="13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Times New Roman"/>
                <a:ea typeface="宋体"/>
                <a:cs typeface="+mn-cs"/>
              </a:endParaRPr>
            </a:p>
          </p:txBody>
        </p:sp>
        <p:sp>
          <p:nvSpPr>
            <p:cNvPr id="66" name="Line 80"/>
            <p:cNvSpPr>
              <a:spLocks noChangeShapeType="1"/>
            </p:cNvSpPr>
            <p:nvPr/>
          </p:nvSpPr>
          <p:spPr bwMode="auto">
            <a:xfrm flipV="1">
              <a:off x="840" y="980"/>
              <a:ext cx="663" cy="0"/>
            </a:xfrm>
            <a:prstGeom prst="line">
              <a:avLst/>
            </a:prstGeom>
            <a:noFill/>
            <a:ln w="9525">
              <a:solidFill>
                <a:schemeClr val="bg2"/>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Times New Roman"/>
                <a:ea typeface="宋体"/>
                <a:cs typeface="+mn-cs"/>
              </a:endParaRPr>
            </a:p>
          </p:txBody>
        </p:sp>
        <p:grpSp>
          <p:nvGrpSpPr>
            <p:cNvPr id="67" name="Group 81"/>
            <p:cNvGrpSpPr>
              <a:grpSpLocks/>
            </p:cNvGrpSpPr>
            <p:nvPr/>
          </p:nvGrpSpPr>
          <p:grpSpPr bwMode="auto">
            <a:xfrm>
              <a:off x="1565" y="1253"/>
              <a:ext cx="704" cy="1587"/>
              <a:chOff x="8070" y="13197"/>
              <a:chExt cx="900" cy="1723"/>
            </a:xfrm>
          </p:grpSpPr>
          <p:sp>
            <p:nvSpPr>
              <p:cNvPr id="78" name="Line 82"/>
              <p:cNvSpPr>
                <a:spLocks noChangeShapeType="1"/>
              </p:cNvSpPr>
              <p:nvPr/>
            </p:nvSpPr>
            <p:spPr bwMode="auto">
              <a:xfrm>
                <a:off x="8970" y="13206"/>
                <a:ext cx="0" cy="1429"/>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Times New Roman"/>
                  <a:ea typeface="宋体"/>
                  <a:cs typeface="+mn-cs"/>
                </a:endParaRPr>
              </a:p>
            </p:txBody>
          </p:sp>
          <p:sp>
            <p:nvSpPr>
              <p:cNvPr id="79" name="Line 83"/>
              <p:cNvSpPr>
                <a:spLocks noChangeShapeType="1"/>
              </p:cNvSpPr>
              <p:nvPr/>
            </p:nvSpPr>
            <p:spPr bwMode="auto">
              <a:xfrm>
                <a:off x="8070" y="14631"/>
                <a:ext cx="900"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Times New Roman"/>
                  <a:ea typeface="宋体"/>
                  <a:cs typeface="+mn-cs"/>
                </a:endParaRPr>
              </a:p>
            </p:txBody>
          </p:sp>
          <p:sp>
            <p:nvSpPr>
              <p:cNvPr id="80" name="Line 84"/>
              <p:cNvSpPr>
                <a:spLocks noChangeShapeType="1"/>
              </p:cNvSpPr>
              <p:nvPr/>
            </p:nvSpPr>
            <p:spPr bwMode="auto">
              <a:xfrm>
                <a:off x="8070" y="14637"/>
                <a:ext cx="0" cy="283"/>
              </a:xfrm>
              <a:prstGeom prst="line">
                <a:avLst/>
              </a:prstGeom>
              <a:noFill/>
              <a:ln w="9525">
                <a:solidFill>
                  <a:schemeClr val="bg2"/>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Times New Roman"/>
                  <a:ea typeface="宋体"/>
                  <a:cs typeface="+mn-cs"/>
                </a:endParaRPr>
              </a:p>
            </p:txBody>
          </p:sp>
          <p:sp>
            <p:nvSpPr>
              <p:cNvPr id="81" name="Line 85"/>
              <p:cNvSpPr>
                <a:spLocks noChangeShapeType="1"/>
              </p:cNvSpPr>
              <p:nvPr/>
            </p:nvSpPr>
            <p:spPr bwMode="auto">
              <a:xfrm>
                <a:off x="8625" y="13197"/>
                <a:ext cx="340"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Times New Roman"/>
                  <a:ea typeface="宋体"/>
                  <a:cs typeface="+mn-cs"/>
                </a:endParaRPr>
              </a:p>
            </p:txBody>
          </p:sp>
        </p:grpSp>
        <p:sp>
          <p:nvSpPr>
            <p:cNvPr id="68" name="AutoShape 86"/>
            <p:cNvSpPr>
              <a:spLocks noChangeArrowheads="1"/>
            </p:cNvSpPr>
            <p:nvPr/>
          </p:nvSpPr>
          <p:spPr bwMode="auto">
            <a:xfrm>
              <a:off x="1313" y="288"/>
              <a:ext cx="440" cy="188"/>
            </a:xfrm>
            <a:prstGeom prst="roundRect">
              <a:avLst>
                <a:gd name="adj" fmla="val 16667"/>
              </a:avLst>
            </a:prstGeom>
            <a:noFill/>
            <a:ln w="9525">
              <a:solidFill>
                <a:schemeClr val="bg2"/>
              </a:solidFill>
              <a:round/>
              <a:headEnd/>
              <a:tailEnd/>
            </a:ln>
            <a:extLst>
              <a:ext uri="{909E8E84-426E-40DD-AFC4-6F175D3DCCD1}">
                <a14:hiddenFill xmlns:a14="http://schemas.microsoft.com/office/drawing/2010/main">
                  <a:solidFill>
                    <a:srgbClr val="FFFFFF"/>
                  </a:solidFill>
                </a14:hiddenFill>
              </a:ext>
            </a:extLst>
          </p:spPr>
          <p:txBody>
            <a:bodyPr lIns="36000" tIns="0" rIns="36000" bIns="0"/>
            <a:lstStyle>
              <a:lvl1pPr eaLnBrk="0" hangingPunct="0">
                <a:spcBef>
                  <a:spcPct val="20000"/>
                </a:spcBef>
                <a:buClr>
                  <a:schemeClr val="accent2"/>
                </a:buClr>
                <a:buSzPct val="80000"/>
                <a:buFont typeface="Wingdings" pitchFamily="2" charset="2"/>
                <a:buChar char="l"/>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tx1"/>
                </a:buClr>
                <a:buSzPct val="9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accent1"/>
                </a:buClr>
                <a:buSzPct val="60000"/>
                <a:buFont typeface="Wingdings" pitchFamily="2" charset="2"/>
                <a:buChar char="l"/>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accent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9pPr>
            </a:lstStyle>
            <a:p>
              <a:pPr marL="0" marR="0" lvl="0" indent="0" algn="ctr" defTabSz="914400" rtl="0" eaLnBrk="0" fontAlgn="auto" latinLnBrk="0" hangingPunct="0">
                <a:lnSpc>
                  <a:spcPct val="80000"/>
                </a:lnSpc>
                <a:spcBef>
                  <a:spcPct val="0"/>
                </a:spcBef>
                <a:spcAft>
                  <a:spcPts val="0"/>
                </a:spcAft>
                <a:buClrTx/>
                <a:buSzTx/>
                <a:buFontTx/>
                <a:buNone/>
                <a:tabLst/>
                <a:defRPr/>
              </a:pPr>
              <a:r>
                <a:rPr kumimoji="0" lang="zh-CN" altLang="en-US" sz="1600" b="1" i="0" u="none" strike="noStrike" kern="1200" cap="none" spc="0" normalizeH="0" baseline="0" noProof="0">
                  <a:ln>
                    <a:noFill/>
                  </a:ln>
                  <a:solidFill>
                    <a:srgbClr val="000000"/>
                  </a:solidFill>
                  <a:effectLst/>
                  <a:uLnTx/>
                  <a:uFillTx/>
                  <a:latin typeface="Times New Roman" pitchFamily="18" charset="0"/>
                  <a:ea typeface="宋体" pitchFamily="2" charset="-122"/>
                  <a:cs typeface="Arial" pitchFamily="34" charset="0"/>
                </a:rPr>
                <a:t>开始</a:t>
              </a:r>
            </a:p>
            <a:p>
              <a:pPr marL="0" marR="0" lvl="0" indent="0" algn="just" defTabSz="914400" rtl="0" eaLnBrk="0" fontAlgn="auto" latinLnBrk="0" hangingPunct="0">
                <a:lnSpc>
                  <a:spcPct val="100000"/>
                </a:lnSpc>
                <a:spcBef>
                  <a:spcPct val="0"/>
                </a:spcBef>
                <a:spcAft>
                  <a:spcPts val="0"/>
                </a:spcAft>
                <a:buClrTx/>
                <a:buSzTx/>
                <a:buFontTx/>
                <a:buNone/>
                <a:tabLst/>
                <a:defRPr/>
              </a:pPr>
              <a:endParaRPr kumimoji="0" lang="zh-CN" altLang="en-US" sz="1600" b="1" i="0" u="none" strike="noStrike" kern="1200" cap="none" spc="0" normalizeH="0" baseline="0" noProof="0">
                <a:ln>
                  <a:noFill/>
                </a:ln>
                <a:solidFill>
                  <a:srgbClr val="000000"/>
                </a:solidFill>
                <a:effectLst/>
                <a:uLnTx/>
                <a:uFillTx/>
                <a:latin typeface="Times New Roman" pitchFamily="18" charset="0"/>
                <a:ea typeface="宋体" pitchFamily="2" charset="-122"/>
                <a:cs typeface="Arial" pitchFamily="34" charset="0"/>
              </a:endParaRPr>
            </a:p>
          </p:txBody>
        </p:sp>
        <p:sp>
          <p:nvSpPr>
            <p:cNvPr id="69" name="AutoShape 87"/>
            <p:cNvSpPr>
              <a:spLocks noChangeArrowheads="1"/>
            </p:cNvSpPr>
            <p:nvPr/>
          </p:nvSpPr>
          <p:spPr bwMode="auto">
            <a:xfrm>
              <a:off x="1324" y="3287"/>
              <a:ext cx="441" cy="188"/>
            </a:xfrm>
            <a:prstGeom prst="roundRect">
              <a:avLst>
                <a:gd name="adj" fmla="val 16667"/>
              </a:avLst>
            </a:prstGeom>
            <a:noFill/>
            <a:ln w="9525">
              <a:solidFill>
                <a:schemeClr val="bg2"/>
              </a:solidFill>
              <a:round/>
              <a:headEnd/>
              <a:tailEnd/>
            </a:ln>
            <a:extLst>
              <a:ext uri="{909E8E84-426E-40DD-AFC4-6F175D3DCCD1}">
                <a14:hiddenFill xmlns:a14="http://schemas.microsoft.com/office/drawing/2010/main">
                  <a:solidFill>
                    <a:srgbClr val="FFFFFF"/>
                  </a:solidFill>
                </a14:hiddenFill>
              </a:ext>
            </a:extLst>
          </p:spPr>
          <p:txBody>
            <a:bodyPr lIns="36000" tIns="0" rIns="36000" bIns="0"/>
            <a:lstStyle>
              <a:lvl1pPr eaLnBrk="0" hangingPunct="0">
                <a:spcBef>
                  <a:spcPct val="20000"/>
                </a:spcBef>
                <a:buClr>
                  <a:schemeClr val="accent2"/>
                </a:buClr>
                <a:buSzPct val="80000"/>
                <a:buFont typeface="Wingdings" pitchFamily="2" charset="2"/>
                <a:buChar char="l"/>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tx1"/>
                </a:buClr>
                <a:buSzPct val="9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accent1"/>
                </a:buClr>
                <a:buSzPct val="60000"/>
                <a:buFont typeface="Wingdings" pitchFamily="2" charset="2"/>
                <a:buChar char="l"/>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accent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9pPr>
            </a:lstStyle>
            <a:p>
              <a:pPr marL="0" marR="0" lvl="0" indent="0" algn="ctr" defTabSz="914400" rtl="0" eaLnBrk="0" fontAlgn="auto" latinLnBrk="0" hangingPunct="0">
                <a:lnSpc>
                  <a:spcPct val="80000"/>
                </a:lnSpc>
                <a:spcBef>
                  <a:spcPct val="0"/>
                </a:spcBef>
                <a:spcAft>
                  <a:spcPts val="0"/>
                </a:spcAft>
                <a:buClrTx/>
                <a:buSzTx/>
                <a:buFontTx/>
                <a:buNone/>
                <a:tabLst/>
                <a:defRPr/>
              </a:pPr>
              <a:r>
                <a:rPr kumimoji="0" lang="zh-CN" altLang="en-US" sz="1600" b="1" i="0" u="none" strike="noStrike" kern="1200" cap="none" spc="0" normalizeH="0" baseline="0" noProof="0">
                  <a:ln>
                    <a:noFill/>
                  </a:ln>
                  <a:solidFill>
                    <a:srgbClr val="000000"/>
                  </a:solidFill>
                  <a:effectLst/>
                  <a:uLnTx/>
                  <a:uFillTx/>
                  <a:latin typeface="Times New Roman" pitchFamily="18" charset="0"/>
                  <a:ea typeface="宋体" pitchFamily="2" charset="-122"/>
                  <a:cs typeface="Arial" pitchFamily="34" charset="0"/>
                </a:rPr>
                <a:t>结束</a:t>
              </a:r>
            </a:p>
            <a:p>
              <a:pPr marL="0" marR="0" lvl="0" indent="0" algn="just" defTabSz="914400" rtl="0" eaLnBrk="0" fontAlgn="auto" latinLnBrk="0" hangingPunct="0">
                <a:lnSpc>
                  <a:spcPct val="100000"/>
                </a:lnSpc>
                <a:spcBef>
                  <a:spcPct val="0"/>
                </a:spcBef>
                <a:spcAft>
                  <a:spcPts val="0"/>
                </a:spcAft>
                <a:buClrTx/>
                <a:buSzTx/>
                <a:buFontTx/>
                <a:buNone/>
                <a:tabLst/>
                <a:defRPr/>
              </a:pPr>
              <a:endParaRPr kumimoji="0" lang="zh-CN" altLang="en-US" sz="1600" b="1" i="0" u="none" strike="noStrike" kern="1200" cap="none" spc="0" normalizeH="0" baseline="0" noProof="0">
                <a:ln>
                  <a:noFill/>
                </a:ln>
                <a:solidFill>
                  <a:srgbClr val="000000"/>
                </a:solidFill>
                <a:effectLst/>
                <a:uLnTx/>
                <a:uFillTx/>
                <a:latin typeface="Times New Roman" pitchFamily="18" charset="0"/>
                <a:ea typeface="宋体" pitchFamily="2" charset="-122"/>
                <a:cs typeface="Arial" pitchFamily="34" charset="0"/>
              </a:endParaRPr>
            </a:p>
          </p:txBody>
        </p:sp>
        <p:sp>
          <p:nvSpPr>
            <p:cNvPr id="70" name="Line 88"/>
            <p:cNvSpPr>
              <a:spLocks noChangeShapeType="1"/>
            </p:cNvSpPr>
            <p:nvPr/>
          </p:nvSpPr>
          <p:spPr bwMode="auto">
            <a:xfrm>
              <a:off x="1534" y="483"/>
              <a:ext cx="0" cy="192"/>
            </a:xfrm>
            <a:prstGeom prst="line">
              <a:avLst/>
            </a:prstGeom>
            <a:noFill/>
            <a:ln w="9525">
              <a:solidFill>
                <a:schemeClr val="bg2"/>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Times New Roman"/>
                <a:ea typeface="宋体"/>
                <a:cs typeface="+mn-cs"/>
              </a:endParaRPr>
            </a:p>
          </p:txBody>
        </p:sp>
        <p:sp>
          <p:nvSpPr>
            <p:cNvPr id="71" name="Rectangle 89"/>
            <p:cNvSpPr>
              <a:spLocks noChangeArrowheads="1"/>
            </p:cNvSpPr>
            <p:nvPr/>
          </p:nvSpPr>
          <p:spPr bwMode="auto">
            <a:xfrm>
              <a:off x="940" y="678"/>
              <a:ext cx="1189" cy="208"/>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spcBef>
                  <a:spcPct val="20000"/>
                </a:spcBef>
                <a:buClr>
                  <a:schemeClr val="accent2"/>
                </a:buClr>
                <a:buSzPct val="80000"/>
                <a:buFont typeface="Wingdings" pitchFamily="2" charset="2"/>
                <a:buChar char="l"/>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tx1"/>
                </a:buClr>
                <a:buSzPct val="9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accent1"/>
                </a:buClr>
                <a:buSzPct val="60000"/>
                <a:buFont typeface="Wingdings" pitchFamily="2" charset="2"/>
                <a:buChar char="l"/>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accent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9pPr>
            </a:lstStyle>
            <a:p>
              <a:pPr marL="0" marR="0" lvl="0" indent="0" algn="ctr" defTabSz="914400" rtl="0" eaLnBrk="0" fontAlgn="auto" latinLnBrk="0" hangingPunct="0">
                <a:lnSpc>
                  <a:spcPct val="88000"/>
                </a:lnSpc>
                <a:spcBef>
                  <a:spcPct val="0"/>
                </a:spcBef>
                <a:spcAft>
                  <a:spcPts val="0"/>
                </a:spcAft>
                <a:buClrTx/>
                <a:buSzTx/>
                <a:buFontTx/>
                <a:buNone/>
                <a:tabLst/>
                <a:defRPr/>
              </a:pPr>
              <a:r>
                <a:rPr kumimoji="0" lang="en-US" altLang="zh-CN" sz="1600" b="1" i="0" u="none" strike="noStrike" kern="1200" cap="none" spc="0" normalizeH="0" baseline="0" noProof="0" dirty="0" err="1">
                  <a:ln>
                    <a:noFill/>
                  </a:ln>
                  <a:solidFill>
                    <a:srgbClr val="000000"/>
                  </a:solidFill>
                  <a:effectLst/>
                  <a:uLnTx/>
                  <a:uFillTx/>
                  <a:latin typeface="Times New Roman" pitchFamily="18" charset="0"/>
                  <a:ea typeface="黑体" pitchFamily="49" charset="-122"/>
                  <a:cs typeface="Arial" pitchFamily="34" charset="0"/>
                </a:rPr>
                <a:t>i</a:t>
              </a:r>
              <a:r>
                <a:rPr kumimoji="0" lang="en-US" altLang="zh-CN" sz="1600" b="1" i="0" u="none" strike="noStrike" kern="1200" cap="none" spc="0" normalizeH="0" baseline="0" noProof="0" dirty="0">
                  <a:ln>
                    <a:noFill/>
                  </a:ln>
                  <a:solidFill>
                    <a:srgbClr val="000000"/>
                  </a:solidFill>
                  <a:effectLst/>
                  <a:uLnTx/>
                  <a:uFillTx/>
                  <a:latin typeface="Times New Roman" pitchFamily="18" charset="0"/>
                  <a:ea typeface="黑体" pitchFamily="49" charset="-122"/>
                  <a:cs typeface="Arial" pitchFamily="34" charset="0"/>
                </a:rPr>
                <a:t> = 1;  sum = 0;  </a:t>
              </a:r>
            </a:p>
          </p:txBody>
        </p:sp>
        <p:sp>
          <p:nvSpPr>
            <p:cNvPr id="72" name="Line 90"/>
            <p:cNvSpPr>
              <a:spLocks noChangeShapeType="1"/>
            </p:cNvSpPr>
            <p:nvPr/>
          </p:nvSpPr>
          <p:spPr bwMode="auto">
            <a:xfrm>
              <a:off x="1546" y="3068"/>
              <a:ext cx="0" cy="209"/>
            </a:xfrm>
            <a:prstGeom prst="line">
              <a:avLst/>
            </a:prstGeom>
            <a:noFill/>
            <a:ln w="9525">
              <a:solidFill>
                <a:schemeClr val="bg2"/>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Times New Roman"/>
                <a:ea typeface="宋体"/>
                <a:cs typeface="+mn-cs"/>
              </a:endParaRPr>
            </a:p>
          </p:txBody>
        </p:sp>
        <p:sp>
          <p:nvSpPr>
            <p:cNvPr id="73" name="AutoShape 91"/>
            <p:cNvSpPr>
              <a:spLocks noChangeArrowheads="1"/>
            </p:cNvSpPr>
            <p:nvPr/>
          </p:nvSpPr>
          <p:spPr bwMode="auto">
            <a:xfrm>
              <a:off x="1056" y="2838"/>
              <a:ext cx="969" cy="230"/>
            </a:xfrm>
            <a:prstGeom prst="flowChartInputOutpu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spcBef>
                  <a:spcPct val="20000"/>
                </a:spcBef>
                <a:buClr>
                  <a:schemeClr val="accent2"/>
                </a:buClr>
                <a:buSzPct val="80000"/>
                <a:buFont typeface="Wingdings" pitchFamily="2" charset="2"/>
                <a:buChar char="l"/>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tx1"/>
                </a:buClr>
                <a:buSzPct val="9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accent1"/>
                </a:buClr>
                <a:buSzPct val="60000"/>
                <a:buFont typeface="Wingdings" pitchFamily="2" charset="2"/>
                <a:buChar char="l"/>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accent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9pPr>
            </a:lstStyle>
            <a:p>
              <a:pPr marL="0" marR="0" lvl="0" indent="0" algn="ctr" defTabSz="914400" rtl="0" eaLnBrk="0" fontAlgn="auto" latinLnBrk="0" hangingPunct="0">
                <a:lnSpc>
                  <a:spcPct val="100000"/>
                </a:lnSpc>
                <a:spcBef>
                  <a:spcPct val="0"/>
                </a:spcBef>
                <a:spcAft>
                  <a:spcPts val="0"/>
                </a:spcAft>
                <a:buClrTx/>
                <a:buSzTx/>
                <a:buFontTx/>
                <a:buNone/>
                <a:tabLst/>
                <a:defRPr/>
              </a:pPr>
              <a:r>
                <a:rPr kumimoji="0" lang="zh-CN" altLang="en-US" sz="1600" b="1" i="0" u="none" strike="noStrike" kern="1200" cap="none" spc="0" normalizeH="0" baseline="0" noProof="0">
                  <a:ln>
                    <a:noFill/>
                  </a:ln>
                  <a:solidFill>
                    <a:srgbClr val="000000"/>
                  </a:solidFill>
                  <a:effectLst/>
                  <a:uLnTx/>
                  <a:uFillTx/>
                  <a:latin typeface="Times New Roman" pitchFamily="18" charset="0"/>
                  <a:ea typeface="宋体" pitchFamily="2" charset="-122"/>
                  <a:cs typeface="Arial" pitchFamily="34" charset="0"/>
                </a:rPr>
                <a:t>输出</a:t>
              </a:r>
              <a:r>
                <a:rPr kumimoji="0" lang="en-US" altLang="zh-CN" sz="1600" b="1" i="0" u="none" strike="noStrike" kern="1200" cap="none" spc="0" normalizeH="0" baseline="0" noProof="0">
                  <a:ln>
                    <a:noFill/>
                  </a:ln>
                  <a:solidFill>
                    <a:srgbClr val="000000"/>
                  </a:solidFill>
                  <a:effectLst/>
                  <a:uLnTx/>
                  <a:uFillTx/>
                  <a:latin typeface="Times New Roman" pitchFamily="18" charset="0"/>
                  <a:ea typeface="宋体" pitchFamily="2" charset="-122"/>
                  <a:cs typeface="Arial" pitchFamily="34" charset="0"/>
                </a:rPr>
                <a:t>sum</a:t>
              </a:r>
            </a:p>
          </p:txBody>
        </p:sp>
        <p:sp>
          <p:nvSpPr>
            <p:cNvPr id="74" name="Rectangle 92"/>
            <p:cNvSpPr>
              <a:spLocks noChangeArrowheads="1"/>
            </p:cNvSpPr>
            <p:nvPr/>
          </p:nvSpPr>
          <p:spPr bwMode="auto">
            <a:xfrm>
              <a:off x="2070" y="1067"/>
              <a:ext cx="132" cy="1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spcBef>
                  <a:spcPct val="20000"/>
                </a:spcBef>
                <a:buClr>
                  <a:schemeClr val="accent2"/>
                </a:buClr>
                <a:buSzPct val="80000"/>
                <a:buFont typeface="Wingdings" pitchFamily="2" charset="2"/>
                <a:buChar char="l"/>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tx1"/>
                </a:buClr>
                <a:buSzPct val="9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accent1"/>
                </a:buClr>
                <a:buSzPct val="60000"/>
                <a:buFont typeface="Wingdings" pitchFamily="2" charset="2"/>
                <a:buChar char="l"/>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accent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9pPr>
            </a:lstStyle>
            <a:p>
              <a:pPr marL="0" marR="0" lvl="0" indent="0" algn="just" defTabSz="914400" rtl="0" eaLnBrk="0" fontAlgn="auto" latinLnBrk="0" hangingPunct="0">
                <a:lnSpc>
                  <a:spcPct val="100000"/>
                </a:lnSpc>
                <a:spcBef>
                  <a:spcPct val="0"/>
                </a:spcBef>
                <a:spcAft>
                  <a:spcPts val="0"/>
                </a:spcAft>
                <a:buClrTx/>
                <a:buSzTx/>
                <a:buFontTx/>
                <a:buNone/>
                <a:tabLst/>
                <a:defRPr/>
              </a:pPr>
              <a:r>
                <a:rPr kumimoji="0" lang="en-US" altLang="zh-CN" sz="1600" b="1" i="0" u="none" strike="noStrike" kern="1200" cap="none" spc="0" normalizeH="0" baseline="0" noProof="0">
                  <a:ln>
                    <a:noFill/>
                  </a:ln>
                  <a:solidFill>
                    <a:srgbClr val="000000"/>
                  </a:solidFill>
                  <a:effectLst/>
                  <a:uLnTx/>
                  <a:uFillTx/>
                  <a:latin typeface="Times New Roman" pitchFamily="18" charset="0"/>
                  <a:ea typeface="宋体" pitchFamily="2" charset="-122"/>
                  <a:cs typeface="Arial" pitchFamily="34" charset="0"/>
                </a:rPr>
                <a:t>n</a:t>
              </a:r>
            </a:p>
          </p:txBody>
        </p:sp>
        <p:sp>
          <p:nvSpPr>
            <p:cNvPr id="75" name="Rectangle 93"/>
            <p:cNvSpPr>
              <a:spLocks noChangeArrowheads="1"/>
            </p:cNvSpPr>
            <p:nvPr/>
          </p:nvSpPr>
          <p:spPr bwMode="auto">
            <a:xfrm>
              <a:off x="1592" y="1357"/>
              <a:ext cx="132" cy="1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spcBef>
                  <a:spcPct val="20000"/>
                </a:spcBef>
                <a:buClr>
                  <a:schemeClr val="accent2"/>
                </a:buClr>
                <a:buSzPct val="80000"/>
                <a:buFont typeface="Wingdings" pitchFamily="2" charset="2"/>
                <a:buChar char="l"/>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tx1"/>
                </a:buClr>
                <a:buSzPct val="9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accent1"/>
                </a:buClr>
                <a:buSzPct val="60000"/>
                <a:buFont typeface="Wingdings" pitchFamily="2" charset="2"/>
                <a:buChar char="l"/>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accent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9pPr>
            </a:lstStyle>
            <a:p>
              <a:pPr marL="0" marR="0" lvl="0" indent="0" algn="just" defTabSz="914400" rtl="0" eaLnBrk="0" fontAlgn="auto" latinLnBrk="0" hangingPunct="0">
                <a:lnSpc>
                  <a:spcPct val="100000"/>
                </a:lnSpc>
                <a:spcBef>
                  <a:spcPct val="0"/>
                </a:spcBef>
                <a:spcAft>
                  <a:spcPts val="0"/>
                </a:spcAft>
                <a:buClrTx/>
                <a:buSzTx/>
                <a:buFontTx/>
                <a:buNone/>
                <a:tabLst/>
                <a:defRPr/>
              </a:pPr>
              <a:r>
                <a:rPr kumimoji="0" lang="en-US" altLang="zh-CN" sz="1600" b="1" i="0" u="none" strike="noStrike" kern="1200" cap="none" spc="0" normalizeH="0" baseline="0" noProof="0">
                  <a:ln>
                    <a:noFill/>
                  </a:ln>
                  <a:solidFill>
                    <a:srgbClr val="000000"/>
                  </a:solidFill>
                  <a:effectLst/>
                  <a:uLnTx/>
                  <a:uFillTx/>
                  <a:latin typeface="Times New Roman" pitchFamily="18" charset="0"/>
                  <a:ea typeface="宋体" pitchFamily="2" charset="-122"/>
                  <a:cs typeface="Arial" pitchFamily="34" charset="0"/>
                </a:rPr>
                <a:t>y</a:t>
              </a:r>
            </a:p>
          </p:txBody>
        </p:sp>
        <p:sp>
          <p:nvSpPr>
            <p:cNvPr id="76" name="AutoShape 94"/>
            <p:cNvSpPr>
              <a:spLocks noChangeArrowheads="1"/>
            </p:cNvSpPr>
            <p:nvPr/>
          </p:nvSpPr>
          <p:spPr bwMode="auto">
            <a:xfrm>
              <a:off x="1066" y="1570"/>
              <a:ext cx="969" cy="230"/>
            </a:xfrm>
            <a:prstGeom prst="flowChartInputOutpu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spcBef>
                  <a:spcPct val="20000"/>
                </a:spcBef>
                <a:buClr>
                  <a:schemeClr val="accent2"/>
                </a:buClr>
                <a:buSzPct val="80000"/>
                <a:buFont typeface="Wingdings" pitchFamily="2" charset="2"/>
                <a:buChar char="l"/>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tx1"/>
                </a:buClr>
                <a:buSzPct val="9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accent1"/>
                </a:buClr>
                <a:buSzPct val="60000"/>
                <a:buFont typeface="Wingdings" pitchFamily="2" charset="2"/>
                <a:buChar char="l"/>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accent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9pPr>
            </a:lstStyle>
            <a:p>
              <a:pPr marL="0" marR="0" lvl="0" indent="0" algn="ctr" defTabSz="914400" rtl="0" eaLnBrk="0" fontAlgn="auto" latinLnBrk="0" hangingPunct="0">
                <a:lnSpc>
                  <a:spcPct val="100000"/>
                </a:lnSpc>
                <a:spcBef>
                  <a:spcPct val="0"/>
                </a:spcBef>
                <a:spcAft>
                  <a:spcPts val="0"/>
                </a:spcAft>
                <a:buClrTx/>
                <a:buSzTx/>
                <a:buFontTx/>
                <a:buNone/>
                <a:tabLst/>
                <a:defRPr/>
              </a:pPr>
              <a:r>
                <a:rPr kumimoji="0" lang="zh-CN" altLang="en-US" sz="16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Arial" pitchFamily="34" charset="0"/>
                </a:rPr>
                <a:t>输入</a:t>
              </a:r>
              <a:r>
                <a:rPr kumimoji="0" lang="en-US" altLang="zh-CN" sz="16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Arial" pitchFamily="34" charset="0"/>
                </a:rPr>
                <a:t>x</a:t>
              </a:r>
            </a:p>
          </p:txBody>
        </p:sp>
        <p:sp>
          <p:nvSpPr>
            <p:cNvPr id="77" name="Line 95"/>
            <p:cNvSpPr>
              <a:spLocks noChangeShapeType="1"/>
            </p:cNvSpPr>
            <p:nvPr/>
          </p:nvSpPr>
          <p:spPr bwMode="auto">
            <a:xfrm>
              <a:off x="1519" y="1797"/>
              <a:ext cx="0" cy="209"/>
            </a:xfrm>
            <a:prstGeom prst="line">
              <a:avLst/>
            </a:prstGeom>
            <a:noFill/>
            <a:ln w="9525">
              <a:solidFill>
                <a:schemeClr val="bg2"/>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Times New Roman"/>
                <a:ea typeface="宋体"/>
                <a:cs typeface="+mn-cs"/>
              </a:endParaRPr>
            </a:p>
          </p:txBody>
        </p:sp>
      </p:grpSp>
      <p:sp>
        <p:nvSpPr>
          <p:cNvPr id="86" name="Rectangle 2"/>
          <p:cNvSpPr txBox="1">
            <a:spLocks noChangeArrowheads="1"/>
          </p:cNvSpPr>
          <p:nvPr/>
        </p:nvSpPr>
        <p:spPr>
          <a:xfrm>
            <a:off x="812800" y="304800"/>
            <a:ext cx="10363200" cy="609600"/>
          </a:xfrm>
          <a:prstGeom prst="rect">
            <a:avLst/>
          </a:prstGeom>
        </p:spPr>
        <p:txBody>
          <a:bodyPr vert="horz" wrap="square" lIns="90170" tIns="46990" rIns="90170" bIns="46990" rtlCol="0" anchor="ctr" anchorCtr="0">
            <a:noAutofit/>
          </a:bodyPr>
          <a:lstStyle>
            <a:lvl1pPr marL="0" marR="0" algn="l" defTabSz="914400" rtl="0" eaLnBrk="1" fontAlgn="auto" latinLnBrk="0" hangingPunct="1">
              <a:lnSpc>
                <a:spcPct val="100000"/>
              </a:lnSpc>
              <a:spcBef>
                <a:spcPct val="0"/>
              </a:spcBef>
              <a:buNone/>
              <a:defRPr kumimoji="0" lang="zh-CN" altLang="en-US" sz="36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3600" b="1" i="0" u="none" strike="noStrike" kern="1200" cap="none" spc="200" normalizeH="0" baseline="0" noProof="1">
                <a:ln>
                  <a:noFill/>
                </a:ln>
                <a:solidFill>
                  <a:srgbClr val="000000"/>
                </a:solidFill>
                <a:effectLst/>
                <a:uLnTx/>
                <a:uFillTx/>
                <a:latin typeface="Arial" panose="020B0604020202020204" pitchFamily="34" charset="0"/>
                <a:ea typeface="微软雅黑" panose="020B0503020204020204" charset="-122"/>
                <a:cs typeface="+mj-cs"/>
                <a:sym typeface="+mn-ea"/>
              </a:rPr>
              <a:t>3.3.2 do - while </a:t>
            </a:r>
            <a:r>
              <a:rPr kumimoji="0" lang="zh-CN" altLang="en-US" sz="3600" b="1" i="0" u="none" strike="noStrike" kern="1200" cap="none" spc="200" normalizeH="0" baseline="0" noProof="1">
                <a:ln>
                  <a:noFill/>
                </a:ln>
                <a:solidFill>
                  <a:srgbClr val="000000"/>
                </a:solidFill>
                <a:effectLst/>
                <a:uLnTx/>
                <a:uFillTx/>
                <a:latin typeface="Arial" panose="020B0604020202020204" pitchFamily="34" charset="0"/>
                <a:ea typeface="微软雅黑" panose="020B0503020204020204" charset="-122"/>
                <a:cs typeface="+mj-cs"/>
                <a:sym typeface="+mn-ea"/>
              </a:rPr>
              <a:t>语句</a:t>
            </a:r>
          </a:p>
        </p:txBody>
      </p:sp>
    </p:spTree>
    <p:extLst>
      <p:ext uri="{BB962C8B-B14F-4D97-AF65-F5344CB8AC3E}">
        <p14:creationId xmlns:p14="http://schemas.microsoft.com/office/powerpoint/2010/main" val="2830978708"/>
      </p:ext>
    </p:extLst>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4"/>
          <p:cNvSpPr>
            <a:spLocks noChangeArrowheads="1"/>
          </p:cNvSpPr>
          <p:nvPr/>
        </p:nvSpPr>
        <p:spPr bwMode="auto">
          <a:xfrm>
            <a:off x="5588000" y="1295400"/>
            <a:ext cx="5080000" cy="4357688"/>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hlink"/>
              </a:buClr>
              <a:buFont typeface="Wingdings" pitchFamily="2" charset="2"/>
              <a:buChar char="v"/>
              <a:defRPr sz="3200">
                <a:solidFill>
                  <a:schemeClr val="tx1"/>
                </a:solidFill>
                <a:latin typeface="Tahoma" pitchFamily="34" charset="0"/>
              </a:defRPr>
            </a:lvl1pPr>
            <a:lvl2pPr marL="742950" indent="-285750" eaLnBrk="0" hangingPunct="0">
              <a:spcBef>
                <a:spcPct val="20000"/>
              </a:spcBef>
              <a:buClr>
                <a:schemeClr val="accent1"/>
              </a:buClr>
              <a:buFont typeface="Wingdings" pitchFamily="2" charset="2"/>
              <a:buChar char="§"/>
              <a:defRPr sz="2800">
                <a:solidFill>
                  <a:schemeClr val="tx1"/>
                </a:solidFill>
                <a:latin typeface="Arial" pitchFamily="34" charset="0"/>
              </a:defRPr>
            </a:lvl2pPr>
            <a:lvl3pPr marL="1143000" indent="-228600" eaLnBrk="0" hangingPunct="0">
              <a:spcBef>
                <a:spcPct val="20000"/>
              </a:spcBef>
              <a:buClr>
                <a:schemeClr val="tx1"/>
              </a:buClr>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66"/>
                </a:solidFill>
                <a:effectLst/>
                <a:uLnTx/>
                <a:uFillTx/>
                <a:latin typeface="Times New Roman" pitchFamily="18" charset="0"/>
                <a:ea typeface="宋体" pitchFamily="2" charset="-122"/>
                <a:cs typeface="Times New Roman" pitchFamily="18" charset="0"/>
              </a:rPr>
              <a:t> </a:t>
            </a:r>
            <a:endParaRPr kumimoji="1" lang="zh-CN" altLang="zh-CN" sz="2800" b="1" i="0" u="none" strike="noStrike" kern="1200" cap="none" spc="0" normalizeH="0" baseline="0" noProof="0" dirty="0">
              <a:ln>
                <a:noFill/>
              </a:ln>
              <a:solidFill>
                <a:srgbClr val="000066"/>
              </a:solidFill>
              <a:effectLst/>
              <a:uLnTx/>
              <a:uFillTx/>
              <a:latin typeface="Times New Roman" pitchFamily="18" charset="0"/>
              <a:ea typeface="宋体" pitchFamily="2" charset="-122"/>
              <a:cs typeface="Times New Roman" pitchFamily="18" charset="0"/>
            </a:endParaRPr>
          </a:p>
          <a:p>
            <a:pPr lvl="0" fontAlgn="base">
              <a:lnSpc>
                <a:spcPct val="90000"/>
              </a:lnSpc>
              <a:spcBef>
                <a:spcPct val="0"/>
              </a:spcBef>
              <a:spcAft>
                <a:spcPct val="0"/>
              </a:spcAft>
              <a:buClrTx/>
              <a:buNone/>
            </a:pPr>
            <a:r>
              <a:rPr kumimoji="1" lang="en-US" altLang="zh-CN" sz="2800" b="1" i="0" u="none" strike="noStrike" kern="1200" cap="none" spc="0" normalizeH="0" baseline="0" noProof="0" dirty="0">
                <a:ln>
                  <a:noFill/>
                </a:ln>
                <a:solidFill>
                  <a:srgbClr val="000066"/>
                </a:solidFill>
                <a:effectLst/>
                <a:uLnTx/>
                <a:uFillTx/>
                <a:latin typeface="Times New Roman" pitchFamily="18" charset="0"/>
                <a:ea typeface="宋体" pitchFamily="2" charset="-122"/>
                <a:cs typeface="Times New Roman" pitchFamily="18" charset="0"/>
              </a:rPr>
              <a:t>int main(void)</a:t>
            </a:r>
            <a:r>
              <a:rPr kumimoji="1" lang="en-US" altLang="zh-CN" sz="2800" b="1" dirty="0">
                <a:solidFill>
                  <a:srgbClr val="000066"/>
                </a:solidFill>
                <a:latin typeface="Times New Roman" pitchFamily="18" charset="0"/>
                <a:ea typeface="宋体" pitchFamily="2" charset="-122"/>
                <a:cs typeface="Times New Roman" pitchFamily="18" charset="0"/>
              </a:rPr>
              <a:t> {</a:t>
            </a:r>
            <a:endParaRPr kumimoji="1" lang="en-US" altLang="zh-CN" sz="2800" b="1" i="0" u="none" strike="noStrike" kern="1200" cap="none" spc="0" normalizeH="0" baseline="0" noProof="0" dirty="0">
              <a:ln>
                <a:noFill/>
              </a:ln>
              <a:solidFill>
                <a:srgbClr val="000066"/>
              </a:solidFill>
              <a:effectLst/>
              <a:uLnTx/>
              <a:uFillTx/>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9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000066"/>
                </a:solidFill>
                <a:effectLst/>
                <a:uLnTx/>
                <a:uFillTx/>
                <a:latin typeface="Times New Roman" pitchFamily="18" charset="0"/>
                <a:ea typeface="宋体" pitchFamily="2" charset="-122"/>
                <a:cs typeface="Times New Roman" pitchFamily="18" charset="0"/>
              </a:rPr>
              <a:t>       int s = 0, x;</a:t>
            </a:r>
          </a:p>
          <a:p>
            <a:pPr marL="0" marR="0" lvl="0" indent="0" algn="l" defTabSz="914400" rtl="0" eaLnBrk="0" fontAlgn="base" latinLnBrk="0" hangingPunct="0">
              <a:lnSpc>
                <a:spcPct val="9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000066"/>
                </a:solidFill>
                <a:effectLst/>
                <a:uLnTx/>
                <a:uFillTx/>
                <a:latin typeface="Times New Roman" pitchFamily="18" charset="0"/>
                <a:ea typeface="宋体" pitchFamily="2" charset="-122"/>
                <a:cs typeface="Times New Roman" pitchFamily="18" charset="0"/>
              </a:rPr>
              <a:t>       </a:t>
            </a:r>
            <a:r>
              <a:rPr kumimoji="1" lang="en-US" altLang="zh-CN" sz="2800" b="1" i="0" u="none" strike="noStrike" kern="1200" cap="none" spc="0" normalizeH="0" baseline="0" noProof="0" dirty="0" err="1">
                <a:ln>
                  <a:noFill/>
                </a:ln>
                <a:solidFill>
                  <a:srgbClr val="000066"/>
                </a:solidFill>
                <a:effectLst/>
                <a:uLnTx/>
                <a:uFillTx/>
                <a:latin typeface="Times New Roman" pitchFamily="18" charset="0"/>
                <a:ea typeface="宋体" pitchFamily="2" charset="-122"/>
                <a:cs typeface="Times New Roman" pitchFamily="18" charset="0"/>
              </a:rPr>
              <a:t>scanf</a:t>
            </a:r>
            <a:r>
              <a:rPr kumimoji="1" lang="en-US" altLang="zh-CN" sz="2800" b="1" i="0" u="none" strike="noStrike" kern="1200" cap="none" spc="0" normalizeH="0" baseline="0" noProof="0" dirty="0">
                <a:ln>
                  <a:noFill/>
                </a:ln>
                <a:solidFill>
                  <a:srgbClr val="000066"/>
                </a:solidFill>
                <a:effectLst/>
                <a:uLnTx/>
                <a:uFillTx/>
                <a:latin typeface="Times New Roman" pitchFamily="18" charset="0"/>
                <a:ea typeface="宋体" pitchFamily="2" charset="-122"/>
                <a:cs typeface="Times New Roman" pitchFamily="18" charset="0"/>
              </a:rPr>
              <a:t>(" % d", &amp;x);</a:t>
            </a:r>
          </a:p>
          <a:p>
            <a:pPr marL="0" marR="0" lvl="0" indent="0" algn="l" defTabSz="914400" rtl="0" eaLnBrk="0" fontAlgn="base" latinLnBrk="0" hangingPunct="0">
              <a:lnSpc>
                <a:spcPct val="9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000066"/>
                </a:solidFill>
                <a:effectLst/>
                <a:uLnTx/>
                <a:uFillTx/>
                <a:latin typeface="Times New Roman" pitchFamily="18" charset="0"/>
                <a:ea typeface="宋体" pitchFamily="2" charset="-122"/>
                <a:cs typeface="Times New Roman" pitchFamily="18" charset="0"/>
              </a:rPr>
              <a:t>       </a:t>
            </a:r>
            <a:r>
              <a:rPr kumimoji="1" lang="en-US" altLang="zh-CN" sz="28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Times New Roman" pitchFamily="18" charset="0"/>
              </a:rPr>
              <a:t>while (x &lt;= 10) {</a:t>
            </a:r>
          </a:p>
          <a:p>
            <a:pPr marL="0" marR="0" lvl="0" indent="0" algn="l" defTabSz="914400" rtl="0" eaLnBrk="0" fontAlgn="base" latinLnBrk="0" hangingPunct="0">
              <a:lnSpc>
                <a:spcPct val="9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Times New Roman" pitchFamily="18" charset="0"/>
              </a:rPr>
              <a:t>              s = s + x;</a:t>
            </a:r>
          </a:p>
          <a:p>
            <a:pPr marL="0" marR="0" lvl="0" indent="0" algn="l" defTabSz="914400" rtl="0" eaLnBrk="0" fontAlgn="base" latinLnBrk="0" hangingPunct="0">
              <a:lnSpc>
                <a:spcPct val="9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Times New Roman" pitchFamily="18" charset="0"/>
              </a:rPr>
              <a:t>              x++;</a:t>
            </a:r>
          </a:p>
          <a:p>
            <a:pPr marL="0" marR="0" lvl="0" indent="0" algn="l" defTabSz="914400" rtl="0" eaLnBrk="0" fontAlgn="base" latinLnBrk="0" hangingPunct="0">
              <a:lnSpc>
                <a:spcPct val="9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Times New Roman" pitchFamily="18" charset="0"/>
              </a:rPr>
              <a:t>      }</a:t>
            </a:r>
          </a:p>
          <a:p>
            <a:pPr marL="0" marR="0" lvl="0" indent="0" algn="l" defTabSz="914400" rtl="0" eaLnBrk="0" fontAlgn="base" latinLnBrk="0" hangingPunct="0">
              <a:lnSpc>
                <a:spcPct val="9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000066"/>
                </a:solidFill>
                <a:effectLst/>
                <a:uLnTx/>
                <a:uFillTx/>
                <a:latin typeface="Times New Roman" pitchFamily="18" charset="0"/>
                <a:ea typeface="宋体" pitchFamily="2" charset="-122"/>
                <a:cs typeface="Times New Roman" pitchFamily="18" charset="0"/>
              </a:rPr>
              <a:t>      </a:t>
            </a:r>
            <a:r>
              <a:rPr kumimoji="1" lang="en-US" altLang="zh-CN" sz="2800" b="1" i="0" u="none" strike="noStrike" kern="1200" cap="none" spc="0" normalizeH="0" baseline="0" noProof="0" dirty="0" err="1">
                <a:ln>
                  <a:noFill/>
                </a:ln>
                <a:solidFill>
                  <a:srgbClr val="000066"/>
                </a:solidFill>
                <a:effectLst/>
                <a:uLnTx/>
                <a:uFillTx/>
                <a:latin typeface="Times New Roman" pitchFamily="18" charset="0"/>
                <a:ea typeface="宋体" pitchFamily="2" charset="-122"/>
                <a:cs typeface="Times New Roman" pitchFamily="18" charset="0"/>
              </a:rPr>
              <a:t>printf</a:t>
            </a:r>
            <a:r>
              <a:rPr kumimoji="1" lang="en-US" altLang="zh-CN" sz="2800" b="1" i="0" u="none" strike="noStrike" kern="1200" cap="none" spc="0" normalizeH="0" baseline="0" noProof="0" dirty="0">
                <a:ln>
                  <a:noFill/>
                </a:ln>
                <a:solidFill>
                  <a:srgbClr val="000066"/>
                </a:solidFill>
                <a:effectLst/>
                <a:uLnTx/>
                <a:uFillTx/>
                <a:latin typeface="Times New Roman" pitchFamily="18" charset="0"/>
                <a:ea typeface="宋体" pitchFamily="2" charset="-122"/>
                <a:cs typeface="Times New Roman" pitchFamily="18" charset="0"/>
              </a:rPr>
              <a:t>("s =  % d\n", s);</a:t>
            </a:r>
          </a:p>
          <a:p>
            <a:pPr marL="0" marR="0" lvl="0" indent="0" algn="l" defTabSz="914400" rtl="0" eaLnBrk="0" fontAlgn="base" latinLnBrk="0" hangingPunct="0">
              <a:lnSpc>
                <a:spcPct val="9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000066"/>
                </a:solidFill>
                <a:effectLst/>
                <a:uLnTx/>
                <a:uFillTx/>
                <a:latin typeface="Times New Roman" pitchFamily="18" charset="0"/>
                <a:ea typeface="宋体" pitchFamily="2" charset="-122"/>
                <a:cs typeface="Times New Roman" pitchFamily="18" charset="0"/>
              </a:rPr>
              <a:t>      return 0; </a:t>
            </a:r>
          </a:p>
          <a:p>
            <a:pPr marL="0" marR="0" lvl="0" indent="0" algn="l" defTabSz="914400" rtl="0" eaLnBrk="0" fontAlgn="base" latinLnBrk="0" hangingPunct="0">
              <a:lnSpc>
                <a:spcPct val="9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000066"/>
                </a:solidFill>
                <a:effectLst/>
                <a:uLnTx/>
                <a:uFillTx/>
                <a:latin typeface="Times New Roman" pitchFamily="18" charset="0"/>
                <a:ea typeface="宋体" pitchFamily="2" charset="-122"/>
                <a:cs typeface="Times New Roman" pitchFamily="18" charset="0"/>
              </a:rPr>
              <a:t>}</a:t>
            </a:r>
            <a:endParaRPr kumimoji="1" lang="zh-CN" altLang="en-US" sz="2800" b="1" i="0" u="none" strike="noStrike" kern="1200" cap="none" spc="0" normalizeH="0" baseline="0" noProof="0" dirty="0">
              <a:ln>
                <a:noFill/>
              </a:ln>
              <a:solidFill>
                <a:srgbClr val="000066"/>
              </a:solidFill>
              <a:effectLst/>
              <a:uLnTx/>
              <a:uFillTx/>
              <a:latin typeface="Times New Roman" pitchFamily="18" charset="0"/>
              <a:ea typeface="宋体" pitchFamily="2" charset="-122"/>
              <a:cs typeface="Times New Roman" pitchFamily="18" charset="0"/>
            </a:endParaRPr>
          </a:p>
        </p:txBody>
      </p:sp>
      <p:sp>
        <p:nvSpPr>
          <p:cNvPr id="126981" name="Rectangle 5"/>
          <p:cNvSpPr>
            <a:spLocks noChangeArrowheads="1"/>
          </p:cNvSpPr>
          <p:nvPr/>
        </p:nvSpPr>
        <p:spPr bwMode="auto">
          <a:xfrm>
            <a:off x="203203" y="1447801"/>
            <a:ext cx="4442242" cy="3884140"/>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hlink"/>
              </a:buClr>
              <a:buFont typeface="Wingdings" pitchFamily="2" charset="2"/>
              <a:buChar char="v"/>
              <a:defRPr sz="3200">
                <a:solidFill>
                  <a:schemeClr val="tx1"/>
                </a:solidFill>
                <a:latin typeface="Tahoma" pitchFamily="34" charset="0"/>
              </a:defRPr>
            </a:lvl1pPr>
            <a:lvl2pPr marL="742950" indent="-285750" eaLnBrk="0" hangingPunct="0">
              <a:spcBef>
                <a:spcPct val="20000"/>
              </a:spcBef>
              <a:buClr>
                <a:schemeClr val="accent1"/>
              </a:buClr>
              <a:buFont typeface="Wingdings" pitchFamily="2" charset="2"/>
              <a:buChar char="§"/>
              <a:defRPr sz="2800">
                <a:solidFill>
                  <a:schemeClr val="tx1"/>
                </a:solidFill>
                <a:latin typeface="Arial" pitchFamily="34" charset="0"/>
              </a:defRPr>
            </a:lvl2pPr>
            <a:lvl3pPr marL="1143000" indent="-228600" eaLnBrk="0" hangingPunct="0">
              <a:spcBef>
                <a:spcPct val="20000"/>
              </a:spcBef>
              <a:buClr>
                <a:schemeClr val="tx1"/>
              </a:buClr>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marL="0" marR="0" lvl="0" indent="0" algn="l" defTabSz="914400" rtl="0" eaLnBrk="0" fontAlgn="base" latinLnBrk="0" hangingPunct="0">
              <a:lnSpc>
                <a:spcPct val="8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FF"/>
                </a:solidFill>
                <a:effectLst/>
                <a:uLnTx/>
                <a:uFillTx/>
                <a:latin typeface="Times New Roman" pitchFamily="18" charset="0"/>
                <a:ea typeface="宋体" pitchFamily="2" charset="-122"/>
                <a:cs typeface="Times New Roman" pitchFamily="18" charset="0"/>
              </a:rPr>
              <a:t> </a:t>
            </a:r>
            <a:endParaRPr kumimoji="1" lang="zh-CN" altLang="zh-CN" sz="2800" b="1" i="0" u="none" strike="noStrike" kern="1200" cap="none" spc="0" normalizeH="0" baseline="0" noProof="0" dirty="0">
              <a:ln>
                <a:noFill/>
              </a:ln>
              <a:solidFill>
                <a:srgbClr val="0000FF"/>
              </a:solidFill>
              <a:effectLst/>
              <a:uLnTx/>
              <a:uFillTx/>
              <a:latin typeface="Times New Roman" pitchFamily="18" charset="0"/>
              <a:ea typeface="宋体" pitchFamily="2" charset="-122"/>
              <a:cs typeface="Times New Roman" pitchFamily="18" charset="0"/>
            </a:endParaRPr>
          </a:p>
          <a:p>
            <a:pPr lvl="0" fontAlgn="base">
              <a:lnSpc>
                <a:spcPct val="80000"/>
              </a:lnSpc>
              <a:spcBef>
                <a:spcPct val="0"/>
              </a:spcBef>
              <a:spcAft>
                <a:spcPct val="0"/>
              </a:spcAft>
              <a:buClrTx/>
              <a:buNone/>
            </a:pPr>
            <a:r>
              <a:rPr kumimoji="1" lang="zh-CN" altLang="zh-CN" sz="2800" b="1" i="0" u="none" strike="noStrike" kern="1200" cap="none" spc="0" normalizeH="0" baseline="0" noProof="0" dirty="0">
                <a:ln>
                  <a:noFill/>
                </a:ln>
                <a:solidFill>
                  <a:srgbClr val="0000FF"/>
                </a:solidFill>
                <a:effectLst/>
                <a:uLnTx/>
                <a:uFillTx/>
                <a:latin typeface="Times New Roman" pitchFamily="18" charset="0"/>
                <a:ea typeface="宋体" pitchFamily="2" charset="-122"/>
                <a:cs typeface="Times New Roman" pitchFamily="18" charset="0"/>
              </a:rPr>
              <a:t> </a:t>
            </a:r>
            <a:r>
              <a:rPr kumimoji="1" lang="en-US" altLang="zh-CN" sz="2800" b="1" i="0" u="none" strike="noStrike" kern="1200" cap="none" spc="0" normalizeH="0" baseline="0" noProof="0" dirty="0">
                <a:ln>
                  <a:noFill/>
                </a:ln>
                <a:solidFill>
                  <a:srgbClr val="0000FF"/>
                </a:solidFill>
                <a:effectLst/>
                <a:uLnTx/>
                <a:uFillTx/>
                <a:latin typeface="Times New Roman" pitchFamily="18" charset="0"/>
                <a:ea typeface="宋体" pitchFamily="2" charset="-122"/>
                <a:cs typeface="Times New Roman" pitchFamily="18" charset="0"/>
              </a:rPr>
              <a:t>int main(void)</a:t>
            </a:r>
            <a:r>
              <a:rPr kumimoji="1" lang="en-US" altLang="zh-CN" sz="2800" b="1" dirty="0">
                <a:solidFill>
                  <a:srgbClr val="0000FF"/>
                </a:solidFill>
                <a:latin typeface="Times New Roman" pitchFamily="18" charset="0"/>
                <a:ea typeface="宋体" pitchFamily="2" charset="-122"/>
                <a:cs typeface="Times New Roman" pitchFamily="18" charset="0"/>
              </a:rPr>
              <a:t> {</a:t>
            </a:r>
            <a:endParaRPr kumimoji="1" lang="en-US" altLang="zh-CN" sz="2800" b="1" i="0" u="none" strike="noStrike" kern="1200" cap="none" spc="0" normalizeH="0" baseline="0" noProof="0" dirty="0">
              <a:ln>
                <a:noFill/>
              </a:ln>
              <a:solidFill>
                <a:srgbClr val="0000FF"/>
              </a:solidFill>
              <a:effectLst/>
              <a:uLnTx/>
              <a:uFillTx/>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8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0000FF"/>
                </a:solidFill>
                <a:effectLst/>
                <a:uLnTx/>
                <a:uFillTx/>
                <a:latin typeface="Times New Roman" pitchFamily="18" charset="0"/>
                <a:ea typeface="宋体" pitchFamily="2" charset="-122"/>
                <a:cs typeface="Times New Roman" pitchFamily="18" charset="0"/>
              </a:rPr>
              <a:t>        int s = 0, x;</a:t>
            </a:r>
          </a:p>
          <a:p>
            <a:pPr marL="0" marR="0" lvl="0" indent="0" algn="l" defTabSz="914400" rtl="0" eaLnBrk="0" fontAlgn="base" latinLnBrk="0" hangingPunct="0">
              <a:lnSpc>
                <a:spcPct val="8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0000FF"/>
                </a:solidFill>
                <a:effectLst/>
                <a:uLnTx/>
                <a:uFillTx/>
                <a:latin typeface="Times New Roman" pitchFamily="18" charset="0"/>
                <a:ea typeface="宋体" pitchFamily="2" charset="-122"/>
                <a:cs typeface="Times New Roman" pitchFamily="18" charset="0"/>
              </a:rPr>
              <a:t>        </a:t>
            </a:r>
            <a:r>
              <a:rPr kumimoji="1" lang="en-US" altLang="zh-CN" sz="2800" b="1" i="0" u="none" strike="noStrike" kern="1200" cap="none" spc="0" normalizeH="0" baseline="0" noProof="0" dirty="0" err="1">
                <a:ln>
                  <a:noFill/>
                </a:ln>
                <a:solidFill>
                  <a:srgbClr val="0000FF"/>
                </a:solidFill>
                <a:effectLst/>
                <a:uLnTx/>
                <a:uFillTx/>
                <a:latin typeface="Times New Roman" pitchFamily="18" charset="0"/>
                <a:ea typeface="宋体" pitchFamily="2" charset="-122"/>
                <a:cs typeface="Times New Roman" pitchFamily="18" charset="0"/>
              </a:rPr>
              <a:t>scanf</a:t>
            </a:r>
            <a:r>
              <a:rPr kumimoji="1" lang="en-US" altLang="zh-CN" sz="2800" b="1" i="0" u="none" strike="noStrike" kern="1200" cap="none" spc="0" normalizeH="0" baseline="0" noProof="0" dirty="0">
                <a:ln>
                  <a:noFill/>
                </a:ln>
                <a:solidFill>
                  <a:srgbClr val="0000FF"/>
                </a:solidFill>
                <a:effectLst/>
                <a:uLnTx/>
                <a:uFillTx/>
                <a:latin typeface="Times New Roman" pitchFamily="18" charset="0"/>
                <a:ea typeface="宋体" pitchFamily="2" charset="-122"/>
                <a:cs typeface="Times New Roman" pitchFamily="18" charset="0"/>
              </a:rPr>
              <a:t>(" % d", &amp;x);</a:t>
            </a:r>
          </a:p>
          <a:p>
            <a:pPr marL="0" marR="0" lvl="0" indent="0" algn="l" defTabSz="914400" rtl="0" eaLnBrk="0" fontAlgn="base" latinLnBrk="0" hangingPunct="0">
              <a:lnSpc>
                <a:spcPct val="8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0000FF"/>
                </a:solidFill>
                <a:effectLst/>
                <a:uLnTx/>
                <a:uFillTx/>
                <a:latin typeface="Times New Roman" pitchFamily="18" charset="0"/>
                <a:ea typeface="宋体" pitchFamily="2" charset="-122"/>
                <a:cs typeface="Times New Roman" pitchFamily="18" charset="0"/>
              </a:rPr>
              <a:t>        </a:t>
            </a:r>
            <a:r>
              <a:rPr kumimoji="1" lang="en-US" altLang="zh-CN" sz="2800" b="1" i="0" u="none" strike="noStrike" kern="1200" cap="none" spc="0" normalizeH="0" baseline="0" noProof="0" dirty="0">
                <a:ln>
                  <a:noFill/>
                </a:ln>
                <a:solidFill>
                  <a:srgbClr val="FF3300"/>
                </a:solidFill>
                <a:effectLst/>
                <a:uLnTx/>
                <a:uFillTx/>
                <a:latin typeface="Times New Roman" pitchFamily="18" charset="0"/>
                <a:ea typeface="宋体" pitchFamily="2" charset="-122"/>
                <a:cs typeface="Times New Roman" pitchFamily="18" charset="0"/>
              </a:rPr>
              <a:t>do{</a:t>
            </a:r>
          </a:p>
          <a:p>
            <a:pPr marL="0" marR="0" lvl="0" indent="0" algn="l" defTabSz="914400" rtl="0" eaLnBrk="0" fontAlgn="base" latinLnBrk="0" hangingPunct="0">
              <a:lnSpc>
                <a:spcPct val="8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FF3300"/>
                </a:solidFill>
                <a:effectLst/>
                <a:uLnTx/>
                <a:uFillTx/>
                <a:latin typeface="Times New Roman" pitchFamily="18" charset="0"/>
                <a:ea typeface="宋体" pitchFamily="2" charset="-122"/>
                <a:cs typeface="Times New Roman" pitchFamily="18" charset="0"/>
              </a:rPr>
              <a:t>               s = s + x;</a:t>
            </a:r>
          </a:p>
          <a:p>
            <a:pPr marL="0" marR="0" lvl="0" indent="0" algn="l" defTabSz="914400" rtl="0" eaLnBrk="0" fontAlgn="base" latinLnBrk="0" hangingPunct="0">
              <a:lnSpc>
                <a:spcPct val="8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FF3300"/>
                </a:solidFill>
                <a:effectLst/>
                <a:uLnTx/>
                <a:uFillTx/>
                <a:latin typeface="Times New Roman" pitchFamily="18" charset="0"/>
                <a:ea typeface="宋体" pitchFamily="2" charset="-122"/>
                <a:cs typeface="Times New Roman" pitchFamily="18" charset="0"/>
              </a:rPr>
              <a:t>               x++;</a:t>
            </a:r>
            <a:r>
              <a:rPr kumimoji="1" lang="en-US" altLang="zh-CN" sz="2800" b="1" i="0" u="none" strike="noStrike" kern="1200" cap="none" spc="0" normalizeH="0" baseline="0" noProof="0" dirty="0">
                <a:ln>
                  <a:noFill/>
                </a:ln>
                <a:solidFill>
                  <a:srgbClr val="0000FF"/>
                </a:solidFill>
                <a:effectLst/>
                <a:uLnTx/>
                <a:uFillTx/>
                <a:latin typeface="Times New Roman" pitchFamily="18" charset="0"/>
                <a:ea typeface="宋体" pitchFamily="2" charset="-122"/>
                <a:cs typeface="Times New Roman" pitchFamily="18" charset="0"/>
              </a:rPr>
              <a:t> </a:t>
            </a:r>
          </a:p>
          <a:p>
            <a:pPr marL="0" marR="0" lvl="0" indent="0" algn="l" defTabSz="914400" rtl="0" eaLnBrk="0" fontAlgn="base" latinLnBrk="0" hangingPunct="0">
              <a:lnSpc>
                <a:spcPct val="8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0000FF"/>
                </a:solidFill>
                <a:effectLst/>
                <a:uLnTx/>
                <a:uFillTx/>
                <a:latin typeface="Times New Roman" pitchFamily="18" charset="0"/>
                <a:ea typeface="宋体" pitchFamily="2" charset="-122"/>
                <a:cs typeface="Times New Roman" pitchFamily="18" charset="0"/>
              </a:rPr>
              <a:t>        </a:t>
            </a:r>
            <a:r>
              <a:rPr kumimoji="1" lang="en-US" altLang="zh-CN" sz="2800" b="1" i="0" u="none" strike="noStrike" kern="1200" cap="none" spc="0" normalizeH="0" baseline="0" noProof="0" dirty="0">
                <a:ln>
                  <a:noFill/>
                </a:ln>
                <a:solidFill>
                  <a:srgbClr val="FF3300"/>
                </a:solidFill>
                <a:effectLst/>
                <a:uLnTx/>
                <a:uFillTx/>
                <a:latin typeface="Times New Roman" pitchFamily="18" charset="0"/>
                <a:ea typeface="宋体" pitchFamily="2" charset="-122"/>
                <a:cs typeface="Times New Roman" pitchFamily="18" charset="0"/>
              </a:rPr>
              <a:t>}while(x &lt;= 10);</a:t>
            </a:r>
          </a:p>
          <a:p>
            <a:pPr marL="0" marR="0" lvl="0" indent="0" algn="l" defTabSz="914400" rtl="0" eaLnBrk="0" fontAlgn="base" latinLnBrk="0" hangingPunct="0">
              <a:lnSpc>
                <a:spcPct val="8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0000FF"/>
                </a:solidFill>
                <a:effectLst/>
                <a:uLnTx/>
                <a:uFillTx/>
                <a:latin typeface="Times New Roman" pitchFamily="18" charset="0"/>
                <a:ea typeface="宋体" pitchFamily="2" charset="-122"/>
                <a:cs typeface="Times New Roman" pitchFamily="18" charset="0"/>
              </a:rPr>
              <a:t>        </a:t>
            </a:r>
            <a:r>
              <a:rPr kumimoji="1" lang="en-US" altLang="zh-CN" sz="2800" b="1" i="0" u="none" strike="noStrike" kern="1200" cap="none" spc="0" normalizeH="0" baseline="0" noProof="0" dirty="0" err="1">
                <a:ln>
                  <a:noFill/>
                </a:ln>
                <a:solidFill>
                  <a:srgbClr val="0000FF"/>
                </a:solidFill>
                <a:effectLst/>
                <a:uLnTx/>
                <a:uFillTx/>
                <a:latin typeface="Times New Roman" pitchFamily="18" charset="0"/>
                <a:ea typeface="宋体" pitchFamily="2" charset="-122"/>
                <a:cs typeface="Times New Roman" pitchFamily="18" charset="0"/>
              </a:rPr>
              <a:t>printf</a:t>
            </a:r>
            <a:r>
              <a:rPr kumimoji="1" lang="en-US" altLang="zh-CN" sz="2800" b="1" i="0" u="none" strike="noStrike" kern="1200" cap="none" spc="0" normalizeH="0" baseline="0" noProof="0" dirty="0">
                <a:ln>
                  <a:noFill/>
                </a:ln>
                <a:solidFill>
                  <a:srgbClr val="0000FF"/>
                </a:solidFill>
                <a:effectLst/>
                <a:uLnTx/>
                <a:uFillTx/>
                <a:latin typeface="Times New Roman" pitchFamily="18" charset="0"/>
                <a:ea typeface="宋体" pitchFamily="2" charset="-122"/>
                <a:cs typeface="Times New Roman" pitchFamily="18" charset="0"/>
              </a:rPr>
              <a:t>("s =  % d\n", s);</a:t>
            </a:r>
          </a:p>
          <a:p>
            <a:pPr marL="0" marR="0" lvl="0" indent="0" algn="l" defTabSz="914400" rtl="0" eaLnBrk="0" fontAlgn="base" latinLnBrk="0" hangingPunct="0">
              <a:lnSpc>
                <a:spcPct val="8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0000FF"/>
                </a:solidFill>
                <a:effectLst/>
                <a:uLnTx/>
                <a:uFillTx/>
                <a:latin typeface="Times New Roman" pitchFamily="18" charset="0"/>
                <a:ea typeface="宋体" pitchFamily="2" charset="-122"/>
                <a:cs typeface="Times New Roman" pitchFamily="18" charset="0"/>
              </a:rPr>
              <a:t>        return 0; </a:t>
            </a:r>
          </a:p>
          <a:p>
            <a:pPr marL="0" marR="0" lvl="0" indent="0" algn="l" defTabSz="914400" rtl="0" eaLnBrk="0" fontAlgn="base" latinLnBrk="0" hangingPunct="0">
              <a:lnSpc>
                <a:spcPct val="8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0000FF"/>
                </a:solidFill>
                <a:effectLst/>
                <a:uLnTx/>
                <a:uFillTx/>
                <a:latin typeface="Times New Roman" pitchFamily="18" charset="0"/>
                <a:ea typeface="宋体" pitchFamily="2" charset="-122"/>
                <a:cs typeface="Times New Roman" pitchFamily="18" charset="0"/>
              </a:rPr>
              <a:t>}</a:t>
            </a:r>
            <a:endParaRPr kumimoji="1" lang="zh-CN" altLang="en-US" sz="2800" b="1" i="0" u="none" strike="noStrike" kern="1200" cap="none" spc="0" normalizeH="0" baseline="0" noProof="0" dirty="0">
              <a:ln>
                <a:noFill/>
              </a:ln>
              <a:solidFill>
                <a:srgbClr val="0000FF"/>
              </a:solidFill>
              <a:effectLst/>
              <a:uLnTx/>
              <a:uFillTx/>
              <a:latin typeface="Times New Roman" pitchFamily="18" charset="0"/>
              <a:ea typeface="宋体" pitchFamily="2" charset="-122"/>
              <a:cs typeface="Times New Roman" pitchFamily="18" charset="0"/>
            </a:endParaRPr>
          </a:p>
        </p:txBody>
      </p:sp>
      <p:sp>
        <p:nvSpPr>
          <p:cNvPr id="126982" name="Rectangle 6"/>
          <p:cNvSpPr>
            <a:spLocks noChangeArrowheads="1"/>
          </p:cNvSpPr>
          <p:nvPr/>
        </p:nvSpPr>
        <p:spPr bwMode="auto">
          <a:xfrm>
            <a:off x="2661684" y="798513"/>
            <a:ext cx="3149600" cy="1035050"/>
          </a:xfrm>
          <a:prstGeom prst="rect">
            <a:avLst/>
          </a:prstGeom>
          <a:solidFill>
            <a:srgbClr val="FFFFCC"/>
          </a:solidFill>
          <a:ln w="9525">
            <a:solidFill>
              <a:srgbClr val="5F5F5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hlink"/>
              </a:buClr>
              <a:buFont typeface="Wingdings" pitchFamily="2" charset="2"/>
              <a:buChar char="v"/>
              <a:defRPr sz="3200">
                <a:solidFill>
                  <a:schemeClr val="tx1"/>
                </a:solidFill>
                <a:latin typeface="Tahoma" pitchFamily="34" charset="0"/>
              </a:defRPr>
            </a:lvl1pPr>
            <a:lvl2pPr marL="742950" indent="-285750" eaLnBrk="0" hangingPunct="0">
              <a:spcBef>
                <a:spcPct val="20000"/>
              </a:spcBef>
              <a:buClr>
                <a:schemeClr val="accent1"/>
              </a:buClr>
              <a:buFont typeface="Wingdings" pitchFamily="2" charset="2"/>
              <a:buChar char="§"/>
              <a:defRPr sz="2800">
                <a:solidFill>
                  <a:schemeClr val="tx1"/>
                </a:solidFill>
                <a:latin typeface="Arial" pitchFamily="34" charset="0"/>
              </a:defRPr>
            </a:lvl2pPr>
            <a:lvl3pPr marL="1143000" indent="-228600" eaLnBrk="0" hangingPunct="0">
              <a:spcBef>
                <a:spcPct val="20000"/>
              </a:spcBef>
              <a:buClr>
                <a:schemeClr val="tx1"/>
              </a:buClr>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marL="0" marR="0" lvl="0" indent="0" algn="l" defTabSz="914400" rtl="0" eaLnBrk="0" fontAlgn="base" latinLnBrk="0" hangingPunct="0">
              <a:lnSpc>
                <a:spcPct val="85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Input：12</a:t>
            </a:r>
          </a:p>
          <a:p>
            <a:pPr marL="0" marR="0" lvl="0" indent="0" algn="l" defTabSz="914400" rtl="0" eaLnBrk="0" fontAlgn="base" latinLnBrk="0" hangingPunct="0">
              <a:lnSpc>
                <a:spcPct val="85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Output:</a:t>
            </a:r>
          </a:p>
          <a:p>
            <a:pPr marL="0" marR="0" lvl="0" indent="0" algn="l" defTabSz="914400" rtl="0" eaLnBrk="0" fontAlgn="base" latinLnBrk="0" hangingPunct="0">
              <a:lnSpc>
                <a:spcPct val="85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s = 12</a:t>
            </a:r>
          </a:p>
        </p:txBody>
      </p:sp>
      <p:sp>
        <p:nvSpPr>
          <p:cNvPr id="126983" name="AutoShape 7"/>
          <p:cNvSpPr>
            <a:spLocks noChangeArrowheads="1"/>
          </p:cNvSpPr>
          <p:nvPr/>
        </p:nvSpPr>
        <p:spPr bwMode="auto">
          <a:xfrm>
            <a:off x="914400" y="5084763"/>
            <a:ext cx="4876800" cy="1371600"/>
          </a:xfrm>
          <a:prstGeom prst="cloudCallout">
            <a:avLst>
              <a:gd name="adj1" fmla="val -42403"/>
              <a:gd name="adj2" fmla="val -114338"/>
            </a:avLst>
          </a:prstGeom>
          <a:gradFill rotWithShape="1">
            <a:gsLst>
              <a:gs pos="0">
                <a:schemeClr val="accent2"/>
              </a:gs>
              <a:gs pos="100000">
                <a:srgbClr val="FFFFFF"/>
              </a:gs>
            </a:gsLst>
            <a:lin ang="5400000" scaled="1"/>
          </a:gradFill>
          <a:ln w="9525">
            <a:solidFill>
              <a:srgbClr val="99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Font typeface="Wingdings" pitchFamily="2" charset="2"/>
              <a:buChar char="v"/>
              <a:defRPr sz="3200">
                <a:solidFill>
                  <a:schemeClr val="tx1"/>
                </a:solidFill>
                <a:latin typeface="Tahoma" pitchFamily="34" charset="0"/>
              </a:defRPr>
            </a:lvl1pPr>
            <a:lvl2pPr marL="742950" indent="-285750" eaLnBrk="0" hangingPunct="0">
              <a:spcBef>
                <a:spcPct val="20000"/>
              </a:spcBef>
              <a:buClr>
                <a:schemeClr val="accent1"/>
              </a:buClr>
              <a:buFont typeface="Wingdings" pitchFamily="2" charset="2"/>
              <a:buChar char="§"/>
              <a:defRPr sz="2800">
                <a:solidFill>
                  <a:schemeClr val="tx1"/>
                </a:solidFill>
                <a:latin typeface="Arial" pitchFamily="34" charset="0"/>
              </a:defRPr>
            </a:lvl2pPr>
            <a:lvl3pPr marL="1143000" indent="-228600" eaLnBrk="0" hangingPunct="0">
              <a:spcBef>
                <a:spcPct val="20000"/>
              </a:spcBef>
              <a:buClr>
                <a:schemeClr val="tx1"/>
              </a:buClr>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marL="0" marR="0" lvl="0" indent="0" algn="ctr" defTabSz="914400" rtl="0" eaLnBrk="1" fontAlgn="base" latinLnBrk="0" hangingPunct="1">
              <a:lnSpc>
                <a:spcPct val="90000"/>
              </a:lnSpc>
              <a:spcBef>
                <a:spcPct val="0"/>
              </a:spcBef>
              <a:spcAft>
                <a:spcPct val="0"/>
              </a:spcAft>
              <a:buClr>
                <a:srgbClr val="CC99FF"/>
              </a:buClr>
              <a:buSzTx/>
              <a:buFont typeface="Monotype Sorts"/>
              <a:buNone/>
              <a:tabLst/>
              <a:defRPr/>
            </a:pPr>
            <a:r>
              <a:rPr kumimoji="1" lang="en-US" altLang="zh-CN" sz="2000" b="1" i="0" u="none" strike="noStrike" kern="1200" cap="none" spc="0" normalizeH="0" baseline="0" noProof="0">
                <a:ln>
                  <a:noFill/>
                </a:ln>
                <a:solidFill>
                  <a:srgbClr val="000066"/>
                </a:solidFill>
                <a:effectLst/>
                <a:uLnTx/>
                <a:uFillTx/>
                <a:latin typeface="Arial" pitchFamily="34" charset="0"/>
                <a:ea typeface="宋体" pitchFamily="2" charset="-122"/>
                <a:cs typeface="Times New Roman" pitchFamily="18" charset="0"/>
              </a:rPr>
              <a:t>        </a:t>
            </a:r>
            <a:r>
              <a:rPr kumimoji="1" lang="zh-CN" altLang="en-US" sz="2000" b="1" i="0" u="none" strike="noStrike" kern="1200" cap="none" spc="0" normalizeH="0" baseline="0" noProof="0">
                <a:ln>
                  <a:noFill/>
                </a:ln>
                <a:solidFill>
                  <a:srgbClr val="000066"/>
                </a:solidFill>
                <a:effectLst/>
                <a:uLnTx/>
                <a:uFillTx/>
                <a:latin typeface="Arial" pitchFamily="34" charset="0"/>
                <a:ea typeface="宋体" pitchFamily="2" charset="-122"/>
                <a:cs typeface="Times New Roman" pitchFamily="18" charset="0"/>
              </a:rPr>
              <a:t>循环体至少执行一次</a:t>
            </a:r>
            <a:endParaRPr kumimoji="1" lang="en-US" altLang="zh-CN" sz="2000" b="1" i="0" u="none" strike="noStrike" kern="1200" cap="none" spc="0" normalizeH="0" baseline="0" noProof="0">
              <a:ln>
                <a:noFill/>
              </a:ln>
              <a:solidFill>
                <a:srgbClr val="000066"/>
              </a:solidFill>
              <a:effectLst/>
              <a:uLnTx/>
              <a:uFillTx/>
              <a:latin typeface="Arial" pitchFamily="34" charset="0"/>
              <a:ea typeface="宋体" pitchFamily="2" charset="-122"/>
              <a:cs typeface="Times New Roman" pitchFamily="18" charset="0"/>
            </a:endParaRPr>
          </a:p>
        </p:txBody>
      </p:sp>
      <p:sp>
        <p:nvSpPr>
          <p:cNvPr id="126984" name="AutoShape 8"/>
          <p:cNvSpPr>
            <a:spLocks noChangeArrowheads="1"/>
          </p:cNvSpPr>
          <p:nvPr/>
        </p:nvSpPr>
        <p:spPr bwMode="auto">
          <a:xfrm>
            <a:off x="7488767" y="4941888"/>
            <a:ext cx="4368800" cy="1295400"/>
          </a:xfrm>
          <a:prstGeom prst="cloudCallout">
            <a:avLst>
              <a:gd name="adj1" fmla="val -36579"/>
              <a:gd name="adj2" fmla="val -121815"/>
            </a:avLst>
          </a:prstGeom>
          <a:gradFill rotWithShape="1">
            <a:gsLst>
              <a:gs pos="0">
                <a:schemeClr val="folHlink"/>
              </a:gs>
              <a:gs pos="100000">
                <a:srgbClr val="FFFFFF"/>
              </a:gs>
            </a:gsLst>
            <a:lin ang="5400000" scaled="1"/>
          </a:gradFill>
          <a:ln w="9525">
            <a:solidFill>
              <a:srgbClr val="99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Font typeface="Wingdings" pitchFamily="2" charset="2"/>
              <a:buChar char="v"/>
              <a:defRPr sz="3200">
                <a:solidFill>
                  <a:schemeClr val="tx1"/>
                </a:solidFill>
                <a:latin typeface="Tahoma" pitchFamily="34" charset="0"/>
              </a:defRPr>
            </a:lvl1pPr>
            <a:lvl2pPr marL="742950" indent="-285750" eaLnBrk="0" hangingPunct="0">
              <a:spcBef>
                <a:spcPct val="20000"/>
              </a:spcBef>
              <a:buClr>
                <a:schemeClr val="accent1"/>
              </a:buClr>
              <a:buFont typeface="Wingdings" pitchFamily="2" charset="2"/>
              <a:buChar char="§"/>
              <a:defRPr sz="2800">
                <a:solidFill>
                  <a:schemeClr val="tx1"/>
                </a:solidFill>
                <a:latin typeface="Arial" pitchFamily="34" charset="0"/>
              </a:defRPr>
            </a:lvl2pPr>
            <a:lvl3pPr marL="1143000" indent="-228600" eaLnBrk="0" hangingPunct="0">
              <a:spcBef>
                <a:spcPct val="20000"/>
              </a:spcBef>
              <a:buClr>
                <a:schemeClr val="tx1"/>
              </a:buClr>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marL="0" marR="0" lvl="0" indent="0" algn="ctr" defTabSz="914400" rtl="0" eaLnBrk="1" fontAlgn="base" latinLnBrk="0" hangingPunct="1">
              <a:lnSpc>
                <a:spcPct val="85000"/>
              </a:lnSpc>
              <a:spcBef>
                <a:spcPct val="0"/>
              </a:spcBef>
              <a:spcAft>
                <a:spcPct val="0"/>
              </a:spcAft>
              <a:buClr>
                <a:srgbClr val="CC99FF"/>
              </a:buClr>
              <a:buSzTx/>
              <a:buFont typeface="Monotype Sorts"/>
              <a:buNone/>
              <a:tabLst/>
              <a:defRPr/>
            </a:pPr>
            <a:r>
              <a:rPr kumimoji="1" lang="en-US" altLang="zh-CN" sz="2000" b="1" i="0" u="none" strike="noStrike" kern="1200" cap="none" spc="0" normalizeH="0" baseline="0" noProof="0" dirty="0">
                <a:ln>
                  <a:noFill/>
                </a:ln>
                <a:solidFill>
                  <a:srgbClr val="000066"/>
                </a:solidFill>
                <a:effectLst/>
                <a:uLnTx/>
                <a:uFillTx/>
                <a:latin typeface="Arial" pitchFamily="34" charset="0"/>
                <a:ea typeface="宋体" pitchFamily="2" charset="-122"/>
                <a:cs typeface="Times New Roman" pitchFamily="18" charset="0"/>
              </a:rPr>
              <a:t>  </a:t>
            </a:r>
            <a:r>
              <a:rPr kumimoji="1" lang="zh-CN" altLang="en-US" sz="2000" b="1" i="0" u="none" strike="noStrike" kern="1200" cap="none" spc="0" normalizeH="0" baseline="0" noProof="0" dirty="0">
                <a:ln>
                  <a:noFill/>
                </a:ln>
                <a:solidFill>
                  <a:srgbClr val="000066"/>
                </a:solidFill>
                <a:effectLst/>
                <a:uLnTx/>
                <a:uFillTx/>
                <a:latin typeface="Arial" pitchFamily="34" charset="0"/>
                <a:ea typeface="宋体" pitchFamily="2" charset="-122"/>
                <a:cs typeface="Times New Roman" pitchFamily="18" charset="0"/>
              </a:rPr>
              <a:t>判断条件不满足</a:t>
            </a:r>
            <a:r>
              <a:rPr kumimoji="1" lang="en-US" altLang="zh-CN" sz="2000" b="1" i="0" u="none" strike="noStrike" kern="1200" cap="none" spc="0" normalizeH="0" baseline="0" noProof="0" dirty="0">
                <a:ln>
                  <a:noFill/>
                </a:ln>
                <a:solidFill>
                  <a:srgbClr val="000066"/>
                </a:solidFill>
                <a:effectLst/>
                <a:uLnTx/>
                <a:uFillTx/>
                <a:latin typeface="Arial" pitchFamily="34" charset="0"/>
                <a:ea typeface="宋体" pitchFamily="2" charset="-122"/>
                <a:cs typeface="Times New Roman" pitchFamily="18" charset="0"/>
              </a:rPr>
              <a:t>, </a:t>
            </a:r>
            <a:r>
              <a:rPr kumimoji="1" lang="zh-CN" altLang="en-US" sz="2000" b="1" i="0" u="none" strike="noStrike" kern="1200" cap="none" spc="0" normalizeH="0" baseline="0" noProof="0" dirty="0">
                <a:ln>
                  <a:noFill/>
                </a:ln>
                <a:solidFill>
                  <a:srgbClr val="000066"/>
                </a:solidFill>
                <a:effectLst/>
                <a:uLnTx/>
                <a:uFillTx/>
                <a:latin typeface="Arial" pitchFamily="34" charset="0"/>
                <a:ea typeface="宋体" pitchFamily="2" charset="-122"/>
                <a:cs typeface="Times New Roman" pitchFamily="18" charset="0"/>
              </a:rPr>
              <a:t>循环体未执行</a:t>
            </a:r>
            <a:endParaRPr kumimoji="1" lang="en-US" altLang="zh-CN" sz="2000" b="1" i="0" u="none" strike="noStrike" kern="1200" cap="none" spc="0" normalizeH="0" baseline="0" noProof="0" dirty="0">
              <a:ln>
                <a:noFill/>
              </a:ln>
              <a:solidFill>
                <a:srgbClr val="000066"/>
              </a:solidFill>
              <a:effectLst/>
              <a:uLnTx/>
              <a:uFillTx/>
              <a:latin typeface="Arial" pitchFamily="34" charset="0"/>
              <a:ea typeface="宋体" pitchFamily="2" charset="-122"/>
              <a:cs typeface="Times New Roman" pitchFamily="18" charset="0"/>
            </a:endParaRPr>
          </a:p>
        </p:txBody>
      </p:sp>
      <p:sp>
        <p:nvSpPr>
          <p:cNvPr id="126985" name="Rectangle 9"/>
          <p:cNvSpPr>
            <a:spLocks noChangeArrowheads="1"/>
          </p:cNvSpPr>
          <p:nvPr/>
        </p:nvSpPr>
        <p:spPr bwMode="auto">
          <a:xfrm>
            <a:off x="8596422" y="914400"/>
            <a:ext cx="3014133" cy="1035050"/>
          </a:xfrm>
          <a:prstGeom prst="rect">
            <a:avLst/>
          </a:prstGeom>
          <a:solidFill>
            <a:srgbClr val="FFFFCC"/>
          </a:solidFill>
          <a:ln w="9525">
            <a:solidFill>
              <a:srgbClr val="5F5F5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hlink"/>
              </a:buClr>
              <a:buFont typeface="Wingdings" pitchFamily="2" charset="2"/>
              <a:buChar char="v"/>
              <a:defRPr sz="3200">
                <a:solidFill>
                  <a:schemeClr val="tx1"/>
                </a:solidFill>
                <a:latin typeface="Tahoma" pitchFamily="34" charset="0"/>
              </a:defRPr>
            </a:lvl1pPr>
            <a:lvl2pPr marL="742950" indent="-285750" eaLnBrk="0" hangingPunct="0">
              <a:spcBef>
                <a:spcPct val="20000"/>
              </a:spcBef>
              <a:buClr>
                <a:schemeClr val="accent1"/>
              </a:buClr>
              <a:buFont typeface="Wingdings" pitchFamily="2" charset="2"/>
              <a:buChar char="§"/>
              <a:defRPr sz="2800">
                <a:solidFill>
                  <a:schemeClr val="tx1"/>
                </a:solidFill>
                <a:latin typeface="Arial" pitchFamily="34" charset="0"/>
              </a:defRPr>
            </a:lvl2pPr>
            <a:lvl3pPr marL="1143000" indent="-228600" eaLnBrk="0" hangingPunct="0">
              <a:spcBef>
                <a:spcPct val="20000"/>
              </a:spcBef>
              <a:buClr>
                <a:schemeClr val="tx1"/>
              </a:buClr>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marL="0" marR="0" lvl="0" indent="0" algn="l" defTabSz="914400" rtl="0" eaLnBrk="0" fontAlgn="base" latinLnBrk="0" hangingPunct="0">
              <a:lnSpc>
                <a:spcPct val="85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input：12</a:t>
            </a:r>
          </a:p>
          <a:p>
            <a:pPr marL="0" marR="0" lvl="0" indent="0" algn="l" defTabSz="914400" rtl="0" eaLnBrk="0" fontAlgn="base" latinLnBrk="0" hangingPunct="0">
              <a:lnSpc>
                <a:spcPct val="85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output：</a:t>
            </a:r>
          </a:p>
          <a:p>
            <a:pPr marL="0" marR="0" lvl="0" indent="0" algn="l" defTabSz="914400" rtl="0" eaLnBrk="0" fontAlgn="base" latinLnBrk="0" hangingPunct="0">
              <a:lnSpc>
                <a:spcPct val="85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s = 0</a:t>
            </a:r>
          </a:p>
        </p:txBody>
      </p:sp>
      <p:sp>
        <p:nvSpPr>
          <p:cNvPr id="9" name="Rectangle 2"/>
          <p:cNvSpPr txBox="1">
            <a:spLocks noChangeArrowheads="1"/>
          </p:cNvSpPr>
          <p:nvPr/>
        </p:nvSpPr>
        <p:spPr>
          <a:xfrm>
            <a:off x="812800" y="304800"/>
            <a:ext cx="10363200" cy="609600"/>
          </a:xfrm>
          <a:prstGeom prst="rect">
            <a:avLst/>
          </a:prstGeom>
        </p:spPr>
        <p:txBody>
          <a:bodyPr vert="horz" wrap="square" lIns="90170" tIns="46990" rIns="90170" bIns="46990" rtlCol="0" anchor="ctr" anchorCtr="0">
            <a:noAutofit/>
          </a:bodyPr>
          <a:lstStyle>
            <a:lvl1pPr marL="0" marR="0" algn="l" defTabSz="914400" rtl="0" eaLnBrk="1" fontAlgn="auto" latinLnBrk="0" hangingPunct="1">
              <a:lnSpc>
                <a:spcPct val="100000"/>
              </a:lnSpc>
              <a:spcBef>
                <a:spcPct val="0"/>
              </a:spcBef>
              <a:buNone/>
              <a:defRPr kumimoji="0" lang="zh-CN" altLang="en-US" sz="36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3600" b="1" i="0" u="none" strike="noStrike" kern="1200" cap="none" spc="200" normalizeH="0" baseline="0" noProof="1">
                <a:ln>
                  <a:noFill/>
                </a:ln>
                <a:solidFill>
                  <a:srgbClr val="000000"/>
                </a:solidFill>
                <a:effectLst/>
                <a:uLnTx/>
                <a:uFillTx/>
                <a:latin typeface="Arial" panose="020B0604020202020204" pitchFamily="34" charset="0"/>
                <a:ea typeface="微软雅黑" panose="020B0503020204020204" charset="-122"/>
                <a:cs typeface="+mj-cs"/>
                <a:sym typeface="+mn-ea"/>
              </a:rPr>
              <a:t>3.3.2 do - while </a:t>
            </a:r>
            <a:r>
              <a:rPr kumimoji="0" lang="zh-CN" altLang="en-US" sz="3600" b="1" i="0" u="none" strike="noStrike" kern="1200" cap="none" spc="200" normalizeH="0" baseline="0" noProof="1">
                <a:ln>
                  <a:noFill/>
                </a:ln>
                <a:solidFill>
                  <a:srgbClr val="000000"/>
                </a:solidFill>
                <a:effectLst/>
                <a:uLnTx/>
                <a:uFillTx/>
                <a:latin typeface="Arial" panose="020B0604020202020204" pitchFamily="34" charset="0"/>
                <a:ea typeface="微软雅黑" panose="020B0503020204020204" charset="-122"/>
                <a:cs typeface="+mj-cs"/>
                <a:sym typeface="+mn-ea"/>
              </a:rPr>
              <a:t>语句</a:t>
            </a:r>
          </a:p>
        </p:txBody>
      </p:sp>
    </p:spTree>
    <p:extLst>
      <p:ext uri="{BB962C8B-B14F-4D97-AF65-F5344CB8AC3E}">
        <p14:creationId xmlns:p14="http://schemas.microsoft.com/office/powerpoint/2010/main" val="29044397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26981"/>
                                        </p:tgtEl>
                                        <p:attrNameLst>
                                          <p:attrName>style.visibility</p:attrName>
                                        </p:attrNameLst>
                                      </p:cBhvr>
                                      <p:to>
                                        <p:strVal val="visible"/>
                                      </p:to>
                                    </p:set>
                                    <p:animEffect transition="in" filter="wipe(up)">
                                      <p:cBhvr>
                                        <p:cTn id="7" dur="500"/>
                                        <p:tgtEl>
                                          <p:spTgt spid="12698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126982">
                                            <p:txEl>
                                              <p:pRg st="2" end="2"/>
                                            </p:txEl>
                                          </p:spTgt>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0"/>
                                          </p:stCondLst>
                                        </p:cTn>
                                        <p:tgtEl>
                                          <p:spTgt spid="126985">
                                            <p:txEl>
                                              <p:pRg st="2" end="2"/>
                                            </p:txEl>
                                          </p:spTgt>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7" presetClass="entr" presetSubtype="2" fill="hold" grpId="0" nodeType="clickEffect">
                                  <p:stCondLst>
                                    <p:cond delay="0"/>
                                  </p:stCondLst>
                                  <p:childTnLst>
                                    <p:set>
                                      <p:cBhvr>
                                        <p:cTn id="19" dur="1" fill="hold">
                                          <p:stCondLst>
                                            <p:cond delay="0"/>
                                          </p:stCondLst>
                                        </p:cTn>
                                        <p:tgtEl>
                                          <p:spTgt spid="126983"/>
                                        </p:tgtEl>
                                        <p:attrNameLst>
                                          <p:attrName>style.visibility</p:attrName>
                                        </p:attrNameLst>
                                      </p:cBhvr>
                                      <p:to>
                                        <p:strVal val="visible"/>
                                      </p:to>
                                    </p:set>
                                    <p:anim calcmode="lin" valueType="num">
                                      <p:cBhvr>
                                        <p:cTn id="20" dur="500" fill="hold"/>
                                        <p:tgtEl>
                                          <p:spTgt spid="126983"/>
                                        </p:tgtEl>
                                        <p:attrNameLst>
                                          <p:attrName>ppt_x</p:attrName>
                                        </p:attrNameLst>
                                      </p:cBhvr>
                                      <p:tavLst>
                                        <p:tav tm="0">
                                          <p:val>
                                            <p:strVal val="#ppt_x+#ppt_w/2"/>
                                          </p:val>
                                        </p:tav>
                                        <p:tav tm="100000">
                                          <p:val>
                                            <p:strVal val="#ppt_x"/>
                                          </p:val>
                                        </p:tav>
                                      </p:tavLst>
                                    </p:anim>
                                    <p:anim calcmode="lin" valueType="num">
                                      <p:cBhvr>
                                        <p:cTn id="21" dur="500" fill="hold"/>
                                        <p:tgtEl>
                                          <p:spTgt spid="126983"/>
                                        </p:tgtEl>
                                        <p:attrNameLst>
                                          <p:attrName>ppt_y</p:attrName>
                                        </p:attrNameLst>
                                      </p:cBhvr>
                                      <p:tavLst>
                                        <p:tav tm="0">
                                          <p:val>
                                            <p:strVal val="#ppt_y"/>
                                          </p:val>
                                        </p:tav>
                                        <p:tav tm="100000">
                                          <p:val>
                                            <p:strVal val="#ppt_y"/>
                                          </p:val>
                                        </p:tav>
                                      </p:tavLst>
                                    </p:anim>
                                    <p:anim calcmode="lin" valueType="num">
                                      <p:cBhvr>
                                        <p:cTn id="22" dur="500" fill="hold"/>
                                        <p:tgtEl>
                                          <p:spTgt spid="126983"/>
                                        </p:tgtEl>
                                        <p:attrNameLst>
                                          <p:attrName>ppt_w</p:attrName>
                                        </p:attrNameLst>
                                      </p:cBhvr>
                                      <p:tavLst>
                                        <p:tav tm="0">
                                          <p:val>
                                            <p:fltVal val="0"/>
                                          </p:val>
                                        </p:tav>
                                        <p:tav tm="100000">
                                          <p:val>
                                            <p:strVal val="#ppt_w"/>
                                          </p:val>
                                        </p:tav>
                                      </p:tavLst>
                                    </p:anim>
                                    <p:anim calcmode="lin" valueType="num">
                                      <p:cBhvr>
                                        <p:cTn id="23" dur="500" fill="hold"/>
                                        <p:tgtEl>
                                          <p:spTgt spid="126983"/>
                                        </p:tgtEl>
                                        <p:attrNameLst>
                                          <p:attrName>ppt_h</p:attrName>
                                        </p:attrNameLst>
                                      </p:cBhvr>
                                      <p:tavLst>
                                        <p:tav tm="0">
                                          <p:val>
                                            <p:strVal val="#ppt_h"/>
                                          </p:val>
                                        </p:tav>
                                        <p:tav tm="100000">
                                          <p:val>
                                            <p:strVal val="#ppt_h"/>
                                          </p:val>
                                        </p:tav>
                                      </p:tavLst>
                                    </p:anim>
                                  </p:childTnLst>
                                </p:cTn>
                              </p:par>
                            </p:childTnLst>
                          </p:cTn>
                        </p:par>
                        <p:par>
                          <p:cTn id="24" fill="hold" nodeType="withGroup">
                            <p:stCondLst>
                              <p:cond delay="500"/>
                            </p:stCondLst>
                            <p:childTnLst>
                              <p:par>
                                <p:cTn id="25" presetID="17" presetClass="entr" presetSubtype="2" fill="hold" grpId="0" nodeType="afterEffect">
                                  <p:stCondLst>
                                    <p:cond delay="0"/>
                                  </p:stCondLst>
                                  <p:childTnLst>
                                    <p:set>
                                      <p:cBhvr>
                                        <p:cTn id="26" dur="1" fill="hold">
                                          <p:stCondLst>
                                            <p:cond delay="0"/>
                                          </p:stCondLst>
                                        </p:cTn>
                                        <p:tgtEl>
                                          <p:spTgt spid="126984"/>
                                        </p:tgtEl>
                                        <p:attrNameLst>
                                          <p:attrName>style.visibility</p:attrName>
                                        </p:attrNameLst>
                                      </p:cBhvr>
                                      <p:to>
                                        <p:strVal val="visible"/>
                                      </p:to>
                                    </p:set>
                                    <p:anim calcmode="lin" valueType="num">
                                      <p:cBhvr>
                                        <p:cTn id="27" dur="500" fill="hold"/>
                                        <p:tgtEl>
                                          <p:spTgt spid="126984"/>
                                        </p:tgtEl>
                                        <p:attrNameLst>
                                          <p:attrName>ppt_x</p:attrName>
                                        </p:attrNameLst>
                                      </p:cBhvr>
                                      <p:tavLst>
                                        <p:tav tm="0">
                                          <p:val>
                                            <p:strVal val="#ppt_x+#ppt_w/2"/>
                                          </p:val>
                                        </p:tav>
                                        <p:tav tm="100000">
                                          <p:val>
                                            <p:strVal val="#ppt_x"/>
                                          </p:val>
                                        </p:tav>
                                      </p:tavLst>
                                    </p:anim>
                                    <p:anim calcmode="lin" valueType="num">
                                      <p:cBhvr>
                                        <p:cTn id="28" dur="500" fill="hold"/>
                                        <p:tgtEl>
                                          <p:spTgt spid="126984"/>
                                        </p:tgtEl>
                                        <p:attrNameLst>
                                          <p:attrName>ppt_y</p:attrName>
                                        </p:attrNameLst>
                                      </p:cBhvr>
                                      <p:tavLst>
                                        <p:tav tm="0">
                                          <p:val>
                                            <p:strVal val="#ppt_y"/>
                                          </p:val>
                                        </p:tav>
                                        <p:tav tm="100000">
                                          <p:val>
                                            <p:strVal val="#ppt_y"/>
                                          </p:val>
                                        </p:tav>
                                      </p:tavLst>
                                    </p:anim>
                                    <p:anim calcmode="lin" valueType="num">
                                      <p:cBhvr>
                                        <p:cTn id="29" dur="500" fill="hold"/>
                                        <p:tgtEl>
                                          <p:spTgt spid="126984"/>
                                        </p:tgtEl>
                                        <p:attrNameLst>
                                          <p:attrName>ppt_w</p:attrName>
                                        </p:attrNameLst>
                                      </p:cBhvr>
                                      <p:tavLst>
                                        <p:tav tm="0">
                                          <p:val>
                                            <p:fltVal val="0"/>
                                          </p:val>
                                        </p:tav>
                                        <p:tav tm="100000">
                                          <p:val>
                                            <p:strVal val="#ppt_w"/>
                                          </p:val>
                                        </p:tav>
                                      </p:tavLst>
                                    </p:anim>
                                    <p:anim calcmode="lin" valueType="num">
                                      <p:cBhvr>
                                        <p:cTn id="30" dur="500" fill="hold"/>
                                        <p:tgtEl>
                                          <p:spTgt spid="12698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81" grpId="0"/>
      <p:bldP spid="126983" grpId="0" animBg="1" autoUpdateAnimBg="0"/>
      <p:bldP spid="126984" grpId="0" animBg="1"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4275" name="Text Box 3"/>
          <p:cNvSpPr txBox="1">
            <a:spLocks noChangeArrowheads="1"/>
          </p:cNvSpPr>
          <p:nvPr/>
        </p:nvSpPr>
        <p:spPr bwMode="auto">
          <a:xfrm>
            <a:off x="474152" y="855080"/>
            <a:ext cx="10464800" cy="53860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SzPct val="80000"/>
              <a:buFont typeface="Wingdings" pitchFamily="2" charset="2"/>
              <a:buChar char="l"/>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tx1"/>
              </a:buClr>
              <a:buSzPct val="9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accent1"/>
              </a:buClr>
              <a:buSzPct val="60000"/>
              <a:buFont typeface="Wingdings" pitchFamily="2" charset="2"/>
              <a:buChar char="l"/>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accent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9pPr>
          </a:lstStyle>
          <a:p>
            <a:pPr lvl="0" eaLnBrk="1" fontAlgn="base" hangingPunct="1">
              <a:spcBef>
                <a:spcPct val="0"/>
              </a:spcBef>
              <a:spcAft>
                <a:spcPct val="0"/>
              </a:spcAft>
              <a:buClrTx/>
              <a:buSzTx/>
              <a:buNone/>
            </a:pPr>
            <a:r>
              <a:rPr kumimoji="1" lang="en-US" altLang="zh-CN" sz="2400" b="1" i="0" u="none" strike="noStrike" kern="1200" cap="none" spc="0" normalizeH="0" baseline="0" noProof="0" dirty="0" err="1">
                <a:ln>
                  <a:noFill/>
                </a:ln>
                <a:solidFill>
                  <a:srgbClr val="6600CC"/>
                </a:solidFill>
                <a:effectLst/>
                <a:uLnTx/>
                <a:uFillTx/>
                <a:latin typeface="Times New Roman" pitchFamily="18" charset="0"/>
                <a:ea typeface="宋体" pitchFamily="2" charset="-122"/>
                <a:cs typeface="Arial" pitchFamily="34" charset="0"/>
              </a:rPr>
              <a:t>Eg</a:t>
            </a:r>
            <a:r>
              <a:rPr kumimoji="1" lang="en-US" altLang="zh-CN" sz="24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Arial" pitchFamily="34" charset="0"/>
              </a:rPr>
              <a:t> 3.8 </a:t>
            </a:r>
            <a:r>
              <a:rPr kumimoji="1" lang="zh-CN" altLang="en-US" sz="24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Arial" pitchFamily="34" charset="0"/>
              </a:rPr>
              <a:t>输入一个</a:t>
            </a:r>
            <a:r>
              <a:rPr lang="zh-CN" altLang="en-US" sz="2400" dirty="0">
                <a:solidFill>
                  <a:srgbClr val="6600CC"/>
                </a:solidFill>
                <a:cs typeface="Arial" pitchFamily="34" charset="0"/>
              </a:rPr>
              <a:t>非负整数</a:t>
            </a:r>
            <a:r>
              <a:rPr kumimoji="1" lang="en-US" altLang="zh-CN" sz="24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Arial" pitchFamily="34" charset="0"/>
              </a:rPr>
              <a:t>, </a:t>
            </a:r>
            <a:r>
              <a:rPr kumimoji="1" lang="zh-CN" altLang="en-US" sz="24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Arial" pitchFamily="34" charset="0"/>
              </a:rPr>
              <a:t>统计它有几位数。</a:t>
            </a:r>
            <a:endParaRPr kumimoji="1" lang="en-US" altLang="zh-CN" sz="24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Arial" pitchFamily="34" charset="0"/>
            </a:endParaRPr>
          </a:p>
          <a:p>
            <a:pPr marL="0" marR="0" lvl="0" indent="0" algn="l" defTabSz="914400" rtl="0" eaLnBrk="1" fontAlgn="base" latinLnBrk="0" hangingPunct="1">
              <a:lnSpc>
                <a:spcPct val="100000"/>
              </a:lnSpc>
              <a:spcBef>
                <a:spcPct val="0"/>
              </a:spcBef>
              <a:spcAft>
                <a:spcPct val="0"/>
              </a:spcAft>
              <a:buClrTx/>
              <a:buSzTx/>
              <a:buFont typeface="Wingdings" pitchFamily="2" charset="2"/>
              <a:buNone/>
              <a:tabLst/>
              <a:defRPr/>
            </a:pPr>
            <a:endParaRPr kumimoji="1" lang="zh-CN" altLang="en-US" sz="8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#include &lt;</a:t>
            </a:r>
            <a:r>
              <a:rPr kumimoji="1" lang="en-US" altLang="zh-CN" sz="24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Times New Roman" pitchFamily="18" charset="0"/>
              </a:rPr>
              <a:t>stdio.h</a:t>
            </a:r>
            <a:r>
              <a:rPr kumimoji="1" lang="en-US" altLang="zh-CN"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&gt;</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int main(void) {</a:t>
            </a:r>
          </a:p>
          <a:p>
            <a:pPr lvl="0" eaLnBrk="1" fontAlgn="base" hangingPunct="1">
              <a:spcBef>
                <a:spcPct val="0"/>
              </a:spcBef>
              <a:spcAft>
                <a:spcPct val="0"/>
              </a:spcAft>
              <a:buClrTx/>
              <a:buSzTx/>
              <a:buNone/>
            </a:pPr>
            <a:r>
              <a:rPr lang="zh-CN" altLang="en-US" sz="2400" dirty="0">
                <a:solidFill>
                  <a:srgbClr val="000000"/>
                </a:solidFill>
                <a:cs typeface="Times New Roman" pitchFamily="18" charset="0"/>
              </a:rPr>
              <a:t>　    </a:t>
            </a:r>
            <a:r>
              <a:rPr lang="en-US" altLang="zh-CN" sz="2400" dirty="0">
                <a:solidFill>
                  <a:srgbClr val="000000"/>
                </a:solidFill>
                <a:cs typeface="Times New Roman" pitchFamily="18" charset="0"/>
              </a:rPr>
              <a:t>int number, digits = 0; </a:t>
            </a:r>
          </a:p>
          <a:p>
            <a:pPr lvl="0" eaLnBrk="1" fontAlgn="base" hangingPunct="1">
              <a:spcBef>
                <a:spcPct val="0"/>
              </a:spcBef>
              <a:spcAft>
                <a:spcPct val="0"/>
              </a:spcAft>
              <a:buClrTx/>
              <a:buSzTx/>
              <a:buNone/>
            </a:pPr>
            <a:endParaRPr lang="en-US" altLang="zh-CN" sz="2400" dirty="0">
              <a:solidFill>
                <a:srgbClr val="000000"/>
              </a:solidFill>
              <a:cs typeface="Times New Roman" pitchFamily="18" charset="0"/>
            </a:endParaRPr>
          </a:p>
          <a:p>
            <a:pPr lvl="0" eaLnBrk="1" fontAlgn="base" hangingPunct="1">
              <a:spcBef>
                <a:spcPct val="0"/>
              </a:spcBef>
              <a:spcAft>
                <a:spcPct val="0"/>
              </a:spcAft>
              <a:buClrTx/>
              <a:buSzTx/>
              <a:buNone/>
            </a:pPr>
            <a:r>
              <a:rPr lang="zh-CN" altLang="en-US" sz="2400" dirty="0">
                <a:solidFill>
                  <a:srgbClr val="000000"/>
                </a:solidFill>
                <a:cs typeface="Times New Roman" pitchFamily="18" charset="0"/>
              </a:rPr>
              <a:t>　    </a:t>
            </a:r>
            <a:r>
              <a:rPr lang="en-US" altLang="zh-CN" sz="2400" dirty="0" err="1">
                <a:solidFill>
                  <a:srgbClr val="000000"/>
                </a:solidFill>
                <a:cs typeface="Times New Roman" pitchFamily="18" charset="0"/>
              </a:rPr>
              <a:t>printf</a:t>
            </a:r>
            <a:r>
              <a:rPr lang="en-US" altLang="zh-CN" sz="2400" dirty="0">
                <a:solidFill>
                  <a:srgbClr val="000000"/>
                </a:solidFill>
                <a:cs typeface="Times New Roman" pitchFamily="18" charset="0"/>
              </a:rPr>
              <a:t>("Enter a nonnegative integer: \n");</a:t>
            </a:r>
          </a:p>
          <a:p>
            <a:pPr lvl="0" eaLnBrk="1" fontAlgn="base" hangingPunct="1">
              <a:spcBef>
                <a:spcPct val="0"/>
              </a:spcBef>
              <a:spcAft>
                <a:spcPct val="0"/>
              </a:spcAft>
              <a:buClrTx/>
              <a:buSzTx/>
              <a:buNone/>
            </a:pPr>
            <a:r>
              <a:rPr lang="en-US" altLang="zh-CN" sz="2400" dirty="0">
                <a:solidFill>
                  <a:srgbClr val="000000"/>
                </a:solidFill>
                <a:cs typeface="Times New Roman" pitchFamily="18" charset="0"/>
              </a:rPr>
              <a:t>        </a:t>
            </a:r>
            <a:r>
              <a:rPr lang="en-US" altLang="zh-CN" sz="2400" dirty="0" err="1">
                <a:solidFill>
                  <a:srgbClr val="000000"/>
                </a:solidFill>
                <a:cs typeface="Times New Roman" pitchFamily="18" charset="0"/>
              </a:rPr>
              <a:t>scanf</a:t>
            </a:r>
            <a:r>
              <a:rPr lang="en-US" altLang="zh-CN" sz="2400" dirty="0">
                <a:solidFill>
                  <a:srgbClr val="000000"/>
                </a:solidFill>
                <a:cs typeface="Times New Roman" pitchFamily="18" charset="0"/>
              </a:rPr>
              <a:t>(" %d", &amp;number);</a:t>
            </a:r>
          </a:p>
          <a:p>
            <a:pPr lvl="0" eaLnBrk="1" fontAlgn="base" hangingPunct="1">
              <a:spcBef>
                <a:spcPct val="0"/>
              </a:spcBef>
              <a:spcAft>
                <a:spcPct val="0"/>
              </a:spcAft>
              <a:buClrTx/>
              <a:buSzTx/>
              <a:buNone/>
            </a:pPr>
            <a:r>
              <a:rPr lang="zh-CN" altLang="en-US" sz="2400" dirty="0">
                <a:solidFill>
                  <a:srgbClr val="000000"/>
                </a:solidFill>
                <a:cs typeface="Times New Roman" pitchFamily="18" charset="0"/>
              </a:rPr>
              <a:t>　    </a:t>
            </a:r>
            <a:r>
              <a:rPr lang="en-US" altLang="zh-CN" sz="2400" dirty="0">
                <a:solidFill>
                  <a:srgbClr val="000000"/>
                </a:solidFill>
                <a:cs typeface="Times New Roman" pitchFamily="18" charset="0"/>
              </a:rPr>
              <a:t>do{ </a:t>
            </a:r>
          </a:p>
          <a:p>
            <a:pPr lvl="0" eaLnBrk="1" fontAlgn="base" hangingPunct="1">
              <a:spcBef>
                <a:spcPct val="0"/>
              </a:spcBef>
              <a:spcAft>
                <a:spcPct val="0"/>
              </a:spcAft>
              <a:buClrTx/>
              <a:buSzTx/>
              <a:buNone/>
            </a:pPr>
            <a:r>
              <a:rPr lang="zh-CN" altLang="en-US" sz="2400" dirty="0">
                <a:solidFill>
                  <a:srgbClr val="000000"/>
                </a:solidFill>
                <a:cs typeface="Times New Roman" pitchFamily="18" charset="0"/>
              </a:rPr>
              <a:t>　　　     </a:t>
            </a:r>
            <a:r>
              <a:rPr lang="en-US" altLang="zh-CN" sz="2400" dirty="0">
                <a:solidFill>
                  <a:srgbClr val="000000"/>
                </a:solidFill>
                <a:cs typeface="Times New Roman" pitchFamily="18" charset="0"/>
              </a:rPr>
              <a:t>digits++;</a:t>
            </a:r>
          </a:p>
          <a:p>
            <a:pPr lvl="0" eaLnBrk="1" fontAlgn="base" hangingPunct="1">
              <a:spcBef>
                <a:spcPct val="0"/>
              </a:spcBef>
              <a:spcAft>
                <a:spcPct val="0"/>
              </a:spcAft>
              <a:buClrTx/>
              <a:buSzTx/>
              <a:buNone/>
            </a:pPr>
            <a:r>
              <a:rPr lang="zh-CN" altLang="en-US" sz="2400" dirty="0">
                <a:solidFill>
                  <a:srgbClr val="000000"/>
                </a:solidFill>
                <a:cs typeface="Times New Roman" pitchFamily="18" charset="0"/>
              </a:rPr>
              <a:t>　　         </a:t>
            </a:r>
            <a:r>
              <a:rPr lang="en-US" altLang="zh-CN" sz="2400" dirty="0">
                <a:solidFill>
                  <a:srgbClr val="000000"/>
                </a:solidFill>
                <a:cs typeface="Times New Roman" pitchFamily="18" charset="0"/>
              </a:rPr>
              <a:t>number /= 10;</a:t>
            </a:r>
          </a:p>
          <a:p>
            <a:pPr lvl="0" eaLnBrk="1" fontAlgn="base" hangingPunct="1">
              <a:spcBef>
                <a:spcPct val="0"/>
              </a:spcBef>
              <a:spcAft>
                <a:spcPct val="0"/>
              </a:spcAft>
              <a:buClrTx/>
              <a:buSzTx/>
              <a:buNone/>
            </a:pPr>
            <a:r>
              <a:rPr lang="en-US" altLang="zh-CN" sz="2400" dirty="0">
                <a:solidFill>
                  <a:srgbClr val="000000"/>
                </a:solidFill>
                <a:cs typeface="Times New Roman" pitchFamily="18" charset="0"/>
              </a:rPr>
              <a:t> </a:t>
            </a:r>
            <a:r>
              <a:rPr lang="zh-CN" altLang="en-US" sz="2400" dirty="0">
                <a:solidFill>
                  <a:srgbClr val="000000"/>
                </a:solidFill>
                <a:cs typeface="Times New Roman" pitchFamily="18" charset="0"/>
              </a:rPr>
              <a:t>　   </a:t>
            </a:r>
            <a:r>
              <a:rPr lang="en-US" altLang="zh-CN" sz="2400" dirty="0">
                <a:solidFill>
                  <a:srgbClr val="000000"/>
                </a:solidFill>
                <a:cs typeface="Times New Roman" pitchFamily="18" charset="0"/>
              </a:rPr>
              <a:t>} while (number != 0) ;</a:t>
            </a:r>
          </a:p>
          <a:p>
            <a:pPr lvl="0" eaLnBrk="1" fontAlgn="base" hangingPunct="1">
              <a:spcBef>
                <a:spcPct val="0"/>
              </a:spcBef>
              <a:spcAft>
                <a:spcPct val="0"/>
              </a:spcAft>
              <a:buClrTx/>
              <a:buSzTx/>
              <a:buNone/>
            </a:pPr>
            <a:r>
              <a:rPr lang="en-US" altLang="zh-CN" sz="2400" dirty="0">
                <a:solidFill>
                  <a:srgbClr val="000000"/>
                </a:solidFill>
                <a:cs typeface="Times New Roman" pitchFamily="18" charset="0"/>
              </a:rPr>
              <a:t> </a:t>
            </a:r>
            <a:r>
              <a:rPr lang="zh-CN" altLang="en-US" sz="2400" dirty="0">
                <a:solidFill>
                  <a:srgbClr val="000000"/>
                </a:solidFill>
                <a:cs typeface="Times New Roman" pitchFamily="18" charset="0"/>
              </a:rPr>
              <a:t>　   </a:t>
            </a:r>
            <a:r>
              <a:rPr lang="en-US" altLang="zh-CN" sz="2400" dirty="0" err="1">
                <a:solidFill>
                  <a:srgbClr val="000000"/>
                </a:solidFill>
                <a:cs typeface="Times New Roman" pitchFamily="18" charset="0"/>
              </a:rPr>
              <a:t>printf</a:t>
            </a:r>
            <a:r>
              <a:rPr lang="en-US" altLang="zh-CN" sz="2400" dirty="0">
                <a:solidFill>
                  <a:srgbClr val="000000"/>
                </a:solidFill>
                <a:cs typeface="Times New Roman" pitchFamily="18" charset="0"/>
              </a:rPr>
              <a:t>("digits = % d \n", digits); </a:t>
            </a:r>
          </a:p>
          <a:p>
            <a:pPr lvl="0" eaLnBrk="1" fontAlgn="base" hangingPunct="1">
              <a:spcBef>
                <a:spcPct val="0"/>
              </a:spcBef>
              <a:spcAft>
                <a:spcPct val="0"/>
              </a:spcAft>
              <a:buClrTx/>
              <a:buSzTx/>
              <a:buNone/>
            </a:pPr>
            <a:r>
              <a:rPr lang="en-US" altLang="zh-CN" sz="2400" dirty="0">
                <a:solidFill>
                  <a:srgbClr val="000000"/>
                </a:solidFill>
                <a:cs typeface="Times New Roman" pitchFamily="18" charset="0"/>
              </a:rPr>
              <a:t>        return 0; </a:t>
            </a:r>
          </a:p>
          <a:p>
            <a:pPr marL="0" marR="0" lvl="0" indent="0" algn="l" defTabSz="914400" rtl="0" eaLnBrk="1" fontAlgn="base" latinLnBrk="0" hangingPunct="1">
              <a:lnSpc>
                <a:spcPct val="100000"/>
              </a:lnSpc>
              <a:spcBef>
                <a:spcPct val="0"/>
              </a:spcBef>
              <a:spcAft>
                <a:spcPct val="0"/>
              </a:spcAft>
              <a:buClrTx/>
              <a:buSzTx/>
              <a:buFont typeface="Wingdings" pitchFamily="2" charset="2"/>
              <a:buNone/>
              <a:tabLst/>
              <a:defRPr/>
            </a:pPr>
            <a:r>
              <a:rPr kumimoji="1" lang="en-US" altLang="zh-CN"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Arial" pitchFamily="34" charset="0"/>
              </a:rPr>
              <a:t>}</a:t>
            </a:r>
          </a:p>
        </p:txBody>
      </p:sp>
      <p:sp>
        <p:nvSpPr>
          <p:cNvPr id="54284" name="Text Box 12"/>
          <p:cNvSpPr txBox="1">
            <a:spLocks noChangeArrowheads="1"/>
          </p:cNvSpPr>
          <p:nvPr/>
        </p:nvSpPr>
        <p:spPr bwMode="auto">
          <a:xfrm>
            <a:off x="5228087" y="3569391"/>
            <a:ext cx="2976033" cy="466725"/>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SzPct val="80000"/>
              <a:buFont typeface="Wingdings" pitchFamily="2" charset="2"/>
              <a:buChar char="l"/>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tx1"/>
              </a:buClr>
              <a:buSzPct val="9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accent1"/>
              </a:buClr>
              <a:buSzPct val="60000"/>
              <a:buFont typeface="Wingdings" pitchFamily="2" charset="2"/>
              <a:buChar char="l"/>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accent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Char char="•"/>
              <a:defRPr kumimoji="1" sz="2000" b="1">
                <a:solidFill>
                  <a:schemeClr val="bg2"/>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Arial" pitchFamily="34" charset="0"/>
              </a:rPr>
              <a:t>while(number != 0) </a:t>
            </a:r>
            <a:r>
              <a:rPr kumimoji="1" lang="en-US" altLang="zh-CN" sz="24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Arial" pitchFamily="34" charset="0"/>
              </a:rPr>
              <a:t>?</a:t>
            </a:r>
          </a:p>
        </p:txBody>
      </p:sp>
      <p:sp>
        <p:nvSpPr>
          <p:cNvPr id="7" name="Rectangle 2"/>
          <p:cNvSpPr txBox="1">
            <a:spLocks noChangeArrowheads="1"/>
          </p:cNvSpPr>
          <p:nvPr/>
        </p:nvSpPr>
        <p:spPr>
          <a:xfrm>
            <a:off x="812800" y="304800"/>
            <a:ext cx="10363200" cy="609600"/>
          </a:xfrm>
          <a:prstGeom prst="rect">
            <a:avLst/>
          </a:prstGeom>
        </p:spPr>
        <p:txBody>
          <a:bodyPr vert="horz" wrap="square" lIns="90170" tIns="46990" rIns="90170" bIns="46990" rtlCol="0" anchor="ctr" anchorCtr="0">
            <a:noAutofit/>
          </a:bodyPr>
          <a:lstStyle>
            <a:lvl1pPr marL="0" marR="0" algn="l" defTabSz="914400" rtl="0" eaLnBrk="1" fontAlgn="auto" latinLnBrk="0" hangingPunct="1">
              <a:lnSpc>
                <a:spcPct val="100000"/>
              </a:lnSpc>
              <a:spcBef>
                <a:spcPct val="0"/>
              </a:spcBef>
              <a:buNone/>
              <a:defRPr kumimoji="0" lang="zh-CN" altLang="en-US" sz="36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3600" b="1" i="0" u="none" strike="noStrike" kern="1200" cap="none" spc="200" normalizeH="0" baseline="0" noProof="1">
                <a:ln>
                  <a:noFill/>
                </a:ln>
                <a:solidFill>
                  <a:srgbClr val="000000"/>
                </a:solidFill>
                <a:effectLst/>
                <a:uLnTx/>
                <a:uFillTx/>
                <a:latin typeface="Arial" panose="020B0604020202020204" pitchFamily="34" charset="0"/>
                <a:ea typeface="微软雅黑" panose="020B0503020204020204" charset="-122"/>
                <a:cs typeface="+mj-cs"/>
                <a:sym typeface="+mn-ea"/>
              </a:rPr>
              <a:t>3.3.2 do - while </a:t>
            </a:r>
            <a:r>
              <a:rPr kumimoji="0" lang="zh-CN" altLang="en-US" sz="3600" b="1" i="0" u="none" strike="noStrike" kern="1200" cap="none" spc="200" normalizeH="0" baseline="0" noProof="1">
                <a:ln>
                  <a:noFill/>
                </a:ln>
                <a:solidFill>
                  <a:srgbClr val="000000"/>
                </a:solidFill>
                <a:effectLst/>
                <a:uLnTx/>
                <a:uFillTx/>
                <a:latin typeface="Arial" panose="020B0604020202020204" pitchFamily="34" charset="0"/>
                <a:ea typeface="微软雅黑" panose="020B0503020204020204" charset="-122"/>
                <a:cs typeface="+mj-cs"/>
                <a:sym typeface="+mn-ea"/>
              </a:rPr>
              <a:t>语句</a:t>
            </a:r>
          </a:p>
        </p:txBody>
      </p:sp>
    </p:spTree>
    <p:extLst>
      <p:ext uri="{BB962C8B-B14F-4D97-AF65-F5344CB8AC3E}">
        <p14:creationId xmlns:p14="http://schemas.microsoft.com/office/powerpoint/2010/main" val="2082179044"/>
      </p:ext>
    </p:extLst>
  </p:cSld>
  <p:clrMapOvr>
    <a:masterClrMapping/>
  </p:clrMapOvr>
  <p:transition>
    <p:zoom dir="in"/>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2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84" grpId="0" animBg="1"/>
    </p:bld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3" name="Rectangle 3"/>
          <p:cNvSpPr>
            <a:spLocks noGrp="1" noChangeArrowheads="1"/>
          </p:cNvSpPr>
          <p:nvPr>
            <p:ph type="body" idx="1"/>
          </p:nvPr>
        </p:nvSpPr>
        <p:spPr>
          <a:xfrm>
            <a:off x="239184" y="1052513"/>
            <a:ext cx="10744200" cy="5302250"/>
          </a:xfrm>
        </p:spPr>
        <p:txBody>
          <a:bodyPr/>
          <a:lstStyle/>
          <a:p>
            <a:pPr algn="just" eaLnBrk="1" hangingPunct="1">
              <a:lnSpc>
                <a:spcPct val="90000"/>
              </a:lnSpc>
              <a:buFont typeface="Wingdings" pitchFamily="2" charset="2"/>
              <a:buNone/>
            </a:pPr>
            <a:r>
              <a:rPr lang="zh-CN" altLang="en-US" sz="2800" dirty="0"/>
              <a:t>一般形式：</a:t>
            </a:r>
            <a:endParaRPr lang="zh-CN" altLang="en-US" sz="2800" dirty="0">
              <a:cs typeface="Times New Roman" pitchFamily="18" charset="0"/>
            </a:endParaRPr>
          </a:p>
          <a:p>
            <a:pPr algn="just" eaLnBrk="1" hangingPunct="1">
              <a:lnSpc>
                <a:spcPct val="90000"/>
              </a:lnSpc>
              <a:buFont typeface="Wingdings" pitchFamily="2" charset="2"/>
              <a:buNone/>
            </a:pPr>
            <a:r>
              <a:rPr lang="en-US" altLang="zh-CN" sz="2600" dirty="0">
                <a:solidFill>
                  <a:srgbClr val="CC00CC"/>
                </a:solidFill>
              </a:rPr>
              <a:t>for (</a:t>
            </a:r>
            <a:r>
              <a:rPr lang="zh-CN" altLang="en-US" sz="2600" dirty="0">
                <a:solidFill>
                  <a:srgbClr val="CC00CC"/>
                </a:solidFill>
              </a:rPr>
              <a:t>表达式</a:t>
            </a:r>
            <a:r>
              <a:rPr lang="en-US" altLang="zh-CN" sz="2600" dirty="0">
                <a:solidFill>
                  <a:srgbClr val="CC00CC"/>
                </a:solidFill>
              </a:rPr>
              <a:t>1; </a:t>
            </a:r>
            <a:r>
              <a:rPr lang="zh-CN" altLang="en-US" sz="2600" dirty="0">
                <a:solidFill>
                  <a:srgbClr val="CC00CC"/>
                </a:solidFill>
              </a:rPr>
              <a:t>表达式</a:t>
            </a:r>
            <a:r>
              <a:rPr lang="en-US" altLang="zh-CN" sz="2600" dirty="0">
                <a:solidFill>
                  <a:srgbClr val="CC00CC"/>
                </a:solidFill>
              </a:rPr>
              <a:t>2; </a:t>
            </a:r>
            <a:r>
              <a:rPr lang="zh-CN" altLang="en-US" sz="2600" dirty="0">
                <a:solidFill>
                  <a:srgbClr val="CC00CC"/>
                </a:solidFill>
              </a:rPr>
              <a:t>表达式</a:t>
            </a:r>
            <a:r>
              <a:rPr lang="en-US" altLang="zh-CN" sz="2600" dirty="0">
                <a:solidFill>
                  <a:srgbClr val="CC00CC"/>
                </a:solidFill>
              </a:rPr>
              <a:t>3) {</a:t>
            </a:r>
            <a:endParaRPr lang="en-US" altLang="zh-CN" sz="2600" dirty="0">
              <a:solidFill>
                <a:srgbClr val="CC00CC"/>
              </a:solidFill>
              <a:cs typeface="Times New Roman" pitchFamily="18" charset="0"/>
            </a:endParaRPr>
          </a:p>
          <a:p>
            <a:pPr algn="just" eaLnBrk="1" hangingPunct="1">
              <a:lnSpc>
                <a:spcPct val="90000"/>
              </a:lnSpc>
              <a:buFont typeface="Wingdings" pitchFamily="2" charset="2"/>
              <a:buNone/>
            </a:pPr>
            <a:r>
              <a:rPr lang="en-US" altLang="zh-CN" sz="2600" dirty="0">
                <a:solidFill>
                  <a:srgbClr val="CC00CC"/>
                </a:solidFill>
              </a:rPr>
              <a:t>    </a:t>
            </a:r>
            <a:r>
              <a:rPr lang="zh-CN" altLang="en-US" sz="2600" dirty="0">
                <a:solidFill>
                  <a:srgbClr val="CC00CC"/>
                </a:solidFill>
              </a:rPr>
              <a:t>语句</a:t>
            </a:r>
            <a:r>
              <a:rPr lang="en-US" altLang="zh-CN" sz="2600" dirty="0">
                <a:solidFill>
                  <a:srgbClr val="CC00CC"/>
                </a:solidFill>
              </a:rPr>
              <a:t>s;</a:t>
            </a:r>
          </a:p>
          <a:p>
            <a:pPr algn="just" eaLnBrk="1" hangingPunct="1">
              <a:lnSpc>
                <a:spcPct val="90000"/>
              </a:lnSpc>
              <a:buFont typeface="Wingdings" pitchFamily="2" charset="2"/>
              <a:buNone/>
            </a:pPr>
            <a:r>
              <a:rPr lang="en-US" altLang="zh-CN" sz="2600" dirty="0">
                <a:solidFill>
                  <a:srgbClr val="CC00CC"/>
                </a:solidFill>
                <a:cs typeface="Times New Roman" pitchFamily="18" charset="0"/>
              </a:rPr>
              <a:t>}</a:t>
            </a:r>
          </a:p>
          <a:p>
            <a:pPr eaLnBrk="1" hangingPunct="1">
              <a:lnSpc>
                <a:spcPct val="90000"/>
              </a:lnSpc>
              <a:buFont typeface="Wingdings" pitchFamily="2" charset="2"/>
              <a:buNone/>
            </a:pPr>
            <a:r>
              <a:rPr lang="zh-CN" altLang="en-US" sz="2400" dirty="0"/>
              <a:t>三个表达式一般依次表示</a:t>
            </a:r>
            <a:r>
              <a:rPr lang="zh-CN" altLang="en-US" sz="2400" u="sng" dirty="0"/>
              <a:t>循环控制变量的初</a:t>
            </a:r>
            <a:endParaRPr lang="en-US" altLang="zh-CN" sz="2400" u="sng" dirty="0"/>
          </a:p>
          <a:p>
            <a:pPr eaLnBrk="1" hangingPunct="1">
              <a:lnSpc>
                <a:spcPct val="90000"/>
              </a:lnSpc>
              <a:buFont typeface="Wingdings" pitchFamily="2" charset="2"/>
              <a:buNone/>
            </a:pPr>
            <a:r>
              <a:rPr lang="zh-CN" altLang="en-US" sz="2400" u="sng" dirty="0"/>
              <a:t>始值</a:t>
            </a:r>
            <a:r>
              <a:rPr lang="zh-CN" altLang="en-US" sz="2400" dirty="0"/>
              <a:t>、</a:t>
            </a:r>
            <a:r>
              <a:rPr lang="zh-CN" altLang="en-US" sz="2400" u="sng" dirty="0"/>
              <a:t>循环条件</a:t>
            </a:r>
            <a:r>
              <a:rPr lang="zh-CN" altLang="en-US" sz="2400" dirty="0"/>
              <a:t>和</a:t>
            </a:r>
            <a:r>
              <a:rPr lang="zh-CN" altLang="en-US" sz="2400" u="sng" dirty="0"/>
              <a:t>增量</a:t>
            </a:r>
            <a:r>
              <a:rPr lang="en-US" altLang="zh-CN" sz="2400" dirty="0"/>
              <a:t>, </a:t>
            </a:r>
            <a:r>
              <a:rPr lang="zh-CN" altLang="en-US" sz="2400" dirty="0"/>
              <a:t>语句</a:t>
            </a:r>
            <a:r>
              <a:rPr lang="en-US" altLang="zh-CN" sz="2400" dirty="0"/>
              <a:t>s</a:t>
            </a:r>
            <a:r>
              <a:rPr lang="zh-CN" altLang="en-US" sz="2400" dirty="0"/>
              <a:t>称为循环体。 </a:t>
            </a:r>
          </a:p>
          <a:p>
            <a:pPr lvl="0" eaLnBrk="1" hangingPunct="1">
              <a:lnSpc>
                <a:spcPct val="80000"/>
              </a:lnSpc>
              <a:buClr>
                <a:srgbClr val="00FFFF"/>
              </a:buClr>
              <a:buNone/>
              <a:defRPr/>
            </a:pPr>
            <a:r>
              <a:rPr lang="zh-CN" altLang="en-US" sz="2400" dirty="0">
                <a:solidFill>
                  <a:srgbClr val="000000"/>
                </a:solidFill>
              </a:rPr>
              <a:t>表达式可缺省</a:t>
            </a:r>
            <a:r>
              <a:rPr lang="en-US" altLang="zh-CN" sz="2400" dirty="0">
                <a:solidFill>
                  <a:srgbClr val="000000"/>
                </a:solidFill>
              </a:rPr>
              <a:t>, </a:t>
            </a:r>
            <a:r>
              <a:rPr lang="zh-CN" altLang="en-US" sz="2400" dirty="0">
                <a:solidFill>
                  <a:srgbClr val="000000"/>
                </a:solidFill>
              </a:rPr>
              <a:t>保留 </a:t>
            </a:r>
            <a:r>
              <a:rPr lang="en-US" altLang="zh-CN" sz="2400" dirty="0">
                <a:solidFill>
                  <a:srgbClr val="CC00CC"/>
                </a:solidFill>
              </a:rPr>
              <a:t>';'</a:t>
            </a:r>
            <a:endParaRPr lang="zh-CN" altLang="en-US" sz="2400" dirty="0">
              <a:solidFill>
                <a:srgbClr val="CC00CC"/>
              </a:solidFill>
            </a:endParaRPr>
          </a:p>
          <a:p>
            <a:pPr lvl="0" eaLnBrk="1" hangingPunct="1">
              <a:lnSpc>
                <a:spcPct val="80000"/>
              </a:lnSpc>
              <a:buClr>
                <a:srgbClr val="00FFFF"/>
              </a:buClr>
              <a:buNone/>
              <a:defRPr/>
            </a:pPr>
            <a:r>
              <a:rPr lang="zh-CN" altLang="en-US" sz="2400" dirty="0">
                <a:solidFill>
                  <a:srgbClr val="000000"/>
                </a:solidFill>
              </a:rPr>
              <a:t>死循环 </a:t>
            </a:r>
            <a:r>
              <a:rPr lang="en-US" altLang="zh-CN" sz="2400" dirty="0">
                <a:solidFill>
                  <a:srgbClr val="000000"/>
                </a:solidFill>
              </a:rPr>
              <a:t>- </a:t>
            </a:r>
            <a:r>
              <a:rPr lang="zh-CN" altLang="en-US" sz="2400" dirty="0">
                <a:solidFill>
                  <a:srgbClr val="000000"/>
                </a:solidFill>
              </a:rPr>
              <a:t>缺表达式</a:t>
            </a:r>
            <a:r>
              <a:rPr lang="en-US" altLang="zh-CN" sz="2400" dirty="0">
                <a:solidFill>
                  <a:srgbClr val="000000"/>
                </a:solidFill>
              </a:rPr>
              <a:t>2, </a:t>
            </a:r>
            <a:r>
              <a:rPr lang="zh-CN" altLang="en-US" sz="2400" dirty="0">
                <a:solidFill>
                  <a:srgbClr val="000000"/>
                </a:solidFill>
              </a:rPr>
              <a:t>无增量</a:t>
            </a:r>
          </a:p>
          <a:p>
            <a:pPr algn="just" eaLnBrk="1" hangingPunct="1">
              <a:lnSpc>
                <a:spcPct val="90000"/>
              </a:lnSpc>
              <a:buFont typeface="Wingdings" pitchFamily="2" charset="2"/>
              <a:buNone/>
            </a:pPr>
            <a:endParaRPr lang="zh-CN" altLang="en-US" sz="2400" dirty="0">
              <a:solidFill>
                <a:srgbClr val="FFFF00"/>
              </a:solidFill>
            </a:endParaRPr>
          </a:p>
          <a:p>
            <a:pPr algn="just" eaLnBrk="1" hangingPunct="1">
              <a:lnSpc>
                <a:spcPct val="90000"/>
              </a:lnSpc>
              <a:buFont typeface="Wingdings" pitchFamily="2" charset="2"/>
              <a:buNone/>
            </a:pPr>
            <a:r>
              <a:rPr lang="zh-CN" altLang="en-US" sz="2400" dirty="0">
                <a:solidFill>
                  <a:srgbClr val="3333FF"/>
                </a:solidFill>
              </a:rPr>
              <a:t>表达式</a:t>
            </a:r>
            <a:r>
              <a:rPr lang="en-US" altLang="zh-CN" sz="2400" dirty="0">
                <a:solidFill>
                  <a:srgbClr val="3333FF"/>
                </a:solidFill>
              </a:rPr>
              <a:t>1;</a:t>
            </a:r>
            <a:endParaRPr lang="zh-CN" altLang="en-US" sz="2400" dirty="0">
              <a:solidFill>
                <a:srgbClr val="3333FF"/>
              </a:solidFill>
            </a:endParaRPr>
          </a:p>
          <a:p>
            <a:pPr algn="just" eaLnBrk="1" hangingPunct="1">
              <a:lnSpc>
                <a:spcPct val="90000"/>
              </a:lnSpc>
              <a:buFont typeface="Wingdings" pitchFamily="2" charset="2"/>
              <a:buNone/>
            </a:pPr>
            <a:r>
              <a:rPr lang="en-US" altLang="zh-CN" sz="2400" dirty="0">
                <a:solidFill>
                  <a:srgbClr val="3333FF"/>
                </a:solidFill>
              </a:rPr>
              <a:t>while (</a:t>
            </a:r>
            <a:r>
              <a:rPr lang="zh-CN" altLang="en-US" sz="2400" dirty="0">
                <a:solidFill>
                  <a:srgbClr val="CC00CC"/>
                </a:solidFill>
              </a:rPr>
              <a:t>表达式</a:t>
            </a:r>
            <a:r>
              <a:rPr lang="en-US" altLang="zh-CN" sz="2400" dirty="0">
                <a:solidFill>
                  <a:srgbClr val="CC00CC"/>
                </a:solidFill>
              </a:rPr>
              <a:t>2</a:t>
            </a:r>
            <a:r>
              <a:rPr lang="en-US" altLang="zh-CN" sz="2400" dirty="0">
                <a:solidFill>
                  <a:srgbClr val="3333FF"/>
                </a:solidFill>
              </a:rPr>
              <a:t>) {</a:t>
            </a:r>
            <a:endParaRPr lang="en-US" altLang="zh-CN" sz="2400" dirty="0">
              <a:solidFill>
                <a:srgbClr val="3333FF"/>
              </a:solidFill>
              <a:cs typeface="Times New Roman" pitchFamily="18" charset="0"/>
            </a:endParaRPr>
          </a:p>
          <a:p>
            <a:pPr algn="just" eaLnBrk="1" hangingPunct="1">
              <a:lnSpc>
                <a:spcPct val="90000"/>
              </a:lnSpc>
              <a:buFont typeface="Wingdings" pitchFamily="2" charset="2"/>
              <a:buNone/>
            </a:pPr>
            <a:r>
              <a:rPr lang="en-US" altLang="zh-CN" sz="2400" dirty="0">
                <a:solidFill>
                  <a:srgbClr val="3333FF"/>
                </a:solidFill>
              </a:rPr>
              <a:t>      </a:t>
            </a:r>
            <a:r>
              <a:rPr lang="zh-CN" altLang="en-US" sz="2400" dirty="0">
                <a:solidFill>
                  <a:srgbClr val="3333FF"/>
                </a:solidFill>
              </a:rPr>
              <a:t>语句</a:t>
            </a:r>
            <a:r>
              <a:rPr lang="en-US" altLang="zh-CN" sz="2400" dirty="0">
                <a:solidFill>
                  <a:srgbClr val="3333FF"/>
                </a:solidFill>
              </a:rPr>
              <a:t>s;</a:t>
            </a:r>
          </a:p>
          <a:p>
            <a:pPr algn="just" eaLnBrk="1" hangingPunct="1">
              <a:lnSpc>
                <a:spcPct val="90000"/>
              </a:lnSpc>
              <a:buFont typeface="Wingdings" pitchFamily="2" charset="2"/>
              <a:buNone/>
            </a:pPr>
            <a:r>
              <a:rPr lang="en-US" altLang="zh-CN" sz="2400" dirty="0">
                <a:solidFill>
                  <a:srgbClr val="3333FF"/>
                </a:solidFill>
              </a:rPr>
              <a:t>      </a:t>
            </a:r>
            <a:r>
              <a:rPr lang="zh-CN" altLang="en-US" sz="2400" dirty="0">
                <a:solidFill>
                  <a:srgbClr val="3333FF"/>
                </a:solidFill>
              </a:rPr>
              <a:t>表达式</a:t>
            </a:r>
            <a:r>
              <a:rPr lang="en-US" altLang="zh-CN" sz="2400" dirty="0">
                <a:solidFill>
                  <a:srgbClr val="3333FF"/>
                </a:solidFill>
              </a:rPr>
              <a:t>3;</a:t>
            </a:r>
          </a:p>
          <a:p>
            <a:pPr algn="just" eaLnBrk="1" hangingPunct="1">
              <a:lnSpc>
                <a:spcPct val="90000"/>
              </a:lnSpc>
              <a:buFont typeface="Wingdings" pitchFamily="2" charset="2"/>
              <a:buNone/>
            </a:pPr>
            <a:r>
              <a:rPr lang="en-US" altLang="zh-CN" sz="2400" dirty="0">
                <a:solidFill>
                  <a:srgbClr val="3333FF"/>
                </a:solidFill>
              </a:rPr>
              <a:t>}</a:t>
            </a:r>
          </a:p>
        </p:txBody>
      </p:sp>
      <p:grpSp>
        <p:nvGrpSpPr>
          <p:cNvPr id="23556" name="Group 3"/>
          <p:cNvGrpSpPr>
            <a:grpSpLocks/>
          </p:cNvGrpSpPr>
          <p:nvPr/>
        </p:nvGrpSpPr>
        <p:grpSpPr bwMode="auto">
          <a:xfrm>
            <a:off x="7379393" y="1972583"/>
            <a:ext cx="5088467" cy="4768850"/>
            <a:chOff x="6534" y="8778"/>
            <a:chExt cx="2835" cy="4212"/>
          </a:xfrm>
        </p:grpSpPr>
        <p:grpSp>
          <p:nvGrpSpPr>
            <p:cNvPr id="23561" name="Group 6"/>
            <p:cNvGrpSpPr>
              <a:grpSpLocks/>
            </p:cNvGrpSpPr>
            <p:nvPr/>
          </p:nvGrpSpPr>
          <p:grpSpPr bwMode="auto">
            <a:xfrm>
              <a:off x="7167" y="8778"/>
              <a:ext cx="1707" cy="3380"/>
              <a:chOff x="3873" y="1440"/>
              <a:chExt cx="1707" cy="3380"/>
            </a:xfrm>
          </p:grpSpPr>
          <p:sp>
            <p:nvSpPr>
              <p:cNvPr id="23562" name="Line 7"/>
              <p:cNvSpPr>
                <a:spLocks noChangeShapeType="1"/>
              </p:cNvSpPr>
              <p:nvPr/>
            </p:nvSpPr>
            <p:spPr bwMode="auto">
              <a:xfrm>
                <a:off x="5280" y="2547"/>
                <a:ext cx="283"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FFFFFF"/>
                  </a:solidFill>
                  <a:effectLst/>
                  <a:uLnTx/>
                  <a:uFillTx/>
                  <a:latin typeface="Times New Roman"/>
                  <a:ea typeface="宋体"/>
                  <a:cs typeface="+mn-cs"/>
                </a:endParaRPr>
              </a:p>
            </p:txBody>
          </p:sp>
          <p:sp>
            <p:nvSpPr>
              <p:cNvPr id="23563" name="Line 8"/>
              <p:cNvSpPr>
                <a:spLocks noChangeShapeType="1"/>
              </p:cNvSpPr>
              <p:nvPr/>
            </p:nvSpPr>
            <p:spPr bwMode="auto">
              <a:xfrm>
                <a:off x="5580" y="2532"/>
                <a:ext cx="0" cy="2005"/>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FFFFFF"/>
                  </a:solidFill>
                  <a:effectLst/>
                  <a:uLnTx/>
                  <a:uFillTx/>
                  <a:latin typeface="Times New Roman"/>
                  <a:ea typeface="宋体"/>
                  <a:cs typeface="+mn-cs"/>
                </a:endParaRPr>
              </a:p>
            </p:txBody>
          </p:sp>
          <p:grpSp>
            <p:nvGrpSpPr>
              <p:cNvPr id="23564" name="Group 9"/>
              <p:cNvGrpSpPr>
                <a:grpSpLocks/>
              </p:cNvGrpSpPr>
              <p:nvPr/>
            </p:nvGrpSpPr>
            <p:grpSpPr bwMode="auto">
              <a:xfrm>
                <a:off x="3873" y="1440"/>
                <a:ext cx="1707" cy="3380"/>
                <a:chOff x="3780" y="1440"/>
                <a:chExt cx="1707" cy="3380"/>
              </a:xfrm>
            </p:grpSpPr>
            <p:grpSp>
              <p:nvGrpSpPr>
                <p:cNvPr id="23565" name="Group 10"/>
                <p:cNvGrpSpPr>
                  <a:grpSpLocks/>
                </p:cNvGrpSpPr>
                <p:nvPr/>
              </p:nvGrpSpPr>
              <p:grpSpPr bwMode="auto">
                <a:xfrm>
                  <a:off x="3780" y="2207"/>
                  <a:ext cx="861" cy="2041"/>
                  <a:chOff x="3780" y="2193"/>
                  <a:chExt cx="861" cy="2041"/>
                </a:xfrm>
              </p:grpSpPr>
              <p:grpSp>
                <p:nvGrpSpPr>
                  <p:cNvPr id="23583" name="Group 11"/>
                  <p:cNvGrpSpPr>
                    <a:grpSpLocks/>
                  </p:cNvGrpSpPr>
                  <p:nvPr/>
                </p:nvGrpSpPr>
                <p:grpSpPr bwMode="auto">
                  <a:xfrm>
                    <a:off x="3780" y="2193"/>
                    <a:ext cx="861" cy="2041"/>
                    <a:chOff x="7920" y="6900"/>
                    <a:chExt cx="861" cy="1531"/>
                  </a:xfrm>
                </p:grpSpPr>
                <p:sp>
                  <p:nvSpPr>
                    <p:cNvPr id="23586" name="Line 12"/>
                    <p:cNvSpPr>
                      <a:spLocks noChangeShapeType="1"/>
                    </p:cNvSpPr>
                    <p:nvPr/>
                  </p:nvSpPr>
                  <p:spPr bwMode="auto">
                    <a:xfrm>
                      <a:off x="7920" y="6902"/>
                      <a:ext cx="0" cy="1529"/>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FFFFFF"/>
                        </a:solidFill>
                        <a:effectLst/>
                        <a:uLnTx/>
                        <a:uFillTx/>
                        <a:latin typeface="Times New Roman"/>
                        <a:ea typeface="宋体"/>
                        <a:cs typeface="+mn-cs"/>
                      </a:endParaRPr>
                    </a:p>
                  </p:txBody>
                </p:sp>
                <p:sp>
                  <p:nvSpPr>
                    <p:cNvPr id="23587" name="Line 13"/>
                    <p:cNvSpPr>
                      <a:spLocks noChangeShapeType="1"/>
                    </p:cNvSpPr>
                    <p:nvPr/>
                  </p:nvSpPr>
                  <p:spPr bwMode="auto">
                    <a:xfrm flipV="1">
                      <a:off x="7926" y="6900"/>
                      <a:ext cx="855" cy="0"/>
                    </a:xfrm>
                    <a:prstGeom prst="line">
                      <a:avLst/>
                    </a:prstGeom>
                    <a:noFill/>
                    <a:ln w="9525">
                      <a:solidFill>
                        <a:schemeClr val="bg2"/>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FFFFFF"/>
                        </a:solidFill>
                        <a:effectLst/>
                        <a:uLnTx/>
                        <a:uFillTx/>
                        <a:latin typeface="Times New Roman"/>
                        <a:ea typeface="宋体"/>
                        <a:cs typeface="+mn-cs"/>
                      </a:endParaRPr>
                    </a:p>
                  </p:txBody>
                </p:sp>
              </p:grpSp>
              <p:sp>
                <p:nvSpPr>
                  <p:cNvPr id="23584" name="Line 14"/>
                  <p:cNvSpPr>
                    <a:spLocks noChangeShapeType="1"/>
                  </p:cNvSpPr>
                  <p:nvPr/>
                </p:nvSpPr>
                <p:spPr bwMode="auto">
                  <a:xfrm>
                    <a:off x="3780" y="4218"/>
                    <a:ext cx="850"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FFFFFF"/>
                      </a:solidFill>
                      <a:effectLst/>
                      <a:uLnTx/>
                      <a:uFillTx/>
                      <a:latin typeface="Times New Roman"/>
                      <a:ea typeface="宋体"/>
                      <a:cs typeface="+mn-cs"/>
                    </a:endParaRPr>
                  </a:p>
                </p:txBody>
              </p:sp>
              <p:sp>
                <p:nvSpPr>
                  <p:cNvPr id="23585" name="Line 15"/>
                  <p:cNvSpPr>
                    <a:spLocks noChangeShapeType="1"/>
                  </p:cNvSpPr>
                  <p:nvPr/>
                </p:nvSpPr>
                <p:spPr bwMode="auto">
                  <a:xfrm>
                    <a:off x="4635" y="4062"/>
                    <a:ext cx="0" cy="156"/>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FFFFFF"/>
                      </a:solidFill>
                      <a:effectLst/>
                      <a:uLnTx/>
                      <a:uFillTx/>
                      <a:latin typeface="Times New Roman"/>
                      <a:ea typeface="宋体"/>
                      <a:cs typeface="+mn-cs"/>
                    </a:endParaRPr>
                  </a:p>
                </p:txBody>
              </p:sp>
            </p:grpSp>
            <p:sp>
              <p:nvSpPr>
                <p:cNvPr id="23566" name="Line 16"/>
                <p:cNvSpPr>
                  <a:spLocks noChangeShapeType="1"/>
                </p:cNvSpPr>
                <p:nvPr/>
              </p:nvSpPr>
              <p:spPr bwMode="auto">
                <a:xfrm>
                  <a:off x="4635" y="3435"/>
                  <a:ext cx="0" cy="283"/>
                </a:xfrm>
                <a:prstGeom prst="line">
                  <a:avLst/>
                </a:prstGeom>
                <a:noFill/>
                <a:ln w="9525">
                  <a:solidFill>
                    <a:schemeClr val="bg2"/>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FFFFFF"/>
                    </a:solidFill>
                    <a:effectLst/>
                    <a:uLnTx/>
                    <a:uFillTx/>
                    <a:latin typeface="Times New Roman"/>
                    <a:ea typeface="宋体"/>
                    <a:cs typeface="+mn-cs"/>
                  </a:endParaRPr>
                </a:p>
              </p:txBody>
            </p:sp>
            <p:sp>
              <p:nvSpPr>
                <p:cNvPr id="23567" name="Rectangle 17"/>
                <p:cNvSpPr>
                  <a:spLocks noChangeArrowheads="1"/>
                </p:cNvSpPr>
                <p:nvPr/>
              </p:nvSpPr>
              <p:spPr bwMode="auto">
                <a:xfrm>
                  <a:off x="4065" y="3078"/>
                  <a:ext cx="1134" cy="346"/>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lgn="l" eaLnBrk="0" hangingPunct="0">
                    <a:spcBef>
                      <a:spcPct val="20000"/>
                    </a:spcBef>
                    <a:buClr>
                      <a:schemeClr val="tx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algn="l" eaLnBrk="0" hangingPunct="0">
                    <a:spcBef>
                      <a:spcPct val="20000"/>
                    </a:spcBef>
                    <a:buClr>
                      <a:schemeClr val="folHlink"/>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algn="l" eaLnBrk="0" hangingPunct="0">
                    <a:spcBef>
                      <a:spcPct val="20000"/>
                    </a:spcBef>
                    <a:buClr>
                      <a:schemeClr val="tx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algn="l" eaLnBrk="0" hangingPunct="0">
                    <a:spcBef>
                      <a:spcPct val="20000"/>
                    </a:spcBef>
                    <a:buClr>
                      <a:schemeClr val="tx1"/>
                    </a:buClr>
                    <a:buSzPct val="100000"/>
                    <a:buChar char="•"/>
                    <a:defRPr kumimoji="1" sz="3200" b="1">
                      <a:solidFill>
                        <a:schemeClr val="bg2"/>
                      </a:solidFill>
                      <a:latin typeface="Times New Roman" pitchFamily="18" charset="0"/>
                      <a:ea typeface="宋体" pitchFamily="2" charset="-122"/>
                    </a:defRPr>
                  </a:lvl4pPr>
                  <a:lvl5pPr marL="2057400" indent="-228600" algn="l" eaLnBrk="0" hangingPunct="0">
                    <a:spcBef>
                      <a:spcPct val="20000"/>
                    </a:spcBef>
                    <a:buClr>
                      <a:schemeClr val="tx1"/>
                    </a:buClr>
                    <a:buSzPct val="10000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SzPct val="10000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SzPct val="10000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SzPct val="10000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SzPct val="100000"/>
                    <a:buChar char="–"/>
                    <a:defRPr kumimoji="1" sz="3200" b="1">
                      <a:solidFill>
                        <a:schemeClr val="bg2"/>
                      </a:solidFill>
                      <a:latin typeface="Times New Roman" pitchFamily="18" charset="0"/>
                      <a:ea typeface="宋体"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20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语 句</a:t>
                  </a:r>
                  <a:r>
                    <a:rPr kumimoji="0" lang="en-US" altLang="zh-CN" sz="20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s</a:t>
                  </a:r>
                </a:p>
              </p:txBody>
            </p:sp>
            <p:sp>
              <p:nvSpPr>
                <p:cNvPr id="23568" name="Line 18"/>
                <p:cNvSpPr>
                  <a:spLocks noChangeShapeType="1"/>
                </p:cNvSpPr>
                <p:nvPr/>
              </p:nvSpPr>
              <p:spPr bwMode="auto">
                <a:xfrm>
                  <a:off x="4638" y="2688"/>
                  <a:ext cx="0" cy="397"/>
                </a:xfrm>
                <a:prstGeom prst="line">
                  <a:avLst/>
                </a:prstGeom>
                <a:noFill/>
                <a:ln w="9525">
                  <a:solidFill>
                    <a:schemeClr val="bg2"/>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FFFFFF"/>
                    </a:solidFill>
                    <a:effectLst/>
                    <a:uLnTx/>
                    <a:uFillTx/>
                    <a:latin typeface="Times New Roman"/>
                    <a:ea typeface="宋体"/>
                    <a:cs typeface="+mn-cs"/>
                  </a:endParaRPr>
                </a:p>
              </p:txBody>
            </p:sp>
            <p:sp>
              <p:nvSpPr>
                <p:cNvPr id="23569" name="Rectangle 19"/>
                <p:cNvSpPr>
                  <a:spLocks noChangeArrowheads="1"/>
                </p:cNvSpPr>
                <p:nvPr/>
              </p:nvSpPr>
              <p:spPr bwMode="auto">
                <a:xfrm>
                  <a:off x="5305" y="2295"/>
                  <a:ext cx="170" cy="2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lgn="l" eaLnBrk="0" hangingPunct="0">
                    <a:spcBef>
                      <a:spcPct val="20000"/>
                    </a:spcBef>
                    <a:buClr>
                      <a:schemeClr val="tx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algn="l" eaLnBrk="0" hangingPunct="0">
                    <a:spcBef>
                      <a:spcPct val="20000"/>
                    </a:spcBef>
                    <a:buClr>
                      <a:schemeClr val="folHlink"/>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algn="l" eaLnBrk="0" hangingPunct="0">
                    <a:spcBef>
                      <a:spcPct val="20000"/>
                    </a:spcBef>
                    <a:buClr>
                      <a:schemeClr val="tx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algn="l" eaLnBrk="0" hangingPunct="0">
                    <a:spcBef>
                      <a:spcPct val="20000"/>
                    </a:spcBef>
                    <a:buClr>
                      <a:schemeClr val="tx1"/>
                    </a:buClr>
                    <a:buSzPct val="100000"/>
                    <a:buChar char="•"/>
                    <a:defRPr kumimoji="1" sz="3200" b="1">
                      <a:solidFill>
                        <a:schemeClr val="bg2"/>
                      </a:solidFill>
                      <a:latin typeface="Times New Roman" pitchFamily="18" charset="0"/>
                      <a:ea typeface="宋体" pitchFamily="2" charset="-122"/>
                    </a:defRPr>
                  </a:lvl4pPr>
                  <a:lvl5pPr marL="2057400" indent="-228600" algn="l" eaLnBrk="0" hangingPunct="0">
                    <a:spcBef>
                      <a:spcPct val="20000"/>
                    </a:spcBef>
                    <a:buClr>
                      <a:schemeClr val="tx1"/>
                    </a:buClr>
                    <a:buSzPct val="10000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SzPct val="10000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SzPct val="10000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SzPct val="10000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SzPct val="100000"/>
                    <a:buChar char="–"/>
                    <a:defRPr kumimoji="1" sz="3200" b="1">
                      <a:solidFill>
                        <a:schemeClr val="bg2"/>
                      </a:solidFill>
                      <a:latin typeface="Times New Roman" pitchFamily="18" charset="0"/>
                      <a:ea typeface="宋体" pitchFamily="2" charset="-122"/>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zh-CN" altLang="en-US" sz="20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假</a:t>
                  </a:r>
                </a:p>
              </p:txBody>
            </p:sp>
            <p:sp>
              <p:nvSpPr>
                <p:cNvPr id="23570" name="Rectangle 20"/>
                <p:cNvSpPr>
                  <a:spLocks noChangeArrowheads="1"/>
                </p:cNvSpPr>
                <p:nvPr/>
              </p:nvSpPr>
              <p:spPr bwMode="auto">
                <a:xfrm>
                  <a:off x="4365" y="2763"/>
                  <a:ext cx="170" cy="2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lgn="l" eaLnBrk="0" hangingPunct="0">
                    <a:spcBef>
                      <a:spcPct val="20000"/>
                    </a:spcBef>
                    <a:buClr>
                      <a:schemeClr val="tx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algn="l" eaLnBrk="0" hangingPunct="0">
                    <a:spcBef>
                      <a:spcPct val="20000"/>
                    </a:spcBef>
                    <a:buClr>
                      <a:schemeClr val="folHlink"/>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algn="l" eaLnBrk="0" hangingPunct="0">
                    <a:spcBef>
                      <a:spcPct val="20000"/>
                    </a:spcBef>
                    <a:buClr>
                      <a:schemeClr val="tx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algn="l" eaLnBrk="0" hangingPunct="0">
                    <a:spcBef>
                      <a:spcPct val="20000"/>
                    </a:spcBef>
                    <a:buClr>
                      <a:schemeClr val="tx1"/>
                    </a:buClr>
                    <a:buSzPct val="100000"/>
                    <a:buChar char="•"/>
                    <a:defRPr kumimoji="1" sz="3200" b="1">
                      <a:solidFill>
                        <a:schemeClr val="bg2"/>
                      </a:solidFill>
                      <a:latin typeface="Times New Roman" pitchFamily="18" charset="0"/>
                      <a:ea typeface="宋体" pitchFamily="2" charset="-122"/>
                    </a:defRPr>
                  </a:lvl4pPr>
                  <a:lvl5pPr marL="2057400" indent="-228600" algn="l" eaLnBrk="0" hangingPunct="0">
                    <a:spcBef>
                      <a:spcPct val="20000"/>
                    </a:spcBef>
                    <a:buClr>
                      <a:schemeClr val="tx1"/>
                    </a:buClr>
                    <a:buSzPct val="10000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SzPct val="10000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SzPct val="10000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SzPct val="10000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SzPct val="100000"/>
                    <a:buChar char="–"/>
                    <a:defRPr kumimoji="1" sz="3200" b="1">
                      <a:solidFill>
                        <a:schemeClr val="bg2"/>
                      </a:solidFill>
                      <a:latin typeface="Times New Roman" pitchFamily="18" charset="0"/>
                      <a:ea typeface="宋体" pitchFamily="2" charset="-122"/>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zh-CN" altLang="en-US" sz="20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真</a:t>
                  </a:r>
                </a:p>
              </p:txBody>
            </p:sp>
            <p:sp>
              <p:nvSpPr>
                <p:cNvPr id="23571" name="Line 21"/>
                <p:cNvSpPr>
                  <a:spLocks noChangeShapeType="1"/>
                </p:cNvSpPr>
                <p:nvPr/>
              </p:nvSpPr>
              <p:spPr bwMode="auto">
                <a:xfrm>
                  <a:off x="4650" y="2073"/>
                  <a:ext cx="0" cy="283"/>
                </a:xfrm>
                <a:prstGeom prst="line">
                  <a:avLst/>
                </a:prstGeom>
                <a:noFill/>
                <a:ln w="9525">
                  <a:solidFill>
                    <a:schemeClr val="bg2"/>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FFFFFF"/>
                    </a:solidFill>
                    <a:effectLst/>
                    <a:uLnTx/>
                    <a:uFillTx/>
                    <a:latin typeface="Times New Roman"/>
                    <a:ea typeface="宋体"/>
                    <a:cs typeface="+mn-cs"/>
                  </a:endParaRPr>
                </a:p>
              </p:txBody>
            </p:sp>
            <p:grpSp>
              <p:nvGrpSpPr>
                <p:cNvPr id="23572" name="Group 22"/>
                <p:cNvGrpSpPr>
                  <a:grpSpLocks/>
                </p:cNvGrpSpPr>
                <p:nvPr/>
              </p:nvGrpSpPr>
              <p:grpSpPr bwMode="auto">
                <a:xfrm>
                  <a:off x="4005" y="2361"/>
                  <a:ext cx="1247" cy="369"/>
                  <a:chOff x="5760" y="3312"/>
                  <a:chExt cx="1247" cy="369"/>
                </a:xfrm>
              </p:grpSpPr>
              <p:sp>
                <p:nvSpPr>
                  <p:cNvPr id="23581" name="AutoShape 23"/>
                  <p:cNvSpPr>
                    <a:spLocks noChangeArrowheads="1"/>
                  </p:cNvSpPr>
                  <p:nvPr/>
                </p:nvSpPr>
                <p:spPr bwMode="auto">
                  <a:xfrm>
                    <a:off x="5760" y="3312"/>
                    <a:ext cx="1247" cy="369"/>
                  </a:xfrm>
                  <a:prstGeom prst="flowChartDecision">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lgn="l" eaLnBrk="0" hangingPunct="0">
                      <a:spcBef>
                        <a:spcPct val="20000"/>
                      </a:spcBef>
                      <a:buClr>
                        <a:schemeClr val="tx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algn="l" eaLnBrk="0" hangingPunct="0">
                      <a:spcBef>
                        <a:spcPct val="20000"/>
                      </a:spcBef>
                      <a:buClr>
                        <a:schemeClr val="folHlink"/>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algn="l" eaLnBrk="0" hangingPunct="0">
                      <a:spcBef>
                        <a:spcPct val="20000"/>
                      </a:spcBef>
                      <a:buClr>
                        <a:schemeClr val="tx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algn="l" eaLnBrk="0" hangingPunct="0">
                      <a:spcBef>
                        <a:spcPct val="20000"/>
                      </a:spcBef>
                      <a:buClr>
                        <a:schemeClr val="tx1"/>
                      </a:buClr>
                      <a:buSzPct val="100000"/>
                      <a:buChar char="•"/>
                      <a:defRPr kumimoji="1" sz="3200" b="1">
                        <a:solidFill>
                          <a:schemeClr val="bg2"/>
                        </a:solidFill>
                        <a:latin typeface="Times New Roman" pitchFamily="18" charset="0"/>
                        <a:ea typeface="宋体" pitchFamily="2" charset="-122"/>
                      </a:defRPr>
                    </a:lvl4pPr>
                    <a:lvl5pPr marL="2057400" indent="-228600" algn="l" eaLnBrk="0" hangingPunct="0">
                      <a:spcBef>
                        <a:spcPct val="20000"/>
                      </a:spcBef>
                      <a:buClr>
                        <a:schemeClr val="tx1"/>
                      </a:buClr>
                      <a:buSzPct val="10000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SzPct val="10000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SzPct val="10000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SzPct val="10000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SzPct val="100000"/>
                      <a:buChar char="–"/>
                      <a:defRPr kumimoji="1" sz="3200" b="1">
                        <a:solidFill>
                          <a:schemeClr val="bg2"/>
                        </a:solidFill>
                        <a:latin typeface="Times New Roman" pitchFamily="18" charset="0"/>
                        <a:ea typeface="宋体" pitchFamily="2" charset="-122"/>
                      </a:defRPr>
                    </a:lvl9pPr>
                  </a:lstStyle>
                  <a:p>
                    <a:pPr marL="0" marR="0" lvl="0" indent="0" algn="ctr" defTabSz="914400" rtl="0" eaLnBrk="0" fontAlgn="base" latinLnBrk="0" hangingPunct="0">
                      <a:lnSpc>
                        <a:spcPct val="72000"/>
                      </a:lnSpc>
                      <a:spcBef>
                        <a:spcPct val="0"/>
                      </a:spcBef>
                      <a:spcAft>
                        <a:spcPct val="0"/>
                      </a:spcAft>
                      <a:buClrTx/>
                      <a:buSzTx/>
                      <a:buFontTx/>
                      <a:buNone/>
                      <a:tabLst/>
                      <a:defRPr/>
                    </a:pPr>
                    <a:endParaRPr kumimoji="0" lang="en-US" altLang="en-US" sz="20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23582" name="Rectangle 24"/>
                  <p:cNvSpPr>
                    <a:spLocks noChangeArrowheads="1"/>
                  </p:cNvSpPr>
                  <p:nvPr/>
                </p:nvSpPr>
                <p:spPr bwMode="auto">
                  <a:xfrm>
                    <a:off x="6060" y="3405"/>
                    <a:ext cx="680" cy="1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lgn="l" eaLnBrk="0" hangingPunct="0">
                      <a:spcBef>
                        <a:spcPct val="20000"/>
                      </a:spcBef>
                      <a:buClr>
                        <a:schemeClr val="tx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algn="l" eaLnBrk="0" hangingPunct="0">
                      <a:spcBef>
                        <a:spcPct val="20000"/>
                      </a:spcBef>
                      <a:buClr>
                        <a:schemeClr val="folHlink"/>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algn="l" eaLnBrk="0" hangingPunct="0">
                      <a:spcBef>
                        <a:spcPct val="20000"/>
                      </a:spcBef>
                      <a:buClr>
                        <a:schemeClr val="tx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algn="l" eaLnBrk="0" hangingPunct="0">
                      <a:spcBef>
                        <a:spcPct val="20000"/>
                      </a:spcBef>
                      <a:buClr>
                        <a:schemeClr val="tx1"/>
                      </a:buClr>
                      <a:buSzPct val="100000"/>
                      <a:buChar char="•"/>
                      <a:defRPr kumimoji="1" sz="3200" b="1">
                        <a:solidFill>
                          <a:schemeClr val="bg2"/>
                        </a:solidFill>
                        <a:latin typeface="Times New Roman" pitchFamily="18" charset="0"/>
                        <a:ea typeface="宋体" pitchFamily="2" charset="-122"/>
                      </a:defRPr>
                    </a:lvl4pPr>
                    <a:lvl5pPr marL="2057400" indent="-228600" algn="l" eaLnBrk="0" hangingPunct="0">
                      <a:spcBef>
                        <a:spcPct val="20000"/>
                      </a:spcBef>
                      <a:buClr>
                        <a:schemeClr val="tx1"/>
                      </a:buClr>
                      <a:buSzPct val="10000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SzPct val="10000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SzPct val="10000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SzPct val="10000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SzPct val="100000"/>
                      <a:buChar char="–"/>
                      <a:defRPr kumimoji="1" sz="3200" b="1">
                        <a:solidFill>
                          <a:schemeClr val="bg2"/>
                        </a:solidFill>
                        <a:latin typeface="Times New Roman" pitchFamily="18" charset="0"/>
                        <a:ea typeface="宋体" pitchFamily="2" charset="-122"/>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zh-CN" altLang="en-US" sz="20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表达式</a:t>
                    </a:r>
                    <a:r>
                      <a:rPr kumimoji="0" lang="en-US" altLang="zh-CN" sz="20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2</a:t>
                    </a:r>
                  </a:p>
                </p:txBody>
              </p:sp>
            </p:grpSp>
            <p:sp>
              <p:nvSpPr>
                <p:cNvPr id="23573" name="Line 25"/>
                <p:cNvSpPr>
                  <a:spLocks noChangeShapeType="1"/>
                </p:cNvSpPr>
                <p:nvPr/>
              </p:nvSpPr>
              <p:spPr bwMode="auto">
                <a:xfrm>
                  <a:off x="4665" y="1440"/>
                  <a:ext cx="0" cy="312"/>
                </a:xfrm>
                <a:prstGeom prst="line">
                  <a:avLst/>
                </a:prstGeom>
                <a:noFill/>
                <a:ln w="9525">
                  <a:solidFill>
                    <a:schemeClr val="bg2"/>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FFFFFF"/>
                    </a:solidFill>
                    <a:effectLst/>
                    <a:uLnTx/>
                    <a:uFillTx/>
                    <a:latin typeface="Times New Roman"/>
                    <a:ea typeface="宋体"/>
                    <a:cs typeface="+mn-cs"/>
                  </a:endParaRPr>
                </a:p>
              </p:txBody>
            </p:sp>
            <p:sp>
              <p:nvSpPr>
                <p:cNvPr id="23574" name="Rectangle 26"/>
                <p:cNvSpPr>
                  <a:spLocks noChangeArrowheads="1"/>
                </p:cNvSpPr>
                <p:nvPr/>
              </p:nvSpPr>
              <p:spPr bwMode="auto">
                <a:xfrm>
                  <a:off x="4005" y="3720"/>
                  <a:ext cx="1247" cy="340"/>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lgn="l" eaLnBrk="0" hangingPunct="0">
                    <a:spcBef>
                      <a:spcPct val="20000"/>
                    </a:spcBef>
                    <a:buClr>
                      <a:schemeClr val="tx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algn="l" eaLnBrk="0" hangingPunct="0">
                    <a:spcBef>
                      <a:spcPct val="20000"/>
                    </a:spcBef>
                    <a:buClr>
                      <a:schemeClr val="folHlink"/>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algn="l" eaLnBrk="0" hangingPunct="0">
                    <a:spcBef>
                      <a:spcPct val="20000"/>
                    </a:spcBef>
                    <a:buClr>
                      <a:schemeClr val="tx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algn="l" eaLnBrk="0" hangingPunct="0">
                    <a:spcBef>
                      <a:spcPct val="20000"/>
                    </a:spcBef>
                    <a:buClr>
                      <a:schemeClr val="tx1"/>
                    </a:buClr>
                    <a:buSzPct val="100000"/>
                    <a:buChar char="•"/>
                    <a:defRPr kumimoji="1" sz="3200" b="1">
                      <a:solidFill>
                        <a:schemeClr val="bg2"/>
                      </a:solidFill>
                      <a:latin typeface="Times New Roman" pitchFamily="18" charset="0"/>
                      <a:ea typeface="宋体" pitchFamily="2" charset="-122"/>
                    </a:defRPr>
                  </a:lvl4pPr>
                  <a:lvl5pPr marL="2057400" indent="-228600" algn="l" eaLnBrk="0" hangingPunct="0">
                    <a:spcBef>
                      <a:spcPct val="20000"/>
                    </a:spcBef>
                    <a:buClr>
                      <a:schemeClr val="tx1"/>
                    </a:buClr>
                    <a:buSzPct val="10000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SzPct val="10000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SzPct val="10000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SzPct val="10000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SzPct val="100000"/>
                    <a:buChar char="–"/>
                    <a:defRPr kumimoji="1" sz="3200" b="1">
                      <a:solidFill>
                        <a:schemeClr val="bg2"/>
                      </a:solidFill>
                      <a:latin typeface="Times New Roman" pitchFamily="18" charset="0"/>
                      <a:ea typeface="宋体"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20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表达式</a:t>
                  </a:r>
                  <a:r>
                    <a:rPr kumimoji="0" lang="en-US" altLang="zh-CN" sz="20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3</a:t>
                  </a:r>
                </a:p>
              </p:txBody>
            </p:sp>
            <p:sp>
              <p:nvSpPr>
                <p:cNvPr id="23575" name="Rectangle 27"/>
                <p:cNvSpPr>
                  <a:spLocks noChangeArrowheads="1"/>
                </p:cNvSpPr>
                <p:nvPr/>
              </p:nvSpPr>
              <p:spPr bwMode="auto">
                <a:xfrm>
                  <a:off x="4020" y="1737"/>
                  <a:ext cx="1247" cy="340"/>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lgn="l" eaLnBrk="0" hangingPunct="0">
                    <a:spcBef>
                      <a:spcPct val="20000"/>
                    </a:spcBef>
                    <a:buClr>
                      <a:schemeClr val="tx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algn="l" eaLnBrk="0" hangingPunct="0">
                    <a:spcBef>
                      <a:spcPct val="20000"/>
                    </a:spcBef>
                    <a:buClr>
                      <a:schemeClr val="folHlink"/>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algn="l" eaLnBrk="0" hangingPunct="0">
                    <a:spcBef>
                      <a:spcPct val="20000"/>
                    </a:spcBef>
                    <a:buClr>
                      <a:schemeClr val="tx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algn="l" eaLnBrk="0" hangingPunct="0">
                    <a:spcBef>
                      <a:spcPct val="20000"/>
                    </a:spcBef>
                    <a:buClr>
                      <a:schemeClr val="tx1"/>
                    </a:buClr>
                    <a:buSzPct val="100000"/>
                    <a:buChar char="•"/>
                    <a:defRPr kumimoji="1" sz="3200" b="1">
                      <a:solidFill>
                        <a:schemeClr val="bg2"/>
                      </a:solidFill>
                      <a:latin typeface="Times New Roman" pitchFamily="18" charset="0"/>
                      <a:ea typeface="宋体" pitchFamily="2" charset="-122"/>
                    </a:defRPr>
                  </a:lvl4pPr>
                  <a:lvl5pPr marL="2057400" indent="-228600" algn="l" eaLnBrk="0" hangingPunct="0">
                    <a:spcBef>
                      <a:spcPct val="20000"/>
                    </a:spcBef>
                    <a:buClr>
                      <a:schemeClr val="tx1"/>
                    </a:buClr>
                    <a:buSzPct val="10000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SzPct val="10000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SzPct val="10000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SzPct val="10000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SzPct val="100000"/>
                    <a:buChar char="–"/>
                    <a:defRPr kumimoji="1" sz="3200" b="1">
                      <a:solidFill>
                        <a:schemeClr val="bg2"/>
                      </a:solidFill>
                      <a:latin typeface="Times New Roman" pitchFamily="18" charset="0"/>
                      <a:ea typeface="宋体"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20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表达式</a:t>
                  </a:r>
                  <a:r>
                    <a:rPr kumimoji="0" lang="en-US" altLang="zh-CN" sz="20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1</a:t>
                  </a:r>
                </a:p>
              </p:txBody>
            </p:sp>
            <p:grpSp>
              <p:nvGrpSpPr>
                <p:cNvPr id="23576" name="Group 28"/>
                <p:cNvGrpSpPr>
                  <a:grpSpLocks/>
                </p:cNvGrpSpPr>
                <p:nvPr/>
              </p:nvGrpSpPr>
              <p:grpSpPr bwMode="auto">
                <a:xfrm>
                  <a:off x="4665" y="4537"/>
                  <a:ext cx="822" cy="283"/>
                  <a:chOff x="4650" y="4642"/>
                  <a:chExt cx="822" cy="283"/>
                </a:xfrm>
              </p:grpSpPr>
              <p:sp>
                <p:nvSpPr>
                  <p:cNvPr id="23578" name="Line 30"/>
                  <p:cNvSpPr>
                    <a:spLocks noChangeShapeType="1"/>
                  </p:cNvSpPr>
                  <p:nvPr/>
                </p:nvSpPr>
                <p:spPr bwMode="auto">
                  <a:xfrm flipH="1">
                    <a:off x="4650" y="4642"/>
                    <a:ext cx="822"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FFFFFF"/>
                      </a:solidFill>
                      <a:effectLst/>
                      <a:uLnTx/>
                      <a:uFillTx/>
                      <a:latin typeface="Times New Roman"/>
                      <a:ea typeface="宋体"/>
                      <a:cs typeface="+mn-cs"/>
                    </a:endParaRPr>
                  </a:p>
                </p:txBody>
              </p:sp>
              <p:sp>
                <p:nvSpPr>
                  <p:cNvPr id="23579" name="Line 31"/>
                  <p:cNvSpPr>
                    <a:spLocks noChangeShapeType="1"/>
                  </p:cNvSpPr>
                  <p:nvPr/>
                </p:nvSpPr>
                <p:spPr bwMode="auto">
                  <a:xfrm>
                    <a:off x="4650" y="4642"/>
                    <a:ext cx="0" cy="283"/>
                  </a:xfrm>
                  <a:prstGeom prst="line">
                    <a:avLst/>
                  </a:prstGeom>
                  <a:noFill/>
                  <a:ln w="9525">
                    <a:solidFill>
                      <a:schemeClr val="bg2"/>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FFFFFF"/>
                      </a:solidFill>
                      <a:effectLst/>
                      <a:uLnTx/>
                      <a:uFillTx/>
                      <a:latin typeface="Times New Roman"/>
                      <a:ea typeface="宋体"/>
                      <a:cs typeface="+mn-cs"/>
                    </a:endParaRPr>
                  </a:p>
                </p:txBody>
              </p:sp>
            </p:grpSp>
          </p:grpSp>
        </p:grpSp>
        <p:sp>
          <p:nvSpPr>
            <p:cNvPr id="23559" name="Rectangle 33"/>
            <p:cNvSpPr>
              <a:spLocks noChangeArrowheads="1"/>
            </p:cNvSpPr>
            <p:nvPr/>
          </p:nvSpPr>
          <p:spPr bwMode="auto">
            <a:xfrm>
              <a:off x="6534" y="12678"/>
              <a:ext cx="2835"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2"/>
                  </a:solidFill>
                  <a:miter lim="800000"/>
                  <a:headEnd/>
                  <a:tailEnd/>
                </a14:hiddenLine>
              </a:ext>
            </a:extLst>
          </p:spPr>
          <p:txBody>
            <a:bodyPr lIns="0" tIns="0" rIns="0" bIns="0"/>
            <a:lstStyle>
              <a:lvl1pPr algn="l" eaLnBrk="0" hangingPunct="0">
                <a:spcBef>
                  <a:spcPct val="20000"/>
                </a:spcBef>
                <a:buClr>
                  <a:schemeClr val="tx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algn="l" eaLnBrk="0" hangingPunct="0">
                <a:spcBef>
                  <a:spcPct val="20000"/>
                </a:spcBef>
                <a:buClr>
                  <a:schemeClr val="folHlink"/>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algn="l" eaLnBrk="0" hangingPunct="0">
                <a:spcBef>
                  <a:spcPct val="20000"/>
                </a:spcBef>
                <a:buClr>
                  <a:schemeClr val="tx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algn="l" eaLnBrk="0" hangingPunct="0">
                <a:spcBef>
                  <a:spcPct val="20000"/>
                </a:spcBef>
                <a:buClr>
                  <a:schemeClr val="tx1"/>
                </a:buClr>
                <a:buSzPct val="100000"/>
                <a:buChar char="•"/>
                <a:defRPr kumimoji="1" sz="3200" b="1">
                  <a:solidFill>
                    <a:schemeClr val="bg2"/>
                  </a:solidFill>
                  <a:latin typeface="Times New Roman" pitchFamily="18" charset="0"/>
                  <a:ea typeface="宋体" pitchFamily="2" charset="-122"/>
                </a:defRPr>
              </a:lvl4pPr>
              <a:lvl5pPr marL="2057400" indent="-228600" algn="l" eaLnBrk="0" hangingPunct="0">
                <a:spcBef>
                  <a:spcPct val="20000"/>
                </a:spcBef>
                <a:buClr>
                  <a:schemeClr val="tx1"/>
                </a:buClr>
                <a:buSzPct val="10000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SzPct val="10000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SzPct val="10000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SzPct val="10000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SzPct val="100000"/>
                <a:buChar char="–"/>
                <a:defRPr kumimoji="1" sz="3200" b="1">
                  <a:solidFill>
                    <a:schemeClr val="bg2"/>
                  </a:solidFill>
                  <a:latin typeface="Times New Roman" pitchFamily="18" charset="0"/>
                  <a:ea typeface="宋体" pitchFamily="2" charset="-122"/>
                </a:defRPr>
              </a:lvl9pPr>
            </a:lstStyle>
            <a:p>
              <a:pPr marL="0" marR="0" lvl="0" indent="0" algn="ctr" defTabSz="914400" rtl="0" eaLnBrk="0" fontAlgn="base" latinLnBrk="0" hangingPunct="0">
                <a:lnSpc>
                  <a:spcPct val="88000"/>
                </a:lnSpc>
                <a:spcBef>
                  <a:spcPct val="0"/>
                </a:spcBef>
                <a:spcAft>
                  <a:spcPct val="0"/>
                </a:spcAft>
                <a:buClrTx/>
                <a:buSzTx/>
                <a:buFontTx/>
                <a:buNone/>
                <a:tabLst/>
                <a:defRPr/>
              </a:pPr>
              <a:r>
                <a:rPr kumimoji="0" lang="en-US" altLang="zh-CN" sz="20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mn-cs"/>
                </a:rPr>
                <a:t>for</a:t>
              </a:r>
              <a:r>
                <a:rPr kumimoji="0" lang="zh-CN" altLang="en-US" sz="20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mn-cs"/>
                </a:rPr>
                <a:t>语句流程图</a:t>
              </a:r>
            </a:p>
          </p:txBody>
        </p:sp>
      </p:grpSp>
      <p:sp>
        <p:nvSpPr>
          <p:cNvPr id="37" name="Rectangle 2"/>
          <p:cNvSpPr txBox="1">
            <a:spLocks noChangeArrowheads="1"/>
          </p:cNvSpPr>
          <p:nvPr/>
        </p:nvSpPr>
        <p:spPr>
          <a:xfrm>
            <a:off x="812800" y="304800"/>
            <a:ext cx="10363200" cy="609600"/>
          </a:xfrm>
          <a:prstGeom prst="rect">
            <a:avLst/>
          </a:prstGeom>
        </p:spPr>
        <p:txBody>
          <a:bodyPr vert="horz" wrap="square" lIns="90170" tIns="46990" rIns="90170" bIns="46990" rtlCol="0" anchor="ctr" anchorCtr="0">
            <a:noAutofit/>
          </a:bodyPr>
          <a:lstStyle>
            <a:lvl1pPr marL="0" marR="0" algn="l" defTabSz="914400" rtl="0" eaLnBrk="1" fontAlgn="auto" latinLnBrk="0" hangingPunct="1">
              <a:lnSpc>
                <a:spcPct val="100000"/>
              </a:lnSpc>
              <a:spcBef>
                <a:spcPct val="0"/>
              </a:spcBef>
              <a:buNone/>
              <a:defRPr kumimoji="0" lang="zh-CN" altLang="en-US" sz="36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3600" b="1" i="0" u="none" strike="noStrike" kern="1200" cap="none" spc="200" normalizeH="0" baseline="0" noProof="1">
                <a:ln>
                  <a:noFill/>
                </a:ln>
                <a:solidFill>
                  <a:srgbClr val="000000"/>
                </a:solidFill>
                <a:effectLst/>
                <a:uLnTx/>
                <a:uFillTx/>
                <a:latin typeface="Arial" panose="020B0604020202020204" pitchFamily="34" charset="0"/>
                <a:ea typeface="微软雅黑" panose="020B0503020204020204" charset="-122"/>
                <a:cs typeface="+mj-cs"/>
                <a:sym typeface="+mn-ea"/>
              </a:rPr>
              <a:t>3.3.3 for </a:t>
            </a:r>
            <a:r>
              <a:rPr kumimoji="0" lang="zh-CN" altLang="en-US" sz="3600" b="1" i="0" u="none" strike="noStrike" kern="1200" cap="none" spc="200" normalizeH="0" baseline="0" noProof="1">
                <a:ln>
                  <a:noFill/>
                </a:ln>
                <a:solidFill>
                  <a:srgbClr val="000000"/>
                </a:solidFill>
                <a:effectLst/>
                <a:uLnTx/>
                <a:uFillTx/>
                <a:latin typeface="Arial" panose="020B0604020202020204" pitchFamily="34" charset="0"/>
                <a:ea typeface="微软雅黑" panose="020B0503020204020204" charset="-122"/>
                <a:cs typeface="+mj-cs"/>
                <a:sym typeface="+mn-ea"/>
              </a:rPr>
              <a:t>语句</a:t>
            </a:r>
          </a:p>
        </p:txBody>
      </p:sp>
      <p:sp>
        <p:nvSpPr>
          <p:cNvPr id="38" name="Text Box 35"/>
          <p:cNvSpPr txBox="1">
            <a:spLocks noChangeArrowheads="1"/>
          </p:cNvSpPr>
          <p:nvPr/>
        </p:nvSpPr>
        <p:spPr bwMode="auto">
          <a:xfrm>
            <a:off x="4398254" y="4180344"/>
            <a:ext cx="4019049" cy="2677656"/>
          </a:xfrm>
          <a:prstGeom prst="rect">
            <a:avLst/>
          </a:prstGeom>
          <a:solidFill>
            <a:schemeClr val="accent4"/>
          </a:solidFill>
          <a:ln w="12700" cap="sq">
            <a:solidFill>
              <a:schemeClr val="bg1"/>
            </a:solidFill>
            <a:miter lim="800000"/>
            <a:headEnd type="none" w="sm" len="sm"/>
            <a:tailEnd type="none" w="sm" len="sm"/>
          </a:ln>
          <a:effectLst/>
        </p:spPr>
        <p:txBody>
          <a:bodyPr wrap="none">
            <a:spAutoFit/>
          </a:bodyPr>
          <a:lstStyle>
            <a:lvl1pPr algn="l" eaLnBrk="0" hangingPunct="0">
              <a:spcBef>
                <a:spcPct val="20000"/>
              </a:spcBef>
              <a:buClr>
                <a:schemeClr val="tx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algn="l" eaLnBrk="0" hangingPunct="0">
              <a:spcBef>
                <a:spcPct val="20000"/>
              </a:spcBef>
              <a:buClr>
                <a:schemeClr val="folHlink"/>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algn="l" eaLnBrk="0" hangingPunct="0">
              <a:spcBef>
                <a:spcPct val="20000"/>
              </a:spcBef>
              <a:buClr>
                <a:schemeClr val="tx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algn="l" eaLnBrk="0" hangingPunct="0">
              <a:spcBef>
                <a:spcPct val="20000"/>
              </a:spcBef>
              <a:buClr>
                <a:schemeClr val="tx1"/>
              </a:buClr>
              <a:buSzPct val="100000"/>
              <a:buChar char="•"/>
              <a:defRPr kumimoji="1" sz="3200" b="1">
                <a:solidFill>
                  <a:schemeClr val="bg2"/>
                </a:solidFill>
                <a:latin typeface="Times New Roman" pitchFamily="18" charset="0"/>
                <a:ea typeface="宋体" pitchFamily="2" charset="-122"/>
              </a:defRPr>
            </a:lvl4pPr>
            <a:lvl5pPr marL="2057400" indent="-228600" algn="l" eaLnBrk="0" hangingPunct="0">
              <a:spcBef>
                <a:spcPct val="20000"/>
              </a:spcBef>
              <a:buClr>
                <a:schemeClr val="tx1"/>
              </a:buClr>
              <a:buSzPct val="10000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SzPct val="10000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SzPct val="10000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SzPct val="10000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SzPct val="100000"/>
              <a:buChar char="–"/>
              <a:defRPr kumimoji="1" sz="3200" b="1">
                <a:solidFill>
                  <a:schemeClr val="bg2"/>
                </a:solidFill>
                <a:latin typeface="Times New Roman" pitchFamily="18" charset="0"/>
                <a:ea typeface="宋体"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24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Times New Roman" pitchFamily="18" charset="0"/>
              </a:rPr>
              <a:t>Eg3.6 </a:t>
            </a:r>
            <a:r>
              <a:rPr kumimoji="1" lang="zh-CN" altLang="en-US" sz="24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Times New Roman" pitchFamily="18" charset="0"/>
              </a:rPr>
              <a:t>输入</a:t>
            </a:r>
            <a:r>
              <a:rPr kumimoji="1" lang="en-US" altLang="zh-CN" sz="24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Times New Roman" pitchFamily="18" charset="0"/>
              </a:rPr>
              <a:t>100</a:t>
            </a:r>
            <a:r>
              <a:rPr kumimoji="1" lang="zh-CN" altLang="en-US" sz="24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Times New Roman" pitchFamily="18" charset="0"/>
              </a:rPr>
              <a:t>个实数求和。</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24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Times New Roman" pitchFamily="18" charset="0"/>
              </a:rPr>
              <a:t>sum = 0; </a:t>
            </a:r>
            <a:r>
              <a:rPr kumimoji="1" lang="en-US" altLang="zh-CN" sz="2400" b="1" i="0" u="none" strike="noStrike" kern="1200" cap="none" spc="0" normalizeH="0" baseline="0" noProof="0" dirty="0" err="1">
                <a:ln>
                  <a:noFill/>
                </a:ln>
                <a:solidFill>
                  <a:srgbClr val="3333FF"/>
                </a:solidFill>
                <a:effectLst/>
                <a:uLnTx/>
                <a:uFillTx/>
                <a:latin typeface="Times New Roman" pitchFamily="18" charset="0"/>
                <a:ea typeface="宋体" pitchFamily="2" charset="-122"/>
                <a:cs typeface="Times New Roman" pitchFamily="18" charset="0"/>
              </a:rPr>
              <a:t>i</a:t>
            </a:r>
            <a:r>
              <a:rPr kumimoji="1" lang="en-US" altLang="zh-CN" sz="24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Times New Roman" pitchFamily="18" charset="0"/>
              </a:rPr>
              <a:t> = 1;</a:t>
            </a:r>
            <a:r>
              <a:rPr kumimoji="1" lang="en-US" altLang="zh-CN"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while(</a:t>
            </a:r>
            <a:r>
              <a:rPr kumimoji="1" lang="en-US" altLang="zh-CN" sz="2400" b="1" i="0" u="none" strike="noStrike" kern="1200" cap="none" spc="0" normalizeH="0" baseline="0" noProof="0" dirty="0" err="1">
                <a:ln>
                  <a:noFill/>
                </a:ln>
                <a:solidFill>
                  <a:srgbClr val="CC00CC"/>
                </a:solidFill>
                <a:effectLst/>
                <a:uLnTx/>
                <a:uFillTx/>
                <a:latin typeface="Times New Roman" pitchFamily="18" charset="0"/>
                <a:ea typeface="宋体" pitchFamily="2" charset="-122"/>
                <a:cs typeface="Times New Roman" pitchFamily="18" charset="0"/>
              </a:rPr>
              <a:t>i</a:t>
            </a:r>
            <a:r>
              <a:rPr kumimoji="1" lang="en-US" altLang="zh-CN" sz="2400" b="1" i="0" u="none" strike="noStrike" kern="1200" cap="none" spc="0" normalizeH="0" baseline="0" noProof="0" dirty="0">
                <a:ln>
                  <a:noFill/>
                </a:ln>
                <a:solidFill>
                  <a:srgbClr val="CC00CC"/>
                </a:solidFill>
                <a:effectLst/>
                <a:uLnTx/>
                <a:uFillTx/>
                <a:latin typeface="Times New Roman" pitchFamily="18" charset="0"/>
                <a:ea typeface="宋体" pitchFamily="2" charset="-122"/>
                <a:cs typeface="Times New Roman" pitchFamily="18" charset="0"/>
              </a:rPr>
              <a:t> &lt;= 100</a:t>
            </a:r>
            <a:r>
              <a:rPr kumimoji="1" lang="en-US" altLang="zh-CN"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a:t>
            </a:r>
            <a:r>
              <a:rPr kumimoji="1" lang="en-US" altLang="zh-CN" sz="24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Times New Roman" pitchFamily="18" charset="0"/>
              </a:rPr>
              <a:t>{</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a:t>
            </a:r>
            <a:r>
              <a:rPr kumimoji="1" lang="en-US" altLang="zh-CN" sz="24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Times New Roman" pitchFamily="18" charset="0"/>
              </a:rPr>
              <a:t>scanf</a:t>
            </a:r>
            <a:r>
              <a:rPr kumimoji="1" lang="en-US" altLang="zh-CN"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%lf", &amp;x);</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a:t>
            </a:r>
            <a:r>
              <a:rPr kumimoji="1" lang="zh-CN" altLang="en-US"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a:t>
            </a:r>
            <a:r>
              <a:rPr kumimoji="1" lang="en-US" altLang="zh-CN"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sum += x;   </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a:t>
            </a:r>
            <a:r>
              <a:rPr kumimoji="1" lang="zh-CN" altLang="en-US"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a:t>
            </a:r>
            <a:r>
              <a:rPr kumimoji="1" lang="en-US" altLang="zh-CN" sz="2400" b="1" i="0" u="none" strike="noStrike" kern="1200" cap="none" spc="0" normalizeH="0" baseline="0" noProof="0" dirty="0" err="1">
                <a:ln>
                  <a:noFill/>
                </a:ln>
                <a:solidFill>
                  <a:srgbClr val="00CCCC"/>
                </a:solidFill>
                <a:effectLst/>
                <a:uLnTx/>
                <a:uFillTx/>
                <a:latin typeface="Times New Roman" pitchFamily="18" charset="0"/>
                <a:ea typeface="宋体" pitchFamily="2" charset="-122"/>
                <a:cs typeface="Times New Roman" pitchFamily="18" charset="0"/>
              </a:rPr>
              <a:t>i</a:t>
            </a:r>
            <a:r>
              <a:rPr kumimoji="1" lang="en-US" altLang="zh-CN" sz="2400" b="1" i="0" u="none" strike="noStrike" kern="1200" cap="none" spc="0" normalizeH="0" baseline="0" noProof="0" dirty="0">
                <a:ln>
                  <a:noFill/>
                </a:ln>
                <a:solidFill>
                  <a:srgbClr val="00CCCC"/>
                </a:solidFill>
                <a:effectLst/>
                <a:uLnTx/>
                <a:uFillTx/>
                <a:latin typeface="Times New Roman" pitchFamily="18" charset="0"/>
                <a:ea typeface="宋体" pitchFamily="2" charset="-122"/>
                <a:cs typeface="Times New Roman" pitchFamily="18" charset="0"/>
              </a:rPr>
              <a:t>++;</a:t>
            </a:r>
            <a:r>
              <a:rPr kumimoji="1" lang="en-US" altLang="zh-CN" sz="24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Times New Roman" pitchFamily="18" charset="0"/>
              </a:rPr>
              <a:t>       </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24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Times New Roman" pitchFamily="18" charset="0"/>
              </a:rPr>
              <a:t> }</a:t>
            </a:r>
            <a:r>
              <a:rPr kumimoji="1" lang="en-US" altLang="zh-CN"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a:t>
            </a:r>
          </a:p>
        </p:txBody>
      </p:sp>
      <p:sp>
        <p:nvSpPr>
          <p:cNvPr id="4" name="矩形 3"/>
          <p:cNvSpPr/>
          <p:nvPr/>
        </p:nvSpPr>
        <p:spPr>
          <a:xfrm>
            <a:off x="6175756" y="129570"/>
            <a:ext cx="4957639" cy="1569660"/>
          </a:xfrm>
          <a:prstGeom prst="rect">
            <a:avLst/>
          </a:prstGeom>
          <a:solidFill>
            <a:schemeClr val="accent4"/>
          </a:solidFill>
          <a:ln w="12700" cap="sq">
            <a:solidFill>
              <a:schemeClr val="bg1"/>
            </a:solidFill>
            <a:miter lim="800000"/>
            <a:headEnd type="none" w="sm" len="sm"/>
            <a:tailEnd type="none" w="sm" len="sm"/>
          </a:ln>
          <a:effectLst/>
        </p:spPr>
        <p:txBody>
          <a:bodyPr wrap="none">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zh-CN" altLang="en-US" sz="24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Times New Roman" pitchFamily="18" charset="0"/>
              </a:rPr>
              <a:t>　</a:t>
            </a:r>
            <a:r>
              <a:rPr kumimoji="1" lang="en-US" altLang="zh-CN" sz="24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Times New Roman" pitchFamily="18" charset="0"/>
              </a:rPr>
              <a:t>for(</a:t>
            </a:r>
            <a:r>
              <a:rPr kumimoji="1" lang="en-US" altLang="zh-CN" sz="24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Times New Roman" pitchFamily="18" charset="0"/>
              </a:rPr>
              <a:t>sum = 0, </a:t>
            </a:r>
            <a:r>
              <a:rPr kumimoji="1" lang="en-US" altLang="zh-CN" sz="2400" b="1" i="0" u="none" strike="noStrike" kern="1200" cap="none" spc="0" normalizeH="0" baseline="0" noProof="0" dirty="0" err="1">
                <a:ln>
                  <a:noFill/>
                </a:ln>
                <a:solidFill>
                  <a:srgbClr val="3333FF"/>
                </a:solidFill>
                <a:effectLst/>
                <a:uLnTx/>
                <a:uFillTx/>
                <a:latin typeface="Times New Roman" pitchFamily="18" charset="0"/>
                <a:ea typeface="宋体" pitchFamily="2" charset="-122"/>
                <a:cs typeface="Times New Roman" pitchFamily="18" charset="0"/>
              </a:rPr>
              <a:t>i</a:t>
            </a:r>
            <a:r>
              <a:rPr kumimoji="1" lang="en-US" altLang="zh-CN" sz="2400" b="1" i="0" u="none" strike="noStrike" kern="1200" cap="none" spc="0" normalizeH="0" baseline="0" noProof="0" dirty="0">
                <a:ln>
                  <a:noFill/>
                </a:ln>
                <a:solidFill>
                  <a:srgbClr val="3333FF"/>
                </a:solidFill>
                <a:effectLst/>
                <a:uLnTx/>
                <a:uFillTx/>
                <a:latin typeface="Times New Roman" pitchFamily="18" charset="0"/>
                <a:ea typeface="宋体" pitchFamily="2" charset="-122"/>
                <a:cs typeface="Times New Roman" pitchFamily="18" charset="0"/>
              </a:rPr>
              <a:t> = 1</a:t>
            </a:r>
            <a:r>
              <a:rPr kumimoji="1" lang="en-US" altLang="zh-CN" sz="24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Times New Roman" pitchFamily="18" charset="0"/>
              </a:rPr>
              <a:t>;</a:t>
            </a:r>
            <a:r>
              <a:rPr kumimoji="1" lang="en-US" altLang="zh-CN" sz="2400" b="1" i="0" u="none" strike="noStrike" kern="1200" cap="none" spc="0" normalizeH="0" baseline="0" noProof="0" dirty="0">
                <a:ln>
                  <a:noFill/>
                </a:ln>
                <a:solidFill>
                  <a:srgbClr val="EB27C6"/>
                </a:solidFill>
                <a:effectLst/>
                <a:uLnTx/>
                <a:uFillTx/>
                <a:latin typeface="Times New Roman" pitchFamily="18" charset="0"/>
                <a:ea typeface="宋体" pitchFamily="2" charset="-122"/>
                <a:cs typeface="Times New Roman" pitchFamily="18" charset="0"/>
              </a:rPr>
              <a:t> </a:t>
            </a:r>
            <a:r>
              <a:rPr kumimoji="1" lang="en-US" altLang="zh-CN" sz="2400" b="1" i="0" u="none" strike="noStrike" kern="1200" cap="none" spc="0" normalizeH="0" baseline="0" noProof="0" dirty="0" err="1">
                <a:ln>
                  <a:noFill/>
                </a:ln>
                <a:solidFill>
                  <a:srgbClr val="EB27C6"/>
                </a:solidFill>
                <a:effectLst/>
                <a:uLnTx/>
                <a:uFillTx/>
                <a:latin typeface="Times New Roman" pitchFamily="18" charset="0"/>
                <a:ea typeface="宋体" pitchFamily="2" charset="-122"/>
                <a:cs typeface="Times New Roman" pitchFamily="18" charset="0"/>
              </a:rPr>
              <a:t>i</a:t>
            </a:r>
            <a:r>
              <a:rPr kumimoji="1" lang="en-US" altLang="zh-CN" sz="2400" b="1" i="0" u="none" strike="noStrike" kern="1200" cap="none" spc="0" normalizeH="0" baseline="0" noProof="0" dirty="0">
                <a:ln>
                  <a:noFill/>
                </a:ln>
                <a:solidFill>
                  <a:srgbClr val="EB27C6"/>
                </a:solidFill>
                <a:effectLst/>
                <a:uLnTx/>
                <a:uFillTx/>
                <a:latin typeface="Times New Roman" pitchFamily="18" charset="0"/>
                <a:ea typeface="宋体" pitchFamily="2" charset="-122"/>
                <a:cs typeface="Times New Roman" pitchFamily="18" charset="0"/>
              </a:rPr>
              <a:t> &lt;= 100</a:t>
            </a:r>
            <a:r>
              <a:rPr kumimoji="1" lang="en-US" altLang="zh-CN" sz="24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Times New Roman" pitchFamily="18" charset="0"/>
              </a:rPr>
              <a:t>; </a:t>
            </a:r>
            <a:r>
              <a:rPr kumimoji="1" lang="en-US" altLang="zh-CN" sz="2400" b="1" i="0" u="none" strike="noStrike" kern="1200" cap="none" spc="0" normalizeH="0" baseline="0" noProof="0" dirty="0" err="1">
                <a:ln>
                  <a:noFill/>
                </a:ln>
                <a:solidFill>
                  <a:srgbClr val="54A5BF"/>
                </a:solidFill>
                <a:effectLst/>
                <a:uLnTx/>
                <a:uFillTx/>
                <a:latin typeface="Times New Roman" pitchFamily="18" charset="0"/>
                <a:ea typeface="宋体" pitchFamily="2" charset="-122"/>
                <a:cs typeface="Times New Roman" pitchFamily="18" charset="0"/>
              </a:rPr>
              <a:t>i</a:t>
            </a:r>
            <a:r>
              <a:rPr kumimoji="1" lang="en-US" altLang="zh-CN" sz="2400" b="1" i="0" u="none" strike="noStrike" kern="1200" cap="none" spc="0" normalizeH="0" baseline="0" noProof="0" dirty="0">
                <a:ln>
                  <a:noFill/>
                </a:ln>
                <a:solidFill>
                  <a:srgbClr val="54A5BF"/>
                </a:solidFill>
                <a:effectLst/>
                <a:uLnTx/>
                <a:uFillTx/>
                <a:latin typeface="Times New Roman" pitchFamily="18" charset="0"/>
                <a:ea typeface="宋体" pitchFamily="2" charset="-122"/>
                <a:cs typeface="Times New Roman" pitchFamily="18" charset="0"/>
              </a:rPr>
              <a:t>++ </a:t>
            </a:r>
            <a:r>
              <a:rPr kumimoji="1" lang="en-US" altLang="zh-CN" sz="24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Times New Roman" pitchFamily="18" charset="0"/>
              </a:rPr>
              <a:t>){</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zh-CN" altLang="en-US" sz="24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Times New Roman" pitchFamily="18" charset="0"/>
              </a:rPr>
              <a:t>　      </a:t>
            </a:r>
            <a:r>
              <a:rPr kumimoji="1" lang="en-US" altLang="zh-CN" sz="2400" b="1" i="0" u="none" strike="noStrike" kern="1200" cap="none" spc="0" normalizeH="0" baseline="0" noProof="0" dirty="0" err="1">
                <a:ln>
                  <a:noFill/>
                </a:ln>
                <a:solidFill>
                  <a:srgbClr val="6600CC"/>
                </a:solidFill>
                <a:effectLst/>
                <a:uLnTx/>
                <a:uFillTx/>
                <a:latin typeface="Times New Roman" pitchFamily="18" charset="0"/>
                <a:ea typeface="宋体" pitchFamily="2" charset="-122"/>
                <a:cs typeface="Times New Roman" pitchFamily="18" charset="0"/>
              </a:rPr>
              <a:t>scanf</a:t>
            </a:r>
            <a:r>
              <a:rPr kumimoji="1" lang="en-US" altLang="zh-CN" sz="24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Times New Roman" pitchFamily="18" charset="0"/>
              </a:rPr>
              <a:t>(" %lf", &amp;x);</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zh-CN" altLang="en-US" sz="24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Times New Roman" pitchFamily="18" charset="0"/>
              </a:rPr>
              <a:t>　      </a:t>
            </a:r>
            <a:r>
              <a:rPr kumimoji="1" lang="en-US" altLang="zh-CN" sz="24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Times New Roman" pitchFamily="18" charset="0"/>
              </a:rPr>
              <a:t>sum += x;</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zh-CN" altLang="en-US" sz="24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Times New Roman" pitchFamily="18" charset="0"/>
              </a:rPr>
              <a:t>　</a:t>
            </a:r>
            <a:r>
              <a:rPr kumimoji="1" lang="en-US" altLang="zh-CN" sz="24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Times New Roman" pitchFamily="18" charset="0"/>
              </a:rPr>
              <a:t>}</a:t>
            </a:r>
          </a:p>
        </p:txBody>
      </p:sp>
    </p:spTree>
    <p:extLst>
      <p:ext uri="{BB962C8B-B14F-4D97-AF65-F5344CB8AC3E}">
        <p14:creationId xmlns:p14="http://schemas.microsoft.com/office/powerpoint/2010/main" val="2321756483"/>
      </p:ext>
    </p:extLst>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123">
                                            <p:txEl>
                                              <p:pRg st="7" end="7"/>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123">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123">
                                            <p:txEl>
                                              <p:pRg st="10" end="1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123">
                                            <p:txEl>
                                              <p:pRg st="11" end="1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123">
                                            <p:txEl>
                                              <p:pRg st="12" end="1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123">
                                            <p:txEl>
                                              <p:pRg st="13" end="1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4" grpId="0" animBg="1"/>
    </p:bld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866" name="Text Box 2"/>
          <p:cNvSpPr txBox="1">
            <a:spLocks noChangeArrowheads="1"/>
          </p:cNvSpPr>
          <p:nvPr/>
        </p:nvSpPr>
        <p:spPr bwMode="auto">
          <a:xfrm>
            <a:off x="164773" y="231849"/>
            <a:ext cx="11618383" cy="6740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algn="l" eaLnBrk="0" hangingPunct="0">
              <a:spcBef>
                <a:spcPct val="20000"/>
              </a:spcBef>
              <a:buClr>
                <a:schemeClr val="folHlink"/>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algn="l" eaLnBrk="0" hangingPunct="0">
              <a:spcBef>
                <a:spcPct val="20000"/>
              </a:spcBef>
              <a:buClr>
                <a:schemeClr val="tx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algn="l" eaLnBrk="0" hangingPunct="0">
              <a:spcBef>
                <a:spcPct val="20000"/>
              </a:spcBef>
              <a:buClr>
                <a:schemeClr val="tx1"/>
              </a:buClr>
              <a:buSzPct val="100000"/>
              <a:buChar char="•"/>
              <a:defRPr kumimoji="1" sz="3200" b="1">
                <a:solidFill>
                  <a:schemeClr val="bg2"/>
                </a:solidFill>
                <a:latin typeface="Times New Roman" pitchFamily="18" charset="0"/>
                <a:ea typeface="宋体" pitchFamily="2" charset="-122"/>
              </a:defRPr>
            </a:lvl4pPr>
            <a:lvl5pPr marL="2057400" indent="-228600" algn="l" eaLnBrk="0" hangingPunct="0">
              <a:spcBef>
                <a:spcPct val="20000"/>
              </a:spcBef>
              <a:buClr>
                <a:schemeClr val="tx1"/>
              </a:buClr>
              <a:buSzPct val="10000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SzPct val="10000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SzPct val="10000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SzPct val="10000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SzPct val="100000"/>
              <a:buChar char="–"/>
              <a:defRPr kumimoji="1" sz="3200" b="1">
                <a:solidFill>
                  <a:schemeClr val="bg2"/>
                </a:solidFill>
                <a:latin typeface="Times New Roman" pitchFamily="18" charset="0"/>
                <a:ea typeface="宋体" pitchFamily="2" charset="-122"/>
              </a:defRPr>
            </a:lvl9pPr>
          </a:lstStyle>
          <a:p>
            <a:pPr lvl="0" eaLnBrk="1" fontAlgn="base" hangingPunct="1">
              <a:spcBef>
                <a:spcPct val="0"/>
              </a:spcBef>
              <a:spcAft>
                <a:spcPct val="0"/>
              </a:spcAft>
              <a:buClrTx/>
              <a:buSzTx/>
              <a:buNone/>
            </a:pPr>
            <a:r>
              <a:rPr lang="en-US" altLang="zh-CN" sz="2400" dirty="0">
                <a:solidFill>
                  <a:srgbClr val="000000"/>
                </a:solidFill>
              </a:rPr>
              <a:t>【</a:t>
            </a:r>
            <a:r>
              <a:rPr lang="zh-CN" altLang="en-US" sz="2400" dirty="0">
                <a:solidFill>
                  <a:srgbClr val="000000"/>
                </a:solidFill>
              </a:rPr>
              <a:t>例 </a:t>
            </a:r>
            <a:r>
              <a:rPr lang="en-US" altLang="zh-CN" sz="2400" dirty="0">
                <a:solidFill>
                  <a:srgbClr val="000000"/>
                </a:solidFill>
              </a:rPr>
              <a:t>3.9】</a:t>
            </a:r>
            <a:r>
              <a:rPr lang="zh-CN" altLang="en-US" sz="2400" dirty="0">
                <a:solidFill>
                  <a:srgbClr val="000000"/>
                </a:solidFill>
              </a:rPr>
              <a:t>输入 </a:t>
            </a:r>
            <a:r>
              <a:rPr lang="en-US" altLang="zh-CN" sz="2400" dirty="0">
                <a:solidFill>
                  <a:srgbClr val="000000"/>
                </a:solidFill>
              </a:rPr>
              <a:t>100 </a:t>
            </a:r>
            <a:r>
              <a:rPr lang="zh-CN" altLang="en-US" sz="2400" dirty="0">
                <a:solidFill>
                  <a:srgbClr val="000000"/>
                </a:solidFill>
              </a:rPr>
              <a:t>个整数，找出最小值并输出。</a:t>
            </a:r>
          </a:p>
          <a:p>
            <a:pPr lvl="0" eaLnBrk="1" fontAlgn="base" hangingPunct="1">
              <a:spcBef>
                <a:spcPct val="0"/>
              </a:spcBef>
              <a:spcAft>
                <a:spcPct val="0"/>
              </a:spcAft>
              <a:buClrTx/>
              <a:buSzTx/>
              <a:buNone/>
            </a:pPr>
            <a:r>
              <a:rPr lang="en-US" altLang="zh-CN" sz="2400" dirty="0">
                <a:solidFill>
                  <a:srgbClr val="000000"/>
                </a:solidFill>
              </a:rPr>
              <a:t>#include &lt;</a:t>
            </a:r>
            <a:r>
              <a:rPr lang="en-US" altLang="zh-CN" sz="2400" dirty="0" err="1">
                <a:solidFill>
                  <a:srgbClr val="000000"/>
                </a:solidFill>
              </a:rPr>
              <a:t>stdio.h</a:t>
            </a:r>
            <a:r>
              <a:rPr lang="en-US" altLang="zh-CN" sz="2400" dirty="0">
                <a:solidFill>
                  <a:srgbClr val="000000"/>
                </a:solidFill>
              </a:rPr>
              <a:t>&gt;</a:t>
            </a:r>
          </a:p>
          <a:p>
            <a:pPr lvl="0" eaLnBrk="1" fontAlgn="base" hangingPunct="1">
              <a:spcBef>
                <a:spcPct val="0"/>
              </a:spcBef>
              <a:spcAft>
                <a:spcPct val="0"/>
              </a:spcAft>
              <a:buClrTx/>
              <a:buSzTx/>
              <a:buNone/>
            </a:pPr>
            <a:r>
              <a:rPr lang="en-US" altLang="zh-CN" sz="2400" dirty="0">
                <a:solidFill>
                  <a:srgbClr val="000000"/>
                </a:solidFill>
              </a:rPr>
              <a:t>int main(void) {</a:t>
            </a:r>
          </a:p>
          <a:p>
            <a:pPr lvl="0" eaLnBrk="1" fontAlgn="base" hangingPunct="1">
              <a:spcBef>
                <a:spcPct val="0"/>
              </a:spcBef>
              <a:spcAft>
                <a:spcPct val="0"/>
              </a:spcAft>
              <a:buClrTx/>
              <a:buSzTx/>
              <a:buNone/>
            </a:pPr>
            <a:r>
              <a:rPr lang="en-US" altLang="zh-CN" sz="2400" dirty="0">
                <a:solidFill>
                  <a:srgbClr val="000000"/>
                </a:solidFill>
              </a:rPr>
              <a:t> </a:t>
            </a:r>
            <a:r>
              <a:rPr lang="zh-CN" altLang="en-US" sz="2400" dirty="0">
                <a:solidFill>
                  <a:srgbClr val="000000"/>
                </a:solidFill>
              </a:rPr>
              <a:t>　   </a:t>
            </a:r>
            <a:r>
              <a:rPr lang="en-US" altLang="zh-CN" sz="2400" dirty="0">
                <a:solidFill>
                  <a:srgbClr val="000000"/>
                </a:solidFill>
              </a:rPr>
              <a:t>int x, min;</a:t>
            </a:r>
          </a:p>
          <a:p>
            <a:pPr lvl="0" eaLnBrk="1" fontAlgn="base" hangingPunct="1">
              <a:spcBef>
                <a:spcPct val="0"/>
              </a:spcBef>
              <a:spcAft>
                <a:spcPct val="0"/>
              </a:spcAft>
              <a:buClrTx/>
              <a:buSzTx/>
              <a:buNone/>
            </a:pPr>
            <a:r>
              <a:rPr lang="en-US" altLang="zh-CN" sz="2400" dirty="0">
                <a:solidFill>
                  <a:srgbClr val="000000"/>
                </a:solidFill>
              </a:rPr>
              <a:t>        int </a:t>
            </a:r>
            <a:r>
              <a:rPr lang="en-US" altLang="zh-CN" sz="2400" dirty="0" err="1">
                <a:solidFill>
                  <a:srgbClr val="000000"/>
                </a:solidFill>
              </a:rPr>
              <a:t>i</a:t>
            </a:r>
            <a:r>
              <a:rPr lang="en-US" altLang="zh-CN" sz="2400" dirty="0">
                <a:solidFill>
                  <a:srgbClr val="000000"/>
                </a:solidFill>
              </a:rPr>
              <a:t>;</a:t>
            </a:r>
          </a:p>
          <a:p>
            <a:pPr lvl="0" eaLnBrk="1" fontAlgn="base" hangingPunct="1">
              <a:spcBef>
                <a:spcPct val="0"/>
              </a:spcBef>
              <a:spcAft>
                <a:spcPct val="0"/>
              </a:spcAft>
              <a:buClrTx/>
              <a:buSzTx/>
              <a:buNone/>
            </a:pPr>
            <a:endParaRPr lang="en-US" altLang="zh-CN" sz="2400" dirty="0">
              <a:solidFill>
                <a:srgbClr val="000000"/>
              </a:solidFill>
            </a:endParaRPr>
          </a:p>
          <a:p>
            <a:pPr lvl="0" eaLnBrk="1" fontAlgn="base" hangingPunct="1">
              <a:spcBef>
                <a:spcPct val="0"/>
              </a:spcBef>
              <a:spcAft>
                <a:spcPct val="0"/>
              </a:spcAft>
              <a:buClrTx/>
              <a:buSzTx/>
              <a:buNone/>
            </a:pPr>
            <a:r>
              <a:rPr lang="en-US" altLang="zh-CN" sz="2400" dirty="0">
                <a:solidFill>
                  <a:srgbClr val="000000"/>
                </a:solidFill>
              </a:rPr>
              <a:t>        </a:t>
            </a:r>
            <a:r>
              <a:rPr lang="en-US" altLang="zh-CN" sz="2400" dirty="0" err="1">
                <a:solidFill>
                  <a:srgbClr val="000000"/>
                </a:solidFill>
              </a:rPr>
              <a:t>printf</a:t>
            </a:r>
            <a:r>
              <a:rPr lang="en-US" altLang="zh-CN" sz="2400" dirty="0">
                <a:solidFill>
                  <a:srgbClr val="000000"/>
                </a:solidFill>
              </a:rPr>
              <a:t>("Enter 100 integers: \n");</a:t>
            </a:r>
          </a:p>
          <a:p>
            <a:pPr lvl="0" eaLnBrk="1" fontAlgn="base" hangingPunct="1">
              <a:spcBef>
                <a:spcPct val="0"/>
              </a:spcBef>
              <a:spcAft>
                <a:spcPct val="0"/>
              </a:spcAft>
              <a:buClrTx/>
              <a:buSzTx/>
              <a:buNone/>
            </a:pPr>
            <a:r>
              <a:rPr lang="en-US" altLang="zh-CN" sz="2400" dirty="0">
                <a:solidFill>
                  <a:srgbClr val="000000"/>
                </a:solidFill>
              </a:rPr>
              <a:t>        </a:t>
            </a:r>
            <a:r>
              <a:rPr lang="en-US" altLang="zh-CN" sz="2400" dirty="0" err="1">
                <a:solidFill>
                  <a:srgbClr val="000000"/>
                </a:solidFill>
              </a:rPr>
              <a:t>scanf</a:t>
            </a:r>
            <a:r>
              <a:rPr lang="en-US" altLang="zh-CN" sz="2400" dirty="0">
                <a:solidFill>
                  <a:srgbClr val="000000"/>
                </a:solidFill>
              </a:rPr>
              <a:t>("%d", &amp;x);</a:t>
            </a:r>
          </a:p>
          <a:p>
            <a:pPr lvl="0" eaLnBrk="1" fontAlgn="base" hangingPunct="1">
              <a:spcBef>
                <a:spcPct val="0"/>
              </a:spcBef>
              <a:spcAft>
                <a:spcPct val="0"/>
              </a:spcAft>
              <a:buClrTx/>
              <a:buSzTx/>
              <a:buNone/>
            </a:pPr>
            <a:r>
              <a:rPr lang="en-US" altLang="zh-CN" sz="2400" dirty="0">
                <a:solidFill>
                  <a:srgbClr val="000000"/>
                </a:solidFill>
              </a:rPr>
              <a:t>        min = x;                            	// </a:t>
            </a:r>
            <a:r>
              <a:rPr lang="zh-CN" altLang="en-US" sz="2400" dirty="0">
                <a:solidFill>
                  <a:srgbClr val="000000"/>
                </a:solidFill>
              </a:rPr>
              <a:t>假设输入的第一个数最小</a:t>
            </a:r>
          </a:p>
          <a:p>
            <a:pPr lvl="0" eaLnBrk="1" fontAlgn="base" hangingPunct="1">
              <a:spcBef>
                <a:spcPct val="0"/>
              </a:spcBef>
              <a:spcAft>
                <a:spcPct val="0"/>
              </a:spcAft>
              <a:buClrTx/>
              <a:buSzTx/>
              <a:buNone/>
            </a:pPr>
            <a:r>
              <a:rPr lang="zh-CN" altLang="en-US" sz="2400" dirty="0">
                <a:solidFill>
                  <a:srgbClr val="000000"/>
                </a:solidFill>
              </a:rPr>
              <a:t>　    </a:t>
            </a:r>
            <a:r>
              <a:rPr lang="en-US" altLang="zh-CN" sz="2400" dirty="0">
                <a:solidFill>
                  <a:srgbClr val="000000"/>
                </a:solidFill>
              </a:rPr>
              <a:t>for (</a:t>
            </a:r>
            <a:r>
              <a:rPr lang="en-US" altLang="zh-CN" sz="2400" dirty="0" err="1">
                <a:solidFill>
                  <a:srgbClr val="000000"/>
                </a:solidFill>
              </a:rPr>
              <a:t>i</a:t>
            </a:r>
            <a:r>
              <a:rPr lang="en-US" altLang="zh-CN" sz="2400" dirty="0">
                <a:solidFill>
                  <a:srgbClr val="000000"/>
                </a:solidFill>
              </a:rPr>
              <a:t> = 1; </a:t>
            </a:r>
            <a:r>
              <a:rPr lang="en-US" altLang="zh-CN" sz="2400" dirty="0" err="1">
                <a:solidFill>
                  <a:srgbClr val="000000"/>
                </a:solidFill>
              </a:rPr>
              <a:t>i</a:t>
            </a:r>
            <a:r>
              <a:rPr lang="en-US" altLang="zh-CN" sz="2400" dirty="0">
                <a:solidFill>
                  <a:srgbClr val="000000"/>
                </a:solidFill>
              </a:rPr>
              <a:t> &lt;= 99; </a:t>
            </a:r>
            <a:r>
              <a:rPr lang="en-US" altLang="zh-CN" sz="2400" dirty="0" err="1">
                <a:solidFill>
                  <a:srgbClr val="000000"/>
                </a:solidFill>
              </a:rPr>
              <a:t>i</a:t>
            </a:r>
            <a:r>
              <a:rPr lang="en-US" altLang="zh-CN" sz="2400" dirty="0">
                <a:solidFill>
                  <a:srgbClr val="000000"/>
                </a:solidFill>
              </a:rPr>
              <a:t>++) {   </a:t>
            </a:r>
          </a:p>
          <a:p>
            <a:pPr lvl="0" eaLnBrk="1" fontAlgn="base" hangingPunct="1">
              <a:spcBef>
                <a:spcPct val="0"/>
              </a:spcBef>
              <a:spcAft>
                <a:spcPct val="0"/>
              </a:spcAft>
              <a:buClrTx/>
              <a:buSzTx/>
              <a:buNone/>
            </a:pPr>
            <a:r>
              <a:rPr lang="en-US" altLang="zh-CN" sz="2400" dirty="0">
                <a:solidFill>
                  <a:srgbClr val="000000"/>
                </a:solidFill>
              </a:rPr>
              <a:t>               </a:t>
            </a:r>
            <a:r>
              <a:rPr lang="en-US" altLang="zh-CN" sz="2400" dirty="0" err="1">
                <a:solidFill>
                  <a:srgbClr val="000000"/>
                </a:solidFill>
              </a:rPr>
              <a:t>scanf</a:t>
            </a:r>
            <a:r>
              <a:rPr lang="en-US" altLang="zh-CN" sz="2400" dirty="0">
                <a:solidFill>
                  <a:srgbClr val="000000"/>
                </a:solidFill>
              </a:rPr>
              <a:t>("%d", &amp;x); </a:t>
            </a:r>
            <a:r>
              <a:rPr lang="zh-CN" altLang="en-US" sz="2400" dirty="0">
                <a:solidFill>
                  <a:srgbClr val="000000"/>
                </a:solidFill>
              </a:rPr>
              <a:t>　       	</a:t>
            </a:r>
            <a:r>
              <a:rPr lang="en-US" altLang="zh-CN" sz="2400" dirty="0">
                <a:solidFill>
                  <a:srgbClr val="000000"/>
                </a:solidFill>
              </a:rPr>
              <a:t>// </a:t>
            </a:r>
            <a:r>
              <a:rPr lang="zh-CN" altLang="en-US" sz="2400" dirty="0">
                <a:solidFill>
                  <a:srgbClr val="000000"/>
                </a:solidFill>
              </a:rPr>
              <a:t>输入下一个数</a:t>
            </a:r>
          </a:p>
          <a:p>
            <a:pPr lvl="0" eaLnBrk="1" fontAlgn="base" hangingPunct="1">
              <a:spcBef>
                <a:spcPct val="0"/>
              </a:spcBef>
              <a:spcAft>
                <a:spcPct val="0"/>
              </a:spcAft>
              <a:buClrTx/>
              <a:buSzTx/>
              <a:buNone/>
            </a:pPr>
            <a:r>
              <a:rPr lang="zh-CN" altLang="en-US" sz="2400" dirty="0">
                <a:solidFill>
                  <a:srgbClr val="000000"/>
                </a:solidFill>
              </a:rPr>
              <a:t>               </a:t>
            </a:r>
            <a:r>
              <a:rPr lang="en-US" altLang="zh-CN" sz="2400" dirty="0">
                <a:solidFill>
                  <a:srgbClr val="000000"/>
                </a:solidFill>
              </a:rPr>
              <a:t>if (x &lt; min){  </a:t>
            </a:r>
          </a:p>
          <a:p>
            <a:pPr lvl="0" eaLnBrk="1" fontAlgn="base" hangingPunct="1">
              <a:spcBef>
                <a:spcPct val="0"/>
              </a:spcBef>
              <a:spcAft>
                <a:spcPct val="0"/>
              </a:spcAft>
              <a:buClrTx/>
              <a:buSzTx/>
              <a:buNone/>
            </a:pPr>
            <a:r>
              <a:rPr lang="en-US" altLang="zh-CN" sz="2400" dirty="0">
                <a:solidFill>
                  <a:srgbClr val="000000"/>
                </a:solidFill>
              </a:rPr>
              <a:t>                      min = x; </a:t>
            </a:r>
            <a:r>
              <a:rPr lang="zh-CN" altLang="en-US" sz="2400" dirty="0">
                <a:solidFill>
                  <a:srgbClr val="000000"/>
                </a:solidFill>
              </a:rPr>
              <a:t>　</a:t>
            </a:r>
          </a:p>
          <a:p>
            <a:pPr lvl="0" eaLnBrk="1" fontAlgn="base" hangingPunct="1">
              <a:spcBef>
                <a:spcPct val="0"/>
              </a:spcBef>
              <a:spcAft>
                <a:spcPct val="0"/>
              </a:spcAft>
              <a:buClrTx/>
              <a:buSzTx/>
              <a:buNone/>
            </a:pPr>
            <a:r>
              <a:rPr lang="zh-CN" altLang="en-US" sz="2400" dirty="0">
                <a:solidFill>
                  <a:srgbClr val="000000"/>
                </a:solidFill>
              </a:rPr>
              <a:t>               </a:t>
            </a:r>
            <a:r>
              <a:rPr lang="en-US" altLang="zh-CN" sz="2400" dirty="0">
                <a:solidFill>
                  <a:srgbClr val="000000"/>
                </a:solidFill>
              </a:rPr>
              <a:t>}</a:t>
            </a:r>
          </a:p>
          <a:p>
            <a:pPr lvl="0" eaLnBrk="1" fontAlgn="base" hangingPunct="1">
              <a:spcBef>
                <a:spcPct val="0"/>
              </a:spcBef>
              <a:spcAft>
                <a:spcPct val="0"/>
              </a:spcAft>
              <a:buClrTx/>
              <a:buSzTx/>
              <a:buNone/>
            </a:pPr>
            <a:r>
              <a:rPr lang="zh-CN" altLang="en-US" sz="2400" dirty="0">
                <a:solidFill>
                  <a:srgbClr val="000000"/>
                </a:solidFill>
              </a:rPr>
              <a:t>　     </a:t>
            </a:r>
            <a:r>
              <a:rPr lang="en-US" altLang="zh-CN" sz="2400" dirty="0">
                <a:solidFill>
                  <a:srgbClr val="000000"/>
                </a:solidFill>
              </a:rPr>
              <a:t>} </a:t>
            </a:r>
          </a:p>
          <a:p>
            <a:pPr lvl="0" eaLnBrk="1" fontAlgn="base" hangingPunct="1">
              <a:spcBef>
                <a:spcPct val="0"/>
              </a:spcBef>
              <a:spcAft>
                <a:spcPct val="0"/>
              </a:spcAft>
              <a:buClrTx/>
              <a:buSzTx/>
              <a:buNone/>
            </a:pPr>
            <a:r>
              <a:rPr lang="en-US" altLang="zh-CN" sz="2400" dirty="0">
                <a:solidFill>
                  <a:srgbClr val="000000"/>
                </a:solidFill>
              </a:rPr>
              <a:t>        </a:t>
            </a:r>
            <a:r>
              <a:rPr lang="en-US" altLang="zh-CN" sz="2400" dirty="0" err="1">
                <a:solidFill>
                  <a:srgbClr val="000000"/>
                </a:solidFill>
              </a:rPr>
              <a:t>printf</a:t>
            </a:r>
            <a:r>
              <a:rPr lang="en-US" altLang="zh-CN" sz="2400" dirty="0">
                <a:solidFill>
                  <a:srgbClr val="000000"/>
                </a:solidFill>
              </a:rPr>
              <a:t>("min = %d \n", min); </a:t>
            </a:r>
          </a:p>
          <a:p>
            <a:pPr lvl="0" eaLnBrk="1" fontAlgn="base" hangingPunct="1">
              <a:spcBef>
                <a:spcPct val="0"/>
              </a:spcBef>
              <a:spcAft>
                <a:spcPct val="0"/>
              </a:spcAft>
              <a:buClrTx/>
              <a:buSzTx/>
              <a:buNone/>
            </a:pPr>
            <a:r>
              <a:rPr lang="en-US" altLang="zh-CN" sz="2400" dirty="0">
                <a:solidFill>
                  <a:srgbClr val="000000"/>
                </a:solidFill>
              </a:rPr>
              <a:t>        return 0; </a:t>
            </a:r>
          </a:p>
          <a:p>
            <a:pPr lvl="0" eaLnBrk="1" fontAlgn="base" hangingPunct="1">
              <a:spcBef>
                <a:spcPct val="0"/>
              </a:spcBef>
              <a:spcAft>
                <a:spcPct val="0"/>
              </a:spcAft>
              <a:buClrTx/>
              <a:buSzTx/>
              <a:buNone/>
            </a:pPr>
            <a:r>
              <a:rPr lang="en-US" altLang="zh-CN" sz="2400" dirty="0">
                <a:solidFill>
                  <a:srgbClr val="000000"/>
                </a:solidFill>
              </a:rPr>
              <a:t>}</a:t>
            </a:r>
          </a:p>
        </p:txBody>
      </p:sp>
    </p:spTree>
    <p:extLst>
      <p:ext uri="{BB962C8B-B14F-4D97-AF65-F5344CB8AC3E}">
        <p14:creationId xmlns:p14="http://schemas.microsoft.com/office/powerpoint/2010/main" val="3736345177"/>
      </p:ext>
    </p:extLst>
  </p:cSld>
  <p:clrMapOvr>
    <a:masterClrMapping/>
  </p:clrMapOvr>
  <p:transition>
    <p:zoom dir="in"/>
  </p:transition>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6562" name="Text Box 2"/>
          <p:cNvSpPr txBox="1">
            <a:spLocks noChangeArrowheads="1"/>
          </p:cNvSpPr>
          <p:nvPr/>
        </p:nvSpPr>
        <p:spPr bwMode="auto">
          <a:xfrm>
            <a:off x="152404" y="218008"/>
            <a:ext cx="9406266" cy="6586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l" eaLnBrk="0" hangingPunct="0">
              <a:spcBef>
                <a:spcPct val="20000"/>
              </a:spcBef>
              <a:buClr>
                <a:schemeClr val="tx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algn="l" eaLnBrk="0" hangingPunct="0">
              <a:spcBef>
                <a:spcPct val="20000"/>
              </a:spcBef>
              <a:buClr>
                <a:schemeClr val="folHlink"/>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algn="l" eaLnBrk="0" hangingPunct="0">
              <a:spcBef>
                <a:spcPct val="20000"/>
              </a:spcBef>
              <a:buClr>
                <a:schemeClr val="tx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algn="l" eaLnBrk="0" hangingPunct="0">
              <a:spcBef>
                <a:spcPct val="20000"/>
              </a:spcBef>
              <a:buClr>
                <a:schemeClr val="tx1"/>
              </a:buClr>
              <a:buSzPct val="100000"/>
              <a:buChar char="•"/>
              <a:defRPr kumimoji="1" sz="3200" b="1">
                <a:solidFill>
                  <a:schemeClr val="bg2"/>
                </a:solidFill>
                <a:latin typeface="Times New Roman" pitchFamily="18" charset="0"/>
                <a:ea typeface="宋体" pitchFamily="2" charset="-122"/>
              </a:defRPr>
            </a:lvl4pPr>
            <a:lvl5pPr marL="2057400" indent="-228600" algn="l" eaLnBrk="0" hangingPunct="0">
              <a:spcBef>
                <a:spcPct val="20000"/>
              </a:spcBef>
              <a:buClr>
                <a:schemeClr val="tx1"/>
              </a:buClr>
              <a:buSzPct val="10000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SzPct val="10000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SzPct val="10000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SzPct val="10000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SzPct val="100000"/>
              <a:buChar char="–"/>
              <a:defRPr kumimoji="1" sz="3200" b="1">
                <a:solidFill>
                  <a:schemeClr val="bg2"/>
                </a:solidFill>
                <a:latin typeface="Times New Roman" pitchFamily="18" charset="0"/>
                <a:ea typeface="宋体" pitchFamily="2" charset="-122"/>
              </a:defRPr>
            </a:lvl9pPr>
          </a:lstStyle>
          <a:p>
            <a:pPr lvl="0" eaLnBrk="1" fontAlgn="base" hangingPunct="1">
              <a:spcBef>
                <a:spcPct val="0"/>
              </a:spcBef>
              <a:spcAft>
                <a:spcPct val="0"/>
              </a:spcAft>
              <a:buClrTx/>
              <a:buSzTx/>
              <a:buNone/>
            </a:pPr>
            <a:r>
              <a:rPr lang="en-US" altLang="zh-CN" sz="2400" kern="0" dirty="0">
                <a:solidFill>
                  <a:srgbClr val="6600CC"/>
                </a:solidFill>
                <a:latin typeface="宋体" pitchFamily="2" charset="-122"/>
                <a:ea typeface="宋体"/>
              </a:rPr>
              <a:t>【</a:t>
            </a:r>
            <a:r>
              <a:rPr lang="zh-CN" altLang="en-US" sz="2400" kern="0" dirty="0">
                <a:solidFill>
                  <a:srgbClr val="6600CC"/>
                </a:solidFill>
                <a:latin typeface="宋体" pitchFamily="2" charset="-122"/>
                <a:ea typeface="宋体"/>
              </a:rPr>
              <a:t>例 </a:t>
            </a:r>
            <a:r>
              <a:rPr lang="en-US" altLang="zh-CN" sz="2400" kern="0" dirty="0">
                <a:solidFill>
                  <a:srgbClr val="6600CC"/>
                </a:solidFill>
                <a:latin typeface="宋体" pitchFamily="2" charset="-122"/>
                <a:ea typeface="宋体"/>
              </a:rPr>
              <a:t>3.10】</a:t>
            </a:r>
            <a:r>
              <a:rPr lang="zh-CN" altLang="en-US" sz="2400" kern="0" dirty="0">
                <a:solidFill>
                  <a:srgbClr val="6600CC"/>
                </a:solidFill>
                <a:latin typeface="宋体" pitchFamily="2" charset="-122"/>
                <a:ea typeface="宋体"/>
              </a:rPr>
              <a:t>用格雷戈里</a:t>
            </a:r>
            <a:r>
              <a:rPr lang="en-US" altLang="zh-CN" sz="2400" kern="0" dirty="0">
                <a:solidFill>
                  <a:srgbClr val="6600CC"/>
                </a:solidFill>
                <a:latin typeface="宋体" pitchFamily="2" charset="-122"/>
                <a:ea typeface="宋体"/>
              </a:rPr>
              <a:t>—</a:t>
            </a:r>
            <a:r>
              <a:rPr lang="zh-CN" altLang="en-US" sz="2400" kern="0" dirty="0">
                <a:solidFill>
                  <a:srgbClr val="6600CC"/>
                </a:solidFill>
                <a:latin typeface="宋体" pitchFamily="2" charset="-122"/>
                <a:ea typeface="宋体"/>
              </a:rPr>
              <a:t>莱布尼兹公式求</a:t>
            </a:r>
            <a:r>
              <a:rPr lang="en-US" altLang="zh-CN" sz="2400" kern="0" dirty="0">
                <a:solidFill>
                  <a:srgbClr val="6600CC"/>
                </a:solidFill>
                <a:latin typeface="宋体" pitchFamily="2" charset="-122"/>
                <a:ea typeface="宋体"/>
              </a:rPr>
              <a:t>π</a:t>
            </a:r>
            <a:r>
              <a:rPr lang="zh-CN" altLang="en-US" sz="2400" kern="0" dirty="0">
                <a:solidFill>
                  <a:srgbClr val="6600CC"/>
                </a:solidFill>
                <a:latin typeface="宋体" pitchFamily="2" charset="-122"/>
                <a:ea typeface="宋体"/>
              </a:rPr>
              <a:t>的近似值，要求最后一项的绝对值小于给定精度 </a:t>
            </a:r>
            <a:r>
              <a:rPr lang="en-US" altLang="zh-CN" sz="2400" kern="0" dirty="0">
                <a:solidFill>
                  <a:srgbClr val="6600CC"/>
                </a:solidFill>
                <a:latin typeface="宋体" pitchFamily="2" charset="-122"/>
                <a:ea typeface="宋体"/>
              </a:rPr>
              <a:t>10</a:t>
            </a:r>
            <a:r>
              <a:rPr lang="en-US" altLang="zh-CN" sz="2400" kern="0" baseline="30000" dirty="0">
                <a:solidFill>
                  <a:srgbClr val="6600CC"/>
                </a:solidFill>
                <a:latin typeface="宋体" pitchFamily="2" charset="-122"/>
                <a:ea typeface="宋体"/>
              </a:rPr>
              <a:t>-6</a:t>
            </a:r>
            <a:r>
              <a:rPr lang="zh-CN" altLang="en-US" sz="2400" kern="0" dirty="0">
                <a:solidFill>
                  <a:srgbClr val="6600CC"/>
                </a:solidFill>
                <a:latin typeface="宋体" pitchFamily="2" charset="-122"/>
                <a:ea typeface="宋体"/>
              </a:rPr>
              <a:t>。格雷戈里</a:t>
            </a:r>
            <a:r>
              <a:rPr lang="en-US" altLang="zh-CN" sz="2400" kern="0" dirty="0">
                <a:solidFill>
                  <a:srgbClr val="6600CC"/>
                </a:solidFill>
                <a:latin typeface="宋体" pitchFamily="2" charset="-122"/>
                <a:ea typeface="宋体"/>
              </a:rPr>
              <a:t>—</a:t>
            </a:r>
            <a:r>
              <a:rPr lang="zh-CN" altLang="en-US" sz="2400" kern="0" dirty="0">
                <a:solidFill>
                  <a:srgbClr val="6600CC"/>
                </a:solidFill>
                <a:latin typeface="宋体" pitchFamily="2" charset="-122"/>
                <a:ea typeface="宋体"/>
              </a:rPr>
              <a:t>莱布尼兹公式如下：</a:t>
            </a:r>
            <a:r>
              <a:rPr kumimoji="1" lang="zh-CN" altLang="en-US" sz="2400" b="1" i="0" u="none" strike="noStrike" kern="0" cap="none" spc="0" normalizeH="0" baseline="0" noProof="0" dirty="0">
                <a:ln>
                  <a:noFill/>
                </a:ln>
                <a:solidFill>
                  <a:srgbClr val="6600CC"/>
                </a:solidFill>
                <a:effectLst/>
                <a:uLnTx/>
                <a:uFillTx/>
                <a:latin typeface="宋体" pitchFamily="2" charset="-122"/>
                <a:ea typeface="宋体"/>
                <a:cs typeface="+mn-cs"/>
              </a:rPr>
              <a:t> </a:t>
            </a:r>
            <a:endParaRPr kumimoji="1" lang="en-US" altLang="zh-CN" sz="2400" b="1" i="0" u="none" strike="noStrike" kern="0" cap="none" spc="0" normalizeH="0" baseline="0" noProof="0" dirty="0">
              <a:ln>
                <a:noFill/>
              </a:ln>
              <a:solidFill>
                <a:srgbClr val="6600CC"/>
              </a:solidFill>
              <a:effectLst/>
              <a:uLnTx/>
              <a:uFillTx/>
              <a:latin typeface="宋体" pitchFamily="2" charset="-122"/>
              <a:ea typeface="宋体"/>
              <a:cs typeface="+mn-cs"/>
            </a:endParaRPr>
          </a:p>
          <a:p>
            <a:pPr lvl="0" eaLnBrk="1" fontAlgn="base" hangingPunct="1">
              <a:spcBef>
                <a:spcPct val="0"/>
              </a:spcBef>
              <a:spcAft>
                <a:spcPct val="0"/>
              </a:spcAft>
              <a:buClrTx/>
              <a:buSzTx/>
              <a:buNone/>
            </a:pPr>
            <a:r>
              <a:rPr lang="en-US" altLang="zh-CN" sz="2200" dirty="0">
                <a:solidFill>
                  <a:srgbClr val="000000"/>
                </a:solidFill>
                <a:cs typeface="Times New Roman" pitchFamily="18" charset="0"/>
              </a:rPr>
              <a:t>#include &lt;</a:t>
            </a:r>
            <a:r>
              <a:rPr lang="en-US" altLang="zh-CN" sz="2200" dirty="0" err="1">
                <a:solidFill>
                  <a:srgbClr val="000000"/>
                </a:solidFill>
                <a:cs typeface="Times New Roman" pitchFamily="18" charset="0"/>
              </a:rPr>
              <a:t>stdio.h</a:t>
            </a:r>
            <a:r>
              <a:rPr lang="en-US" altLang="zh-CN" sz="2200" dirty="0">
                <a:solidFill>
                  <a:srgbClr val="000000"/>
                </a:solidFill>
                <a:cs typeface="Times New Roman" pitchFamily="18" charset="0"/>
              </a:rPr>
              <a:t>&gt;</a:t>
            </a:r>
          </a:p>
          <a:p>
            <a:pPr lvl="0" eaLnBrk="1" fontAlgn="base" hangingPunct="1">
              <a:spcBef>
                <a:spcPct val="0"/>
              </a:spcBef>
              <a:spcAft>
                <a:spcPct val="0"/>
              </a:spcAft>
              <a:buClrTx/>
              <a:buSzTx/>
              <a:buNone/>
            </a:pPr>
            <a:r>
              <a:rPr lang="en-US" altLang="zh-CN" sz="2200" dirty="0">
                <a:solidFill>
                  <a:srgbClr val="000000"/>
                </a:solidFill>
                <a:cs typeface="Times New Roman" pitchFamily="18" charset="0"/>
              </a:rPr>
              <a:t>#include &lt;</a:t>
            </a:r>
            <a:r>
              <a:rPr lang="en-US" altLang="zh-CN" sz="2200" dirty="0" err="1">
                <a:solidFill>
                  <a:srgbClr val="000000"/>
                </a:solidFill>
                <a:cs typeface="Times New Roman" pitchFamily="18" charset="0"/>
              </a:rPr>
              <a:t>math.h</a:t>
            </a:r>
            <a:r>
              <a:rPr lang="en-US" altLang="zh-CN" sz="2200" dirty="0">
                <a:solidFill>
                  <a:srgbClr val="000000"/>
                </a:solidFill>
                <a:cs typeface="Times New Roman" pitchFamily="18" charset="0"/>
              </a:rPr>
              <a:t>&gt;</a:t>
            </a:r>
          </a:p>
          <a:p>
            <a:pPr lvl="0" eaLnBrk="1" fontAlgn="base" hangingPunct="1">
              <a:spcBef>
                <a:spcPct val="0"/>
              </a:spcBef>
              <a:spcAft>
                <a:spcPct val="0"/>
              </a:spcAft>
              <a:buClrTx/>
              <a:buSzTx/>
              <a:buNone/>
            </a:pPr>
            <a:r>
              <a:rPr lang="en-US" altLang="zh-CN" sz="2200" dirty="0">
                <a:solidFill>
                  <a:srgbClr val="000000"/>
                </a:solidFill>
                <a:cs typeface="Times New Roman" pitchFamily="18" charset="0"/>
              </a:rPr>
              <a:t>int main(void) { </a:t>
            </a:r>
          </a:p>
          <a:p>
            <a:pPr lvl="0" eaLnBrk="1" fontAlgn="base" hangingPunct="1">
              <a:spcBef>
                <a:spcPct val="0"/>
              </a:spcBef>
              <a:spcAft>
                <a:spcPct val="0"/>
              </a:spcAft>
              <a:buClrTx/>
              <a:buSzTx/>
              <a:buNone/>
            </a:pPr>
            <a:r>
              <a:rPr lang="en-US" altLang="zh-CN" sz="2200" dirty="0">
                <a:solidFill>
                  <a:srgbClr val="000000"/>
                </a:solidFill>
                <a:cs typeface="Times New Roman" pitchFamily="18" charset="0"/>
              </a:rPr>
              <a:t>       int sign = 1, </a:t>
            </a:r>
            <a:r>
              <a:rPr lang="en-US" altLang="zh-CN" sz="2200" dirty="0" err="1">
                <a:solidFill>
                  <a:srgbClr val="000000"/>
                </a:solidFill>
                <a:cs typeface="Times New Roman" pitchFamily="18" charset="0"/>
              </a:rPr>
              <a:t>i</a:t>
            </a:r>
            <a:r>
              <a:rPr lang="en-US" altLang="zh-CN" sz="2200" dirty="0">
                <a:solidFill>
                  <a:srgbClr val="000000"/>
                </a:solidFill>
                <a:cs typeface="Times New Roman" pitchFamily="18" charset="0"/>
              </a:rPr>
              <a:t> = 1;</a:t>
            </a:r>
          </a:p>
          <a:p>
            <a:pPr lvl="0" eaLnBrk="1" fontAlgn="base" hangingPunct="1">
              <a:spcBef>
                <a:spcPct val="0"/>
              </a:spcBef>
              <a:spcAft>
                <a:spcPct val="0"/>
              </a:spcAft>
              <a:buClrTx/>
              <a:buSzTx/>
              <a:buNone/>
            </a:pPr>
            <a:r>
              <a:rPr lang="en-US" altLang="zh-CN" sz="2200" dirty="0">
                <a:solidFill>
                  <a:srgbClr val="000000"/>
                </a:solidFill>
                <a:cs typeface="Times New Roman" pitchFamily="18" charset="0"/>
              </a:rPr>
              <a:t>       double item = 1, pi = 0;</a:t>
            </a:r>
          </a:p>
          <a:p>
            <a:pPr lvl="0" eaLnBrk="1" fontAlgn="base" hangingPunct="1">
              <a:spcBef>
                <a:spcPct val="0"/>
              </a:spcBef>
              <a:spcAft>
                <a:spcPct val="0"/>
              </a:spcAft>
              <a:buClrTx/>
              <a:buSzTx/>
              <a:buNone/>
            </a:pPr>
            <a:r>
              <a:rPr lang="en-US" altLang="zh-CN" sz="2200" dirty="0">
                <a:solidFill>
                  <a:srgbClr val="000000"/>
                </a:solidFill>
                <a:cs typeface="Times New Roman" pitchFamily="18" charset="0"/>
              </a:rPr>
              <a:t>    </a:t>
            </a:r>
          </a:p>
          <a:p>
            <a:pPr lvl="0" eaLnBrk="1" fontAlgn="base" hangingPunct="1">
              <a:spcBef>
                <a:spcPct val="0"/>
              </a:spcBef>
              <a:spcAft>
                <a:spcPct val="0"/>
              </a:spcAft>
              <a:buClrTx/>
              <a:buSzTx/>
              <a:buNone/>
            </a:pPr>
            <a:r>
              <a:rPr lang="en-US" altLang="zh-CN" sz="2200" dirty="0">
                <a:solidFill>
                  <a:srgbClr val="000000"/>
                </a:solidFill>
                <a:cs typeface="Times New Roman" pitchFamily="18" charset="0"/>
              </a:rPr>
              <a:t>       while (fabs(item) &gt;= 1e-6) {</a:t>
            </a:r>
          </a:p>
          <a:p>
            <a:pPr lvl="0" eaLnBrk="1" fontAlgn="base" hangingPunct="1">
              <a:spcBef>
                <a:spcPct val="0"/>
              </a:spcBef>
              <a:spcAft>
                <a:spcPct val="0"/>
              </a:spcAft>
              <a:buClrTx/>
              <a:buSzTx/>
              <a:buNone/>
            </a:pPr>
            <a:r>
              <a:rPr lang="en-US" altLang="zh-CN" sz="2200" dirty="0">
                <a:solidFill>
                  <a:srgbClr val="000000"/>
                </a:solidFill>
                <a:cs typeface="Times New Roman" pitchFamily="18" charset="0"/>
              </a:rPr>
              <a:t>              pi = pi + item; </a:t>
            </a:r>
          </a:p>
          <a:p>
            <a:pPr lvl="0" eaLnBrk="1" fontAlgn="base" hangingPunct="1">
              <a:spcBef>
                <a:spcPct val="0"/>
              </a:spcBef>
              <a:spcAft>
                <a:spcPct val="0"/>
              </a:spcAft>
              <a:buClrTx/>
              <a:buSzTx/>
              <a:buNone/>
            </a:pPr>
            <a:r>
              <a:rPr lang="en-US" altLang="zh-CN" sz="2200" dirty="0">
                <a:solidFill>
                  <a:srgbClr val="000000"/>
                </a:solidFill>
                <a:cs typeface="Times New Roman" pitchFamily="18" charset="0"/>
              </a:rPr>
              <a:t>              sign = - sign; </a:t>
            </a:r>
          </a:p>
          <a:p>
            <a:pPr lvl="0" eaLnBrk="1" fontAlgn="base" hangingPunct="1">
              <a:spcBef>
                <a:spcPct val="0"/>
              </a:spcBef>
              <a:spcAft>
                <a:spcPct val="0"/>
              </a:spcAft>
              <a:buClrTx/>
              <a:buSzTx/>
              <a:buNone/>
            </a:pPr>
            <a:r>
              <a:rPr lang="en-US" altLang="zh-CN" sz="2200" dirty="0">
                <a:solidFill>
                  <a:srgbClr val="000000"/>
                </a:solidFill>
                <a:cs typeface="Times New Roman" pitchFamily="18" charset="0"/>
              </a:rPr>
              <a:t>              </a:t>
            </a:r>
            <a:r>
              <a:rPr lang="en-US" altLang="zh-CN" sz="2200" dirty="0" err="1">
                <a:solidFill>
                  <a:srgbClr val="000000"/>
                </a:solidFill>
                <a:cs typeface="Times New Roman" pitchFamily="18" charset="0"/>
              </a:rPr>
              <a:t>i</a:t>
            </a:r>
            <a:r>
              <a:rPr lang="en-US" altLang="zh-CN" sz="2200" dirty="0">
                <a:solidFill>
                  <a:srgbClr val="000000"/>
                </a:solidFill>
                <a:cs typeface="Times New Roman" pitchFamily="18" charset="0"/>
              </a:rPr>
              <a:t>++;</a:t>
            </a:r>
          </a:p>
          <a:p>
            <a:pPr lvl="0" eaLnBrk="1" fontAlgn="base" hangingPunct="1">
              <a:spcBef>
                <a:spcPct val="0"/>
              </a:spcBef>
              <a:spcAft>
                <a:spcPct val="0"/>
              </a:spcAft>
              <a:buClrTx/>
              <a:buSzTx/>
              <a:buNone/>
            </a:pPr>
            <a:r>
              <a:rPr lang="en-US" altLang="zh-CN" sz="2200" dirty="0">
                <a:solidFill>
                  <a:srgbClr val="000000"/>
                </a:solidFill>
                <a:cs typeface="Times New Roman" pitchFamily="18" charset="0"/>
              </a:rPr>
              <a:t>              item = sign * 1.0 / (2 * </a:t>
            </a:r>
            <a:r>
              <a:rPr lang="en-US" altLang="zh-CN" sz="2200" dirty="0" err="1">
                <a:solidFill>
                  <a:srgbClr val="000000"/>
                </a:solidFill>
                <a:cs typeface="Times New Roman" pitchFamily="18" charset="0"/>
              </a:rPr>
              <a:t>i</a:t>
            </a:r>
            <a:r>
              <a:rPr lang="en-US" altLang="zh-CN" sz="2200" dirty="0">
                <a:solidFill>
                  <a:srgbClr val="000000"/>
                </a:solidFill>
                <a:cs typeface="Times New Roman" pitchFamily="18" charset="0"/>
              </a:rPr>
              <a:t> - 1); </a:t>
            </a:r>
          </a:p>
          <a:p>
            <a:pPr lvl="0" eaLnBrk="1" fontAlgn="base" hangingPunct="1">
              <a:spcBef>
                <a:spcPct val="0"/>
              </a:spcBef>
              <a:spcAft>
                <a:spcPct val="0"/>
              </a:spcAft>
              <a:buClrTx/>
              <a:buSzTx/>
              <a:buNone/>
            </a:pPr>
            <a:r>
              <a:rPr lang="en-US" altLang="zh-CN" sz="2200" dirty="0">
                <a:solidFill>
                  <a:srgbClr val="000000"/>
                </a:solidFill>
                <a:cs typeface="Times New Roman" pitchFamily="18" charset="0"/>
              </a:rPr>
              <a:t>       }</a:t>
            </a:r>
          </a:p>
          <a:p>
            <a:pPr lvl="0" eaLnBrk="1" fontAlgn="base" hangingPunct="1">
              <a:spcBef>
                <a:spcPct val="0"/>
              </a:spcBef>
              <a:spcAft>
                <a:spcPct val="0"/>
              </a:spcAft>
              <a:buClrTx/>
              <a:buSzTx/>
              <a:buNone/>
            </a:pPr>
            <a:r>
              <a:rPr lang="en-US" altLang="zh-CN" sz="2200" dirty="0">
                <a:solidFill>
                  <a:srgbClr val="000000"/>
                </a:solidFill>
                <a:cs typeface="Times New Roman" pitchFamily="18" charset="0"/>
              </a:rPr>
              <a:t>       pi = pi + item; </a:t>
            </a:r>
          </a:p>
          <a:p>
            <a:pPr lvl="0" eaLnBrk="1" fontAlgn="base" hangingPunct="1">
              <a:spcBef>
                <a:spcPct val="0"/>
              </a:spcBef>
              <a:spcAft>
                <a:spcPct val="0"/>
              </a:spcAft>
              <a:buClrTx/>
              <a:buSzTx/>
              <a:buNone/>
            </a:pPr>
            <a:r>
              <a:rPr lang="en-US" altLang="zh-CN" sz="2200" dirty="0">
                <a:solidFill>
                  <a:srgbClr val="000000"/>
                </a:solidFill>
                <a:cs typeface="Times New Roman" pitchFamily="18" charset="0"/>
              </a:rPr>
              <a:t>       pi = pi * 4;</a:t>
            </a:r>
          </a:p>
          <a:p>
            <a:pPr lvl="0" eaLnBrk="1" fontAlgn="base" hangingPunct="1">
              <a:spcBef>
                <a:spcPct val="0"/>
              </a:spcBef>
              <a:spcAft>
                <a:spcPct val="0"/>
              </a:spcAft>
              <a:buClrTx/>
              <a:buSzTx/>
              <a:buNone/>
            </a:pPr>
            <a:r>
              <a:rPr lang="en-US" altLang="zh-CN" sz="2200" dirty="0">
                <a:solidFill>
                  <a:srgbClr val="000000"/>
                </a:solidFill>
                <a:cs typeface="Times New Roman" pitchFamily="18" charset="0"/>
              </a:rPr>
              <a:t>       </a:t>
            </a:r>
            <a:r>
              <a:rPr lang="en-US" altLang="zh-CN" sz="2200" dirty="0" err="1">
                <a:solidFill>
                  <a:srgbClr val="000000"/>
                </a:solidFill>
                <a:cs typeface="Times New Roman" pitchFamily="18" charset="0"/>
              </a:rPr>
              <a:t>printf</a:t>
            </a:r>
            <a:r>
              <a:rPr lang="en-US" altLang="zh-CN" sz="2200" dirty="0">
                <a:solidFill>
                  <a:srgbClr val="000000"/>
                </a:solidFill>
                <a:cs typeface="Times New Roman" pitchFamily="18" charset="0"/>
              </a:rPr>
              <a:t>("pi = % f\n", pi);</a:t>
            </a:r>
          </a:p>
          <a:p>
            <a:pPr lvl="0" eaLnBrk="1" fontAlgn="base" hangingPunct="1">
              <a:spcBef>
                <a:spcPct val="0"/>
              </a:spcBef>
              <a:spcAft>
                <a:spcPct val="0"/>
              </a:spcAft>
              <a:buClrTx/>
              <a:buSzTx/>
              <a:buNone/>
            </a:pPr>
            <a:r>
              <a:rPr lang="en-US" altLang="zh-CN" sz="2200" dirty="0">
                <a:solidFill>
                  <a:srgbClr val="000000"/>
                </a:solidFill>
                <a:cs typeface="Times New Roman" pitchFamily="18" charset="0"/>
              </a:rPr>
              <a:t>       return 0; </a:t>
            </a:r>
          </a:p>
          <a:p>
            <a:pPr lvl="0" eaLnBrk="1" fontAlgn="base" hangingPunct="1">
              <a:spcBef>
                <a:spcPct val="0"/>
              </a:spcBef>
              <a:spcAft>
                <a:spcPct val="0"/>
              </a:spcAft>
              <a:buClrTx/>
              <a:buSzTx/>
              <a:buNone/>
            </a:pPr>
            <a:r>
              <a:rPr lang="en-US" altLang="zh-CN" sz="2200" dirty="0">
                <a:solidFill>
                  <a:srgbClr val="000000"/>
                </a:solidFill>
                <a:cs typeface="Times New Roman" pitchFamily="18" charset="0"/>
              </a:rPr>
              <a:t>} </a:t>
            </a:r>
            <a:r>
              <a:rPr kumimoji="1" lang="en-US" altLang="zh-CN" sz="2200" b="1" i="0" u="none" strike="noStrike" kern="1200" cap="none" spc="0" normalizeH="0" baseline="0" noProof="0" dirty="0">
                <a:ln>
                  <a:noFill/>
                </a:ln>
                <a:solidFill>
                  <a:srgbClr val="000000"/>
                </a:solidFill>
                <a:effectLst/>
                <a:uLnTx/>
                <a:uFillTx/>
                <a:cs typeface="Times New Roman" pitchFamily="18" charset="0"/>
              </a:rPr>
              <a:t> // </a:t>
            </a:r>
            <a:r>
              <a:rPr kumimoji="1" lang="zh-CN" altLang="en-US" sz="2200" b="1" i="0" u="none" strike="noStrike" kern="1200" cap="none" spc="0" normalizeH="0" baseline="0" noProof="0" dirty="0">
                <a:ln>
                  <a:noFill/>
                </a:ln>
                <a:solidFill>
                  <a:srgbClr val="000000"/>
                </a:solidFill>
                <a:effectLst/>
                <a:uLnTx/>
                <a:uFillTx/>
              </a:rPr>
              <a:t>运行结果：</a:t>
            </a:r>
            <a:r>
              <a:rPr kumimoji="0" lang="en-US" altLang="zh-CN" sz="2200" b="0" i="0" u="none" strike="noStrike" kern="1200" cap="none" spc="0" normalizeH="0" baseline="0" noProof="0" dirty="0">
                <a:ln>
                  <a:noFill/>
                </a:ln>
                <a:solidFill>
                  <a:srgbClr val="FF0000"/>
                </a:solidFill>
                <a:effectLst/>
                <a:uLnTx/>
                <a:uFillTx/>
                <a:latin typeface="Times New Roman"/>
                <a:ea typeface="宋体"/>
              </a:rPr>
              <a:t>pi = 3.141595</a:t>
            </a:r>
            <a:r>
              <a:rPr kumimoji="0" lang="en-US" altLang="zh-CN" sz="2200" b="0" i="0" u="none" strike="noStrike" kern="1200" cap="none" spc="0" normalizeH="0" baseline="0" noProof="0" dirty="0">
                <a:ln>
                  <a:noFill/>
                </a:ln>
                <a:solidFill>
                  <a:srgbClr val="FFFFFF"/>
                </a:solidFill>
                <a:effectLst/>
                <a:uLnTx/>
                <a:uFillTx/>
                <a:latin typeface="Times New Roman"/>
                <a:ea typeface="宋体"/>
              </a:rPr>
              <a:t> </a:t>
            </a:r>
            <a:r>
              <a:rPr kumimoji="1" lang="zh-CN" altLang="en-US" sz="2200" b="1" i="0" u="none" strike="noStrike" kern="1200" cap="none" spc="0" normalizeH="0" baseline="0" noProof="0" dirty="0">
                <a:ln>
                  <a:noFill/>
                </a:ln>
                <a:solidFill>
                  <a:srgbClr val="000000"/>
                </a:solidFill>
                <a:effectLst/>
                <a:uLnTx/>
                <a:uFillTx/>
              </a:rPr>
              <a:t> </a:t>
            </a:r>
          </a:p>
        </p:txBody>
      </p:sp>
      <p:graphicFrame>
        <p:nvGraphicFramePr>
          <p:cNvPr id="37904" name="Object 38"/>
          <p:cNvGraphicFramePr>
            <a:graphicFrameLocks noChangeAspect="1"/>
          </p:cNvGraphicFramePr>
          <p:nvPr>
            <p:extLst>
              <p:ext uri="{D42A27DB-BD31-4B8C-83A1-F6EECF244321}">
                <p14:modId xmlns:p14="http://schemas.microsoft.com/office/powerpoint/2010/main" val="1495597278"/>
              </p:ext>
            </p:extLst>
          </p:nvPr>
        </p:nvGraphicFramePr>
        <p:xfrm>
          <a:off x="5569689" y="1098989"/>
          <a:ext cx="3456516" cy="754063"/>
        </p:xfrm>
        <a:graphic>
          <a:graphicData uri="http://schemas.openxmlformats.org/presentationml/2006/ole">
            <mc:AlternateContent xmlns:mc="http://schemas.openxmlformats.org/markup-compatibility/2006">
              <mc:Choice xmlns:v="urn:schemas-microsoft-com:vml" Requires="v">
                <p:oleObj name="公式" r:id="rId3" imgW="1345616" imgH="393529" progId="Equation.3">
                  <p:embed/>
                </p:oleObj>
              </mc:Choice>
              <mc:Fallback>
                <p:oleObj name="公式" r:id="rId3" imgW="1345616" imgH="393529" progId="Equation.3">
                  <p:embed/>
                  <p:pic>
                    <p:nvPicPr>
                      <p:cNvPr id="37904" name="Object 3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69689" y="1098989"/>
                        <a:ext cx="3456516" cy="754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113105486"/>
      </p:ext>
    </p:extLst>
  </p:cSld>
  <p:clrMapOvr>
    <a:masterClrMapping/>
  </p:clrMapOvr>
  <p:transition>
    <p:zoom dir="in"/>
  </p:transition>
</p:sld>
</file>

<file path=ppt/slides/slide35.xml><?xml version="1.0" encoding="utf-8"?>
<p:sld xmlns:a="http://schemas.openxmlformats.org/drawingml/2006/main" xmlns:r="http://schemas.openxmlformats.org/officeDocument/2006/relationships" xmlns:p="http://schemas.openxmlformats.org/presentationml/2006/main" showMasterSp="0">
  <p:cSld>
    <p:bg>
      <p:bgPr>
        <a:noFill/>
        <a:effectLst/>
      </p:bgPr>
    </p:bg>
    <p:spTree>
      <p:nvGrpSpPr>
        <p:cNvPr id="1" name=""/>
        <p:cNvGrpSpPr/>
        <p:nvPr/>
      </p:nvGrpSpPr>
      <p:grpSpPr>
        <a:xfrm>
          <a:off x="0" y="0"/>
          <a:ext cx="0" cy="0"/>
          <a:chOff x="0" y="0"/>
          <a:chExt cx="0" cy="0"/>
        </a:xfrm>
      </p:grpSpPr>
      <p:pic>
        <p:nvPicPr>
          <p:cNvPr id="4" name="图片 3" descr="C语言程序设计"/>
          <p:cNvPicPr>
            <a:picLocks noChangeAspect="1"/>
          </p:cNvPicPr>
          <p:nvPr/>
        </p:nvPicPr>
        <p:blipFill>
          <a:blip r:embed="rId2"/>
          <a:stretch>
            <a:fillRect/>
          </a:stretch>
        </p:blipFill>
        <p:spPr>
          <a:xfrm>
            <a:off x="0" y="0"/>
            <a:ext cx="12192000" cy="6858000"/>
          </a:xfrm>
          <a:prstGeom prst="rect">
            <a:avLst/>
          </a:prstGeom>
        </p:spPr>
      </p:pic>
      <p:pic>
        <p:nvPicPr>
          <p:cNvPr id="6" name="图片 5" descr="未标题-1"/>
          <p:cNvPicPr>
            <a:picLocks noChangeAspect="1"/>
          </p:cNvPicPr>
          <p:nvPr/>
        </p:nvPicPr>
        <p:blipFill>
          <a:blip r:embed="rId3"/>
          <a:stretch>
            <a:fillRect/>
          </a:stretch>
        </p:blipFill>
        <p:spPr>
          <a:xfrm>
            <a:off x="3020705" y="600710"/>
            <a:ext cx="5625465" cy="1209040"/>
          </a:xfrm>
          <a:prstGeom prst="rect">
            <a:avLst/>
          </a:prstGeom>
        </p:spPr>
      </p:pic>
      <p:sp>
        <p:nvSpPr>
          <p:cNvPr id="10" name="文本框 9"/>
          <p:cNvSpPr txBox="1"/>
          <p:nvPr/>
        </p:nvSpPr>
        <p:spPr>
          <a:xfrm>
            <a:off x="3168652" y="803276"/>
            <a:ext cx="6310631" cy="464185"/>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4500" b="0" i="0" u="none" strike="noStrike" kern="1200" cap="none" spc="0" normalizeH="0" baseline="0" noProof="0" dirty="0">
                <a:ln>
                  <a:noFill/>
                </a:ln>
                <a:solidFill>
                  <a:prstClr val="white"/>
                </a:solidFill>
                <a:effectLst/>
                <a:uLnTx/>
                <a:uFillTx/>
                <a:latin typeface="锐字潮牌真言简2.0免费 大粗" panose="02020300000000000000" charset="-122"/>
                <a:ea typeface="锐字潮牌真言简2.0免费 大粗" panose="02020300000000000000" charset="-122"/>
                <a:cs typeface="锐字潮牌真言简2.0免费 大粗" panose="02020300000000000000" charset="-122"/>
              </a:rPr>
              <a:t>循环结构实例</a:t>
            </a:r>
          </a:p>
        </p:txBody>
      </p:sp>
      <p:pic>
        <p:nvPicPr>
          <p:cNvPr id="7" name="图片 6" descr="未标1题-1"/>
          <p:cNvPicPr>
            <a:picLocks noChangeAspect="1"/>
          </p:cNvPicPr>
          <p:nvPr/>
        </p:nvPicPr>
        <p:blipFill>
          <a:blip r:embed="rId4"/>
          <a:stretch>
            <a:fillRect/>
          </a:stretch>
        </p:blipFill>
        <p:spPr>
          <a:xfrm>
            <a:off x="601345" y="1618617"/>
            <a:ext cx="802640" cy="600075"/>
          </a:xfrm>
          <a:prstGeom prst="rect">
            <a:avLst/>
          </a:prstGeom>
        </p:spPr>
      </p:pic>
      <p:sp>
        <p:nvSpPr>
          <p:cNvPr id="8" name="内容占位符 2"/>
          <p:cNvSpPr txBox="1">
            <a:spLocks/>
          </p:cNvSpPr>
          <p:nvPr/>
        </p:nvSpPr>
        <p:spPr>
          <a:xfrm>
            <a:off x="1243584" y="1618615"/>
            <a:ext cx="10643616" cy="4722494"/>
          </a:xfrm>
          <a:prstGeom prst="rect">
            <a:avLst/>
          </a:prstGeom>
        </p:spPr>
        <p:txBody>
          <a:bodyPr vert="horz" wrap="square" lIns="90170" tIns="46990" rIns="90170" bIns="46990" rtlCol="0">
            <a:normAutofit fontScale="25000" lnSpcReduction="20000"/>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3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00000"/>
              </a:lnSpc>
              <a:spcBef>
                <a:spcPts val="0"/>
              </a:spcBef>
              <a:spcAft>
                <a:spcPts val="0"/>
              </a:spcAft>
              <a:buFont typeface="Arial" panose="020B0604020202020204" pitchFamily="34" charset="0"/>
              <a:buChar char="•"/>
              <a:tabLst>
                <a:tab pos="1609725" algn="l"/>
              </a:tabLst>
              <a:defRPr kumimoji="0" lang="zh-CN" altLang="en-US" sz="3200" b="1" i="0" u="none" strike="noStrike" kern="1200" cap="none" spc="150" normalizeH="0" baseline="0" noProof="1" dirty="0">
                <a:solidFill>
                  <a:schemeClr val="accent2">
                    <a:lumMod val="50000"/>
                  </a:schemeClr>
                </a:solidFill>
                <a:uFillTx/>
                <a:latin typeface="楷体" panose="02010609060101010101" charset="-122"/>
                <a:ea typeface="楷体" panose="0201060906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30000"/>
              </a:lnSpc>
              <a:spcBef>
                <a:spcPts val="0"/>
              </a:spcBef>
              <a:spcAft>
                <a:spcPts val="1000"/>
              </a:spcAft>
              <a:buClrTx/>
              <a:buSzTx/>
              <a:buFont typeface="Arial" panose="020B0604020202020204" pitchFamily="34" charset="0"/>
              <a:buNone/>
              <a:tabLst/>
              <a:defRPr/>
            </a:pPr>
            <a:r>
              <a:rPr kumimoji="0" lang="en-US" altLang="zh-CN" sz="8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a:t>
            </a:r>
            <a:r>
              <a:rPr kumimoji="0" lang="zh-CN" altLang="en-US" sz="8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例</a:t>
            </a:r>
            <a:r>
              <a:rPr kumimoji="0" lang="en-US" altLang="zh-CN" sz="8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3.11】</a:t>
            </a:r>
            <a:r>
              <a:rPr kumimoji="0" lang="zh-CN" altLang="en-US" sz="8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输入大于</a:t>
            </a:r>
            <a:r>
              <a:rPr kumimoji="0" lang="en-US" altLang="zh-CN" sz="8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1</a:t>
            </a:r>
            <a:r>
              <a:rPr kumimoji="0" lang="zh-CN" altLang="en-US" sz="8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的自然数</a:t>
            </a:r>
            <a:r>
              <a:rPr kumimoji="0" lang="en-US" altLang="zh-CN" sz="8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n, </a:t>
            </a:r>
            <a:r>
              <a:rPr kumimoji="0" lang="zh-CN" altLang="en-US" sz="8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判断该数是否为素数</a:t>
            </a:r>
            <a:r>
              <a:rPr kumimoji="0" lang="en-US" altLang="zh-CN" sz="8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zh-CN" altLang="en-US" sz="8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如果是素数，则输出该数是素数，否则输出该数不是素数。素数是只能被 </a:t>
            </a:r>
            <a:r>
              <a:rPr kumimoji="0" lang="en-US" altLang="zh-CN" sz="8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1 </a:t>
            </a:r>
            <a:r>
              <a:rPr kumimoji="0" lang="zh-CN" altLang="en-US" sz="8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和自身整除的数，如 </a:t>
            </a:r>
            <a:r>
              <a:rPr kumimoji="0" lang="en-US" altLang="zh-CN" sz="8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2</a:t>
            </a:r>
            <a:r>
              <a:rPr kumimoji="0" lang="zh-CN" altLang="en-US" sz="8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a:t>
            </a:r>
            <a:r>
              <a:rPr kumimoji="0" lang="en-US" altLang="zh-CN" sz="8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3</a:t>
            </a:r>
            <a:r>
              <a:rPr kumimoji="0" lang="zh-CN" altLang="en-US" sz="8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a:t>
            </a:r>
            <a:r>
              <a:rPr kumimoji="0" lang="en-US" altLang="zh-CN" sz="8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5</a:t>
            </a:r>
            <a:r>
              <a:rPr kumimoji="0" lang="zh-CN" altLang="en-US" sz="8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72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#include &lt;stdio.h&gt;</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72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#include &lt;stdlib.h&gt;</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72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int main(void) {</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72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int n, i; </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endParaRPr kumimoji="0" lang="en-US" altLang="zh-CN" sz="48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endParaRP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72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printf(" Enter a natural number n (n&gt;1): \n");</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72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scanf("%d", &amp;n);</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zh-CN" altLang="en-US" sz="72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en-US" altLang="zh-CN" sz="72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for (i = 2; i &lt; n; i++){                  </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zh-CN" altLang="en-US" sz="72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en-US" altLang="zh-CN" sz="72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if (n % i == 0) {        // i </a:t>
            </a:r>
            <a:r>
              <a:rPr kumimoji="0" lang="zh-CN" altLang="en-US" sz="72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能整除 </a:t>
            </a:r>
            <a:r>
              <a:rPr kumimoji="0" lang="en-US" altLang="zh-CN" sz="72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n, n </a:t>
            </a:r>
            <a:r>
              <a:rPr kumimoji="0" lang="zh-CN" altLang="en-US" sz="72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不是素数</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72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printf("%d is not a prime. \n", n); </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72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exit(0); </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zh-CN" altLang="en-US" sz="72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en-US" altLang="zh-CN" sz="72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72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72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printf("%d is a prime. \n", n); </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72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return 0; </a:t>
            </a:r>
          </a:p>
          <a:p>
            <a:pPr marL="228600" marR="0" lvl="0" indent="-228600" algn="l" defTabSz="914400" rtl="0" eaLnBrk="1" fontAlgn="auto" latinLnBrk="0" hangingPunct="1">
              <a:lnSpc>
                <a:spcPct val="120000"/>
              </a:lnSpc>
              <a:spcBef>
                <a:spcPct val="0"/>
              </a:spcBef>
              <a:spcAft>
                <a:spcPts val="0"/>
              </a:spcAft>
              <a:buClrTx/>
              <a:buSzTx/>
              <a:buFont typeface="Arial" panose="020B0604020202020204" pitchFamily="34" charset="0"/>
              <a:buNone/>
              <a:tabLst/>
              <a:defRPr/>
            </a:pPr>
            <a:r>
              <a:rPr kumimoji="0" lang="en-US" altLang="zh-CN" sz="72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a:t>
            </a:r>
          </a:p>
          <a:p>
            <a:pPr marL="228600" marR="0" lvl="0" indent="-228600" algn="l" defTabSz="914400" rtl="0" eaLnBrk="1" fontAlgn="auto" latinLnBrk="0" hangingPunct="1">
              <a:lnSpc>
                <a:spcPct val="130000"/>
              </a:lnSpc>
              <a:spcBef>
                <a:spcPct val="0"/>
              </a:spcBef>
              <a:spcAft>
                <a:spcPts val="1000"/>
              </a:spcAft>
              <a:buClrTx/>
              <a:buSzTx/>
              <a:buFont typeface="Arial" panose="020B0604020202020204" pitchFamily="34" charset="0"/>
              <a:buNone/>
              <a:tabLst/>
              <a:defRPr/>
            </a:pPr>
            <a:endParaRPr kumimoji="0" lang="en-US" altLang="zh-CN" sz="40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endParaRPr>
          </a:p>
        </p:txBody>
      </p:sp>
    </p:spTree>
    <p:extLst>
      <p:ext uri="{BB962C8B-B14F-4D97-AF65-F5344CB8AC3E}">
        <p14:creationId xmlns:p14="http://schemas.microsoft.com/office/powerpoint/2010/main" val="41630407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3010" name="Text Box 2"/>
          <p:cNvSpPr txBox="1">
            <a:spLocks noChangeArrowheads="1"/>
          </p:cNvSpPr>
          <p:nvPr/>
        </p:nvSpPr>
        <p:spPr bwMode="auto">
          <a:xfrm>
            <a:off x="239195" y="1009654"/>
            <a:ext cx="8692154"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l" eaLnBrk="0" hangingPunct="0">
              <a:spcBef>
                <a:spcPct val="20000"/>
              </a:spcBef>
              <a:buClr>
                <a:schemeClr val="tx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algn="l" eaLnBrk="0" hangingPunct="0">
              <a:spcBef>
                <a:spcPct val="20000"/>
              </a:spcBef>
              <a:buClr>
                <a:schemeClr val="folHlink"/>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algn="l" eaLnBrk="0" hangingPunct="0">
              <a:spcBef>
                <a:spcPct val="20000"/>
              </a:spcBef>
              <a:buClr>
                <a:schemeClr val="tx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algn="l" eaLnBrk="0" hangingPunct="0">
              <a:spcBef>
                <a:spcPct val="20000"/>
              </a:spcBef>
              <a:buClr>
                <a:schemeClr val="tx1"/>
              </a:buClr>
              <a:buSzPct val="100000"/>
              <a:buChar char="•"/>
              <a:defRPr kumimoji="1" sz="3200" b="1">
                <a:solidFill>
                  <a:schemeClr val="bg2"/>
                </a:solidFill>
                <a:latin typeface="Times New Roman" pitchFamily="18" charset="0"/>
                <a:ea typeface="宋体" pitchFamily="2" charset="-122"/>
              </a:defRPr>
            </a:lvl4pPr>
            <a:lvl5pPr marL="2057400" indent="-228600" algn="l" eaLnBrk="0" hangingPunct="0">
              <a:spcBef>
                <a:spcPct val="20000"/>
              </a:spcBef>
              <a:buClr>
                <a:schemeClr val="tx1"/>
              </a:buClr>
              <a:buSzPct val="10000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SzPct val="10000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SzPct val="10000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SzPct val="10000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SzPct val="100000"/>
              <a:buChar char="–"/>
              <a:defRPr kumimoji="1" sz="3200" b="1">
                <a:solidFill>
                  <a:schemeClr val="bg2"/>
                </a:solidFill>
                <a:latin typeface="Times New Roman" pitchFamily="18" charset="0"/>
                <a:ea typeface="宋体" pitchFamily="2" charset="-122"/>
              </a:defRPr>
            </a:lvl9pPr>
          </a:lstStyle>
          <a:p>
            <a:pPr lvl="0" eaLnBrk="1" fontAlgn="base" hangingPunct="1">
              <a:spcBef>
                <a:spcPct val="0"/>
              </a:spcBef>
              <a:spcAft>
                <a:spcPct val="0"/>
              </a:spcAft>
              <a:buClrTx/>
              <a:buSzTx/>
              <a:buNone/>
            </a:pPr>
            <a:r>
              <a:rPr lang="en-US" altLang="zh-CN" sz="2400" dirty="0">
                <a:solidFill>
                  <a:srgbClr val="000000"/>
                </a:solidFill>
                <a:cs typeface="Times New Roman" pitchFamily="18" charset="0"/>
              </a:rPr>
              <a:t>【</a:t>
            </a:r>
            <a:r>
              <a:rPr lang="zh-CN" altLang="en-US" sz="2400" dirty="0">
                <a:solidFill>
                  <a:srgbClr val="000000"/>
                </a:solidFill>
                <a:cs typeface="Times New Roman" pitchFamily="18" charset="0"/>
              </a:rPr>
              <a:t>例 </a:t>
            </a:r>
            <a:r>
              <a:rPr lang="en-US" altLang="zh-CN" sz="2400" dirty="0">
                <a:solidFill>
                  <a:srgbClr val="000000"/>
                </a:solidFill>
                <a:cs typeface="Times New Roman" pitchFamily="18" charset="0"/>
              </a:rPr>
              <a:t>3.12】 </a:t>
            </a:r>
            <a:r>
              <a:rPr lang="zh-CN" altLang="en-US" sz="2400" dirty="0">
                <a:solidFill>
                  <a:srgbClr val="000000"/>
                </a:solidFill>
                <a:cs typeface="Times New Roman" pitchFamily="18" charset="0"/>
              </a:rPr>
              <a:t>编写程序，计算并输出</a:t>
            </a:r>
            <a:r>
              <a:rPr lang="en-US" altLang="zh-CN" sz="2400" dirty="0">
                <a:solidFill>
                  <a:srgbClr val="000000"/>
                </a:solidFill>
                <a:cs typeface="Times New Roman" pitchFamily="18" charset="0"/>
              </a:rPr>
              <a:t>1!+2!+…+10!</a:t>
            </a:r>
            <a:r>
              <a:rPr lang="zh-CN" altLang="en-US" sz="2400" dirty="0">
                <a:solidFill>
                  <a:srgbClr val="000000"/>
                </a:solidFill>
                <a:cs typeface="Times New Roman" pitchFamily="18" charset="0"/>
              </a:rPr>
              <a:t>的值。</a:t>
            </a:r>
          </a:p>
          <a:p>
            <a:pPr lvl="0" eaLnBrk="1" fontAlgn="base" hangingPunct="1">
              <a:spcBef>
                <a:spcPct val="0"/>
              </a:spcBef>
              <a:spcAft>
                <a:spcPct val="0"/>
              </a:spcAft>
              <a:buClrTx/>
              <a:buSzTx/>
              <a:buNone/>
            </a:pPr>
            <a:r>
              <a:rPr lang="en-US" altLang="zh-CN" sz="2400" dirty="0">
                <a:solidFill>
                  <a:srgbClr val="000000"/>
                </a:solidFill>
                <a:cs typeface="Times New Roman" pitchFamily="18" charset="0"/>
              </a:rPr>
              <a:t>#include &lt;</a:t>
            </a:r>
            <a:r>
              <a:rPr lang="en-US" altLang="zh-CN" sz="2400" dirty="0" err="1">
                <a:solidFill>
                  <a:srgbClr val="000000"/>
                </a:solidFill>
                <a:cs typeface="Times New Roman" pitchFamily="18" charset="0"/>
              </a:rPr>
              <a:t>stdio.h</a:t>
            </a:r>
            <a:r>
              <a:rPr lang="en-US" altLang="zh-CN" sz="2400" dirty="0">
                <a:solidFill>
                  <a:srgbClr val="000000"/>
                </a:solidFill>
                <a:cs typeface="Times New Roman" pitchFamily="18" charset="0"/>
              </a:rPr>
              <a:t>&gt;</a:t>
            </a:r>
          </a:p>
          <a:p>
            <a:pPr lvl="0" eaLnBrk="1" fontAlgn="base" hangingPunct="1">
              <a:spcBef>
                <a:spcPct val="0"/>
              </a:spcBef>
              <a:spcAft>
                <a:spcPct val="0"/>
              </a:spcAft>
              <a:buClrTx/>
              <a:buSzTx/>
              <a:buNone/>
            </a:pPr>
            <a:r>
              <a:rPr lang="en-US" altLang="zh-CN" sz="2400" dirty="0">
                <a:solidFill>
                  <a:srgbClr val="000000"/>
                </a:solidFill>
                <a:cs typeface="Times New Roman" pitchFamily="18" charset="0"/>
              </a:rPr>
              <a:t>int main(void) {</a:t>
            </a:r>
          </a:p>
          <a:p>
            <a:pPr lvl="0" eaLnBrk="1" fontAlgn="base" hangingPunct="1">
              <a:spcBef>
                <a:spcPct val="0"/>
              </a:spcBef>
              <a:spcAft>
                <a:spcPct val="0"/>
              </a:spcAft>
              <a:buClrTx/>
              <a:buSzTx/>
              <a:buNone/>
            </a:pPr>
            <a:r>
              <a:rPr lang="en-US" altLang="zh-CN" sz="2400" dirty="0">
                <a:solidFill>
                  <a:srgbClr val="000000"/>
                </a:solidFill>
                <a:cs typeface="Times New Roman" pitchFamily="18" charset="0"/>
              </a:rPr>
              <a:t>       int </a:t>
            </a:r>
            <a:r>
              <a:rPr lang="en-US" altLang="zh-CN" sz="2400" dirty="0" err="1">
                <a:solidFill>
                  <a:srgbClr val="000000"/>
                </a:solidFill>
                <a:cs typeface="Times New Roman" pitchFamily="18" charset="0"/>
              </a:rPr>
              <a:t>i</a:t>
            </a:r>
            <a:r>
              <a:rPr lang="en-US" altLang="zh-CN" sz="2400" dirty="0">
                <a:solidFill>
                  <a:srgbClr val="000000"/>
                </a:solidFill>
                <a:cs typeface="Times New Roman" pitchFamily="18" charset="0"/>
              </a:rPr>
              <a:t>, n;</a:t>
            </a:r>
          </a:p>
          <a:p>
            <a:pPr lvl="0" eaLnBrk="1" fontAlgn="base" hangingPunct="1">
              <a:spcBef>
                <a:spcPct val="0"/>
              </a:spcBef>
              <a:spcAft>
                <a:spcPct val="0"/>
              </a:spcAft>
              <a:buClrTx/>
              <a:buSzTx/>
              <a:buNone/>
            </a:pPr>
            <a:r>
              <a:rPr lang="en-US" altLang="zh-CN" sz="2400" dirty="0">
                <a:solidFill>
                  <a:srgbClr val="000000"/>
                </a:solidFill>
                <a:cs typeface="Times New Roman" pitchFamily="18" charset="0"/>
              </a:rPr>
              <a:t>       long fact, s = 0;</a:t>
            </a:r>
          </a:p>
          <a:p>
            <a:pPr lvl="0" eaLnBrk="1" fontAlgn="base" hangingPunct="1">
              <a:spcBef>
                <a:spcPct val="0"/>
              </a:spcBef>
              <a:spcAft>
                <a:spcPct val="0"/>
              </a:spcAft>
              <a:buClrTx/>
              <a:buSzTx/>
              <a:buNone/>
            </a:pPr>
            <a:endParaRPr lang="en-US" altLang="zh-CN" sz="2400" dirty="0">
              <a:solidFill>
                <a:srgbClr val="000000"/>
              </a:solidFill>
              <a:cs typeface="Times New Roman" pitchFamily="18" charset="0"/>
            </a:endParaRPr>
          </a:p>
          <a:p>
            <a:pPr lvl="0" eaLnBrk="1" fontAlgn="base" hangingPunct="1">
              <a:spcBef>
                <a:spcPct val="0"/>
              </a:spcBef>
              <a:spcAft>
                <a:spcPct val="0"/>
              </a:spcAft>
              <a:buClrTx/>
              <a:buSzTx/>
              <a:buNone/>
            </a:pPr>
            <a:r>
              <a:rPr lang="en-US" altLang="zh-CN" sz="2400" dirty="0">
                <a:solidFill>
                  <a:srgbClr val="000000"/>
                </a:solidFill>
                <a:cs typeface="Times New Roman" pitchFamily="18" charset="0"/>
              </a:rPr>
              <a:t>       for (n = 1; n &lt;= 10; n++) { </a:t>
            </a:r>
          </a:p>
          <a:p>
            <a:pPr lvl="0" eaLnBrk="1" fontAlgn="base" hangingPunct="1">
              <a:spcBef>
                <a:spcPct val="0"/>
              </a:spcBef>
              <a:spcAft>
                <a:spcPct val="0"/>
              </a:spcAft>
              <a:buClrTx/>
              <a:buSzTx/>
              <a:buNone/>
            </a:pPr>
            <a:r>
              <a:rPr lang="en-US" altLang="zh-CN" sz="2400" dirty="0">
                <a:solidFill>
                  <a:srgbClr val="000000"/>
                </a:solidFill>
                <a:cs typeface="Times New Roman" pitchFamily="18" charset="0"/>
              </a:rPr>
              <a:t>              fact = 1;               </a:t>
            </a:r>
          </a:p>
          <a:p>
            <a:pPr lvl="0" eaLnBrk="1" fontAlgn="base" hangingPunct="1">
              <a:spcBef>
                <a:spcPct val="0"/>
              </a:spcBef>
              <a:spcAft>
                <a:spcPct val="0"/>
              </a:spcAft>
              <a:buClrTx/>
              <a:buSzTx/>
              <a:buNone/>
            </a:pPr>
            <a:r>
              <a:rPr lang="en-US" altLang="zh-CN" sz="2400" dirty="0">
                <a:solidFill>
                  <a:srgbClr val="000000"/>
                </a:solidFill>
                <a:cs typeface="Times New Roman" pitchFamily="18" charset="0"/>
              </a:rPr>
              <a:t>              for (</a:t>
            </a:r>
            <a:r>
              <a:rPr lang="en-US" altLang="zh-CN" sz="2400" dirty="0" err="1">
                <a:solidFill>
                  <a:srgbClr val="000000"/>
                </a:solidFill>
                <a:cs typeface="Times New Roman" pitchFamily="18" charset="0"/>
              </a:rPr>
              <a:t>i</a:t>
            </a:r>
            <a:r>
              <a:rPr lang="en-US" altLang="zh-CN" sz="2400" dirty="0">
                <a:solidFill>
                  <a:srgbClr val="000000"/>
                </a:solidFill>
                <a:cs typeface="Times New Roman" pitchFamily="18" charset="0"/>
              </a:rPr>
              <a:t> = 2; </a:t>
            </a:r>
            <a:r>
              <a:rPr lang="en-US" altLang="zh-CN" sz="2400" dirty="0" err="1">
                <a:solidFill>
                  <a:srgbClr val="000000"/>
                </a:solidFill>
                <a:cs typeface="Times New Roman" pitchFamily="18" charset="0"/>
              </a:rPr>
              <a:t>i</a:t>
            </a:r>
            <a:r>
              <a:rPr lang="en-US" altLang="zh-CN" sz="2400" dirty="0">
                <a:solidFill>
                  <a:srgbClr val="000000"/>
                </a:solidFill>
                <a:cs typeface="Times New Roman" pitchFamily="18" charset="0"/>
              </a:rPr>
              <a:t> &lt;= n; </a:t>
            </a:r>
            <a:r>
              <a:rPr lang="en-US" altLang="zh-CN" sz="2400" dirty="0" err="1">
                <a:solidFill>
                  <a:srgbClr val="000000"/>
                </a:solidFill>
                <a:cs typeface="Times New Roman" pitchFamily="18" charset="0"/>
              </a:rPr>
              <a:t>i</a:t>
            </a:r>
            <a:r>
              <a:rPr lang="en-US" altLang="zh-CN" sz="2400" dirty="0">
                <a:solidFill>
                  <a:srgbClr val="000000"/>
                </a:solidFill>
                <a:cs typeface="Times New Roman" pitchFamily="18" charset="0"/>
              </a:rPr>
              <a:t>++) {</a:t>
            </a:r>
          </a:p>
          <a:p>
            <a:pPr lvl="0" eaLnBrk="1" fontAlgn="base" hangingPunct="1">
              <a:spcBef>
                <a:spcPct val="0"/>
              </a:spcBef>
              <a:spcAft>
                <a:spcPct val="0"/>
              </a:spcAft>
              <a:buClrTx/>
              <a:buSzTx/>
              <a:buNone/>
            </a:pPr>
            <a:r>
              <a:rPr lang="en-US" altLang="zh-CN" sz="2400" dirty="0">
                <a:solidFill>
                  <a:srgbClr val="000000"/>
                </a:solidFill>
                <a:cs typeface="Times New Roman" pitchFamily="18" charset="0"/>
              </a:rPr>
              <a:t>                     fact = fact * </a:t>
            </a:r>
            <a:r>
              <a:rPr lang="en-US" altLang="zh-CN" sz="2400" dirty="0" err="1">
                <a:solidFill>
                  <a:srgbClr val="000000"/>
                </a:solidFill>
                <a:cs typeface="Times New Roman" pitchFamily="18" charset="0"/>
              </a:rPr>
              <a:t>i</a:t>
            </a:r>
            <a:r>
              <a:rPr lang="en-US" altLang="zh-CN" sz="2400" dirty="0">
                <a:solidFill>
                  <a:srgbClr val="000000"/>
                </a:solidFill>
                <a:cs typeface="Times New Roman" pitchFamily="18" charset="0"/>
              </a:rPr>
              <a:t>; </a:t>
            </a:r>
          </a:p>
          <a:p>
            <a:pPr lvl="0" eaLnBrk="1" fontAlgn="base" hangingPunct="1">
              <a:spcBef>
                <a:spcPct val="0"/>
              </a:spcBef>
              <a:spcAft>
                <a:spcPct val="0"/>
              </a:spcAft>
              <a:buClrTx/>
              <a:buSzTx/>
              <a:buNone/>
            </a:pPr>
            <a:r>
              <a:rPr lang="en-US" altLang="zh-CN" sz="2400" dirty="0">
                <a:solidFill>
                  <a:srgbClr val="000000"/>
                </a:solidFill>
                <a:cs typeface="Times New Roman" pitchFamily="18" charset="0"/>
              </a:rPr>
              <a:t>              }</a:t>
            </a:r>
          </a:p>
          <a:p>
            <a:pPr lvl="0" eaLnBrk="1" fontAlgn="base" hangingPunct="1">
              <a:spcBef>
                <a:spcPct val="0"/>
              </a:spcBef>
              <a:spcAft>
                <a:spcPct val="0"/>
              </a:spcAft>
              <a:buClrTx/>
              <a:buSzTx/>
              <a:buNone/>
            </a:pPr>
            <a:r>
              <a:rPr lang="en-US" altLang="zh-CN" sz="2400" dirty="0">
                <a:solidFill>
                  <a:srgbClr val="000000"/>
                </a:solidFill>
                <a:cs typeface="Times New Roman" pitchFamily="18" charset="0"/>
              </a:rPr>
              <a:t>              s = s + fact; </a:t>
            </a:r>
          </a:p>
          <a:p>
            <a:pPr lvl="0" eaLnBrk="1" fontAlgn="base" hangingPunct="1">
              <a:spcBef>
                <a:spcPct val="0"/>
              </a:spcBef>
              <a:spcAft>
                <a:spcPct val="0"/>
              </a:spcAft>
              <a:buClrTx/>
              <a:buSzTx/>
              <a:buNone/>
            </a:pPr>
            <a:r>
              <a:rPr lang="en-US" altLang="zh-CN" sz="2400" dirty="0">
                <a:solidFill>
                  <a:srgbClr val="000000"/>
                </a:solidFill>
                <a:cs typeface="Times New Roman" pitchFamily="18" charset="0"/>
              </a:rPr>
              <a:t>       }</a:t>
            </a:r>
          </a:p>
          <a:p>
            <a:pPr lvl="0" eaLnBrk="1" fontAlgn="base" hangingPunct="1">
              <a:spcBef>
                <a:spcPct val="0"/>
              </a:spcBef>
              <a:spcAft>
                <a:spcPct val="0"/>
              </a:spcAft>
              <a:buClrTx/>
              <a:buSzTx/>
              <a:buNone/>
            </a:pPr>
            <a:r>
              <a:rPr lang="en-US" altLang="zh-CN" sz="2400" dirty="0">
                <a:solidFill>
                  <a:srgbClr val="000000"/>
                </a:solidFill>
                <a:cs typeface="Times New Roman" pitchFamily="18" charset="0"/>
              </a:rPr>
              <a:t>       </a:t>
            </a:r>
            <a:r>
              <a:rPr lang="en-US" altLang="zh-CN" sz="2400" dirty="0" err="1">
                <a:solidFill>
                  <a:srgbClr val="000000"/>
                </a:solidFill>
                <a:cs typeface="Times New Roman" pitchFamily="18" charset="0"/>
              </a:rPr>
              <a:t>printf</a:t>
            </a:r>
            <a:r>
              <a:rPr lang="en-US" altLang="zh-CN" sz="2400" dirty="0">
                <a:solidFill>
                  <a:srgbClr val="000000"/>
                </a:solidFill>
                <a:cs typeface="Times New Roman" pitchFamily="18" charset="0"/>
              </a:rPr>
              <a:t>("1!+2!+…+10! = %</a:t>
            </a:r>
            <a:r>
              <a:rPr lang="en-US" altLang="zh-CN" sz="2400" dirty="0" err="1">
                <a:solidFill>
                  <a:srgbClr val="000000"/>
                </a:solidFill>
                <a:cs typeface="Times New Roman" pitchFamily="18" charset="0"/>
              </a:rPr>
              <a:t>ld</a:t>
            </a:r>
            <a:r>
              <a:rPr lang="en-US" altLang="zh-CN" sz="2400" dirty="0">
                <a:solidFill>
                  <a:srgbClr val="000000"/>
                </a:solidFill>
                <a:cs typeface="Times New Roman" pitchFamily="18" charset="0"/>
              </a:rPr>
              <a:t> \n", s);</a:t>
            </a:r>
          </a:p>
          <a:p>
            <a:pPr lvl="0" eaLnBrk="1" fontAlgn="base" hangingPunct="1">
              <a:spcBef>
                <a:spcPct val="0"/>
              </a:spcBef>
              <a:spcAft>
                <a:spcPct val="0"/>
              </a:spcAft>
              <a:buClrTx/>
              <a:buSzTx/>
              <a:buNone/>
            </a:pPr>
            <a:r>
              <a:rPr lang="en-US" altLang="zh-CN" sz="2400" dirty="0">
                <a:solidFill>
                  <a:srgbClr val="000000"/>
                </a:solidFill>
                <a:cs typeface="Times New Roman" pitchFamily="18" charset="0"/>
              </a:rPr>
              <a:t>       return 0; </a:t>
            </a:r>
          </a:p>
          <a:p>
            <a:pPr lvl="0" eaLnBrk="1" fontAlgn="base" hangingPunct="1">
              <a:spcBef>
                <a:spcPct val="0"/>
              </a:spcBef>
              <a:spcAft>
                <a:spcPct val="0"/>
              </a:spcAft>
              <a:buClrTx/>
              <a:buSzTx/>
              <a:buNone/>
            </a:pPr>
            <a:r>
              <a:rPr lang="en-US" altLang="zh-CN" sz="2400" dirty="0">
                <a:solidFill>
                  <a:srgbClr val="000000"/>
                </a:solidFill>
                <a:cs typeface="Times New Roman" pitchFamily="18" charset="0"/>
              </a:rPr>
              <a:t>}</a:t>
            </a:r>
          </a:p>
        </p:txBody>
      </p:sp>
      <p:sp>
        <p:nvSpPr>
          <p:cNvPr id="7" name="Rectangle 2"/>
          <p:cNvSpPr txBox="1">
            <a:spLocks noChangeArrowheads="1"/>
          </p:cNvSpPr>
          <p:nvPr/>
        </p:nvSpPr>
        <p:spPr>
          <a:xfrm>
            <a:off x="812800" y="304800"/>
            <a:ext cx="10363200" cy="609600"/>
          </a:xfrm>
          <a:prstGeom prst="rect">
            <a:avLst/>
          </a:prstGeom>
        </p:spPr>
        <p:txBody>
          <a:bodyPr vert="horz" wrap="square" lIns="90170" tIns="46990" rIns="90170" bIns="46990" rtlCol="0" anchor="ctr" anchorCtr="0">
            <a:noAutofit/>
          </a:bodyPr>
          <a:lstStyle>
            <a:lvl1pPr marL="0" marR="0" algn="l" defTabSz="914400" rtl="0" eaLnBrk="1" fontAlgn="auto" latinLnBrk="0" hangingPunct="1">
              <a:lnSpc>
                <a:spcPct val="100000"/>
              </a:lnSpc>
              <a:spcBef>
                <a:spcPct val="0"/>
              </a:spcBef>
              <a:buNone/>
              <a:defRPr kumimoji="0" lang="zh-CN" altLang="en-US" sz="36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3600" b="1" i="0" u="none" strike="noStrike" kern="1200" cap="none" spc="200" normalizeH="0" baseline="0" noProof="1">
                <a:ln>
                  <a:noFill/>
                </a:ln>
                <a:solidFill>
                  <a:srgbClr val="000000"/>
                </a:solidFill>
                <a:effectLst/>
                <a:uLnTx/>
                <a:uFillTx/>
                <a:latin typeface="Arial" panose="020B0604020202020204" pitchFamily="34" charset="0"/>
                <a:ea typeface="微软雅黑" panose="020B0503020204020204" charset="-122"/>
                <a:cs typeface="+mj-cs"/>
                <a:sym typeface="+mn-ea"/>
              </a:rPr>
              <a:t>3.3.4 </a:t>
            </a:r>
            <a:r>
              <a:rPr kumimoji="0" lang="zh-CN" altLang="en-US" sz="3600" b="1" i="0" u="none" strike="noStrike" kern="1200" cap="none" spc="200" normalizeH="0" baseline="0" noProof="1">
                <a:ln>
                  <a:noFill/>
                </a:ln>
                <a:solidFill>
                  <a:srgbClr val="000000"/>
                </a:solidFill>
                <a:effectLst/>
                <a:uLnTx/>
                <a:uFillTx/>
                <a:latin typeface="Arial" panose="020B0604020202020204" pitchFamily="34" charset="0"/>
                <a:ea typeface="微软雅黑" panose="020B0503020204020204" charset="-122"/>
                <a:cs typeface="+mj-cs"/>
                <a:sym typeface="+mn-ea"/>
              </a:rPr>
              <a:t>嵌套循环</a:t>
            </a:r>
          </a:p>
        </p:txBody>
      </p:sp>
      <p:sp>
        <p:nvSpPr>
          <p:cNvPr id="9" name="Rectangle 6"/>
          <p:cNvSpPr>
            <a:spLocks noChangeArrowheads="1"/>
          </p:cNvSpPr>
          <p:nvPr/>
        </p:nvSpPr>
        <p:spPr bwMode="auto">
          <a:xfrm>
            <a:off x="1199360" y="3636347"/>
            <a:ext cx="3723514" cy="1457091"/>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lr>
                <a:schemeClr val="tx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algn="l" eaLnBrk="0" hangingPunct="0">
              <a:spcBef>
                <a:spcPct val="20000"/>
              </a:spcBef>
              <a:buClr>
                <a:schemeClr val="folHlink"/>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algn="l" eaLnBrk="0" hangingPunct="0">
              <a:spcBef>
                <a:spcPct val="20000"/>
              </a:spcBef>
              <a:buClr>
                <a:schemeClr val="tx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algn="l" eaLnBrk="0" hangingPunct="0">
              <a:spcBef>
                <a:spcPct val="20000"/>
              </a:spcBef>
              <a:buClr>
                <a:schemeClr val="tx1"/>
              </a:buClr>
              <a:buSzPct val="100000"/>
              <a:buChar char="•"/>
              <a:defRPr kumimoji="1" sz="3200" b="1">
                <a:solidFill>
                  <a:schemeClr val="bg2"/>
                </a:solidFill>
                <a:latin typeface="Times New Roman" pitchFamily="18" charset="0"/>
                <a:ea typeface="宋体" pitchFamily="2" charset="-122"/>
              </a:defRPr>
            </a:lvl4pPr>
            <a:lvl5pPr marL="2057400" indent="-228600" algn="l" eaLnBrk="0" hangingPunct="0">
              <a:spcBef>
                <a:spcPct val="20000"/>
              </a:spcBef>
              <a:buClr>
                <a:schemeClr val="tx1"/>
              </a:buClr>
              <a:buSzPct val="10000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SzPct val="10000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SzPct val="10000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SzPct val="10000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SzPct val="100000"/>
              <a:buChar char="–"/>
              <a:defRPr kumimoji="1" sz="3200" b="1">
                <a:solidFill>
                  <a:schemeClr val="bg2"/>
                </a:solidFill>
                <a:latin typeface="Times New Roman" pitchFamily="18" charset="0"/>
                <a:ea typeface="宋体"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1" lang="en-US" altLang="en-US" sz="2400" b="0" i="0" u="none" strike="noStrike" kern="1200" cap="none" spc="0" normalizeH="0" baseline="0" noProof="0">
              <a:ln>
                <a:noFill/>
              </a:ln>
              <a:solidFill>
                <a:srgbClr val="FFFFFF"/>
              </a:solidFill>
              <a:effectLst/>
              <a:uLnTx/>
              <a:uFillTx/>
              <a:latin typeface="Times New Roman" pitchFamily="18" charset="0"/>
              <a:ea typeface="宋体" pitchFamily="2" charset="-122"/>
              <a:cs typeface="+mn-cs"/>
            </a:endParaRPr>
          </a:p>
        </p:txBody>
      </p:sp>
    </p:spTree>
    <p:extLst>
      <p:ext uri="{BB962C8B-B14F-4D97-AF65-F5344CB8AC3E}">
        <p14:creationId xmlns:p14="http://schemas.microsoft.com/office/powerpoint/2010/main" val="2508246632"/>
      </p:ext>
    </p:extLst>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3010" name="Text Box 2"/>
          <p:cNvSpPr txBox="1">
            <a:spLocks noChangeArrowheads="1"/>
          </p:cNvSpPr>
          <p:nvPr/>
        </p:nvSpPr>
        <p:spPr bwMode="auto">
          <a:xfrm>
            <a:off x="239188" y="1"/>
            <a:ext cx="6999813" cy="70480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l" eaLnBrk="0" hangingPunct="0">
              <a:spcBef>
                <a:spcPct val="20000"/>
              </a:spcBef>
              <a:buClr>
                <a:schemeClr val="tx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algn="l" eaLnBrk="0" hangingPunct="0">
              <a:spcBef>
                <a:spcPct val="20000"/>
              </a:spcBef>
              <a:buClr>
                <a:schemeClr val="folHlink"/>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algn="l" eaLnBrk="0" hangingPunct="0">
              <a:spcBef>
                <a:spcPct val="20000"/>
              </a:spcBef>
              <a:buClr>
                <a:schemeClr val="tx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algn="l" eaLnBrk="0" hangingPunct="0">
              <a:spcBef>
                <a:spcPct val="20000"/>
              </a:spcBef>
              <a:buClr>
                <a:schemeClr val="tx1"/>
              </a:buClr>
              <a:buSzPct val="100000"/>
              <a:buChar char="•"/>
              <a:defRPr kumimoji="1" sz="3200" b="1">
                <a:solidFill>
                  <a:schemeClr val="bg2"/>
                </a:solidFill>
                <a:latin typeface="Times New Roman" pitchFamily="18" charset="0"/>
                <a:ea typeface="宋体" pitchFamily="2" charset="-122"/>
              </a:defRPr>
            </a:lvl4pPr>
            <a:lvl5pPr marL="2057400" indent="-228600" algn="l" eaLnBrk="0" hangingPunct="0">
              <a:spcBef>
                <a:spcPct val="20000"/>
              </a:spcBef>
              <a:buClr>
                <a:schemeClr val="tx1"/>
              </a:buClr>
              <a:buSzPct val="10000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SzPct val="10000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SzPct val="10000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SzPct val="10000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SzPct val="100000"/>
              <a:buChar char="–"/>
              <a:defRPr kumimoji="1" sz="3200" b="1">
                <a:solidFill>
                  <a:schemeClr val="bg2"/>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err="1">
                <a:ln>
                  <a:noFill/>
                </a:ln>
                <a:solidFill>
                  <a:srgbClr val="6600CC"/>
                </a:solidFill>
                <a:effectLst/>
                <a:uLnTx/>
                <a:uFillTx/>
                <a:latin typeface="Times New Roman" pitchFamily="18" charset="0"/>
                <a:ea typeface="宋体" pitchFamily="2" charset="-122"/>
                <a:cs typeface="+mn-cs"/>
              </a:rPr>
              <a:t>Eg</a:t>
            </a:r>
            <a:r>
              <a:rPr kumimoji="1" lang="en-US" altLang="zh-CN" sz="24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mn-cs"/>
              </a:rPr>
              <a:t> 3.13</a:t>
            </a:r>
            <a:r>
              <a:rPr kumimoji="1" lang="zh-CN" altLang="en-US" sz="24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mn-cs"/>
              </a:rPr>
              <a:t>编写程序，输出杨辉三角，杨辉三角的特点为每行端点与结尾的数都为 </a:t>
            </a:r>
            <a:r>
              <a:rPr kumimoji="1" lang="en-US" altLang="zh-CN" sz="24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mn-cs"/>
              </a:rPr>
              <a:t>1</a:t>
            </a:r>
            <a:r>
              <a:rPr kumimoji="1" lang="zh-CN" altLang="en-US" sz="24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mn-cs"/>
              </a:rPr>
              <a:t>，第 </a:t>
            </a:r>
            <a:r>
              <a:rPr kumimoji="1" lang="en-US" altLang="zh-CN" sz="24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mn-cs"/>
              </a:rPr>
              <a:t>n </a:t>
            </a:r>
            <a:r>
              <a:rPr kumimoji="1" lang="zh-CN" altLang="en-US" sz="24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mn-cs"/>
              </a:rPr>
              <a:t>行的数字有 </a:t>
            </a:r>
            <a:r>
              <a:rPr kumimoji="1" lang="en-US" altLang="zh-CN" sz="24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mn-cs"/>
              </a:rPr>
              <a:t>n </a:t>
            </a:r>
            <a:r>
              <a:rPr kumimoji="1" lang="zh-CN" altLang="en-US" sz="24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mn-cs"/>
              </a:rPr>
              <a:t>项，每个数都等于上一行的左右两个数之和。</a:t>
            </a:r>
            <a:endParaRPr kumimoji="1" lang="zh-CN" altLang="en-US" sz="24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9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#include &lt;</a:t>
            </a:r>
            <a:r>
              <a:rPr kumimoji="1" lang="en-US" altLang="zh-CN" sz="19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stdio.h</a:t>
            </a:r>
            <a:r>
              <a:rPr kumimoji="1" lang="en-US" altLang="zh-CN" sz="19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&gt;</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9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#define N 10</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9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int main(void) {</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9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int </a:t>
            </a:r>
            <a:r>
              <a:rPr kumimoji="1" lang="en-US" altLang="zh-CN" sz="19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i</a:t>
            </a:r>
            <a:r>
              <a:rPr kumimoji="1" lang="en-US" altLang="zh-CN" sz="19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j, k;</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9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for(</a:t>
            </a:r>
            <a:r>
              <a:rPr kumimoji="1" lang="en-US" altLang="zh-CN" sz="19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i</a:t>
            </a:r>
            <a:r>
              <a:rPr kumimoji="1" lang="en-US" altLang="zh-CN" sz="19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 1; </a:t>
            </a:r>
            <a:r>
              <a:rPr kumimoji="1" lang="en-US" altLang="zh-CN" sz="19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i</a:t>
            </a:r>
            <a:r>
              <a:rPr kumimoji="1" lang="en-US" altLang="zh-CN" sz="19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&lt;= N; </a:t>
            </a:r>
            <a:r>
              <a:rPr kumimoji="1" lang="en-US" altLang="zh-CN" sz="19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i</a:t>
            </a:r>
            <a:r>
              <a:rPr kumimoji="1" lang="en-US" altLang="zh-CN" sz="19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9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for(j = 2 * N - 2 * </a:t>
            </a:r>
            <a:r>
              <a:rPr kumimoji="1" lang="en-US" altLang="zh-CN" sz="19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i</a:t>
            </a:r>
            <a:r>
              <a:rPr kumimoji="1" lang="en-US" altLang="zh-CN" sz="19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j&gt;0; j -- )</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9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1" lang="en-US" altLang="zh-CN" sz="19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printf</a:t>
            </a:r>
            <a:r>
              <a:rPr kumimoji="1" lang="en-US" altLang="zh-CN" sz="19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9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for(j = 1; j &lt;= </a:t>
            </a:r>
            <a:r>
              <a:rPr kumimoji="1" lang="en-US" altLang="zh-CN" sz="19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i</a:t>
            </a:r>
            <a:r>
              <a:rPr kumimoji="1" lang="en-US" altLang="zh-CN" sz="19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1" lang="en-US" altLang="zh-CN" sz="19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j++</a:t>
            </a:r>
            <a:r>
              <a:rPr kumimoji="1" lang="en-US" altLang="zh-CN" sz="19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9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if(j == 1) {</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9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k = 1;</a:t>
            </a:r>
          </a:p>
          <a:p>
            <a:pPr marL="0" marR="0" lvl="0" indent="0" algn="l" defTabSz="914400" rtl="0" eaLnBrk="1" fontAlgn="base" latinLnBrk="0" hangingPunct="1">
              <a:lnSpc>
                <a:spcPct val="100000"/>
              </a:lnSpc>
              <a:spcBef>
                <a:spcPct val="0"/>
              </a:spcBef>
              <a:spcAft>
                <a:spcPct val="0"/>
              </a:spcAft>
              <a:buClrTx/>
              <a:buSzTx/>
              <a:buFontTx/>
              <a:buNone/>
              <a:tabLst/>
              <a:defRPr/>
            </a:pPr>
            <a:r>
              <a:rPr lang="en-US" altLang="zh-CN" sz="1900" dirty="0">
                <a:solidFill>
                  <a:srgbClr val="000000"/>
                </a:solidFill>
              </a:rPr>
              <a:t>                   }</a:t>
            </a:r>
            <a:endParaRPr kumimoji="1" lang="en-US" altLang="zh-CN" sz="19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9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else {</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9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k = k  * (</a:t>
            </a:r>
            <a:r>
              <a:rPr kumimoji="1" lang="en-US" altLang="zh-CN" sz="19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i</a:t>
            </a:r>
            <a:r>
              <a:rPr kumimoji="1" lang="en-US" altLang="zh-CN" sz="19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 (j - 1))  /  (j - 1);</a:t>
            </a:r>
          </a:p>
          <a:p>
            <a:pPr marL="0" marR="0" lvl="0" indent="0" algn="l" defTabSz="914400" rtl="0" eaLnBrk="1" fontAlgn="base" latinLnBrk="0" hangingPunct="1">
              <a:lnSpc>
                <a:spcPct val="100000"/>
              </a:lnSpc>
              <a:spcBef>
                <a:spcPct val="0"/>
              </a:spcBef>
              <a:spcAft>
                <a:spcPct val="0"/>
              </a:spcAft>
              <a:buClrTx/>
              <a:buSzTx/>
              <a:buFontTx/>
              <a:buNone/>
              <a:tabLst/>
              <a:defRPr/>
            </a:pPr>
            <a:r>
              <a:rPr lang="en-US" altLang="zh-CN" sz="1900" dirty="0">
                <a:solidFill>
                  <a:srgbClr val="000000"/>
                </a:solidFill>
              </a:rPr>
              <a:t>                   }</a:t>
            </a:r>
            <a:endParaRPr kumimoji="1" lang="en-US" altLang="zh-CN" sz="19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9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1" lang="en-US" altLang="zh-CN" sz="19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printf</a:t>
            </a:r>
            <a:r>
              <a:rPr kumimoji="1" lang="en-US" altLang="zh-CN" sz="19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 %4d</a:t>
            </a:r>
            <a:r>
              <a:rPr kumimoji="1" lang="en-US" altLang="zh-CN" sz="19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k);</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9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9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1" lang="en-US" altLang="zh-CN" sz="19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printf</a:t>
            </a:r>
            <a:r>
              <a:rPr kumimoji="1" lang="en-US" altLang="zh-CN" sz="19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("\n");</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9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9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return 0; </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9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a:t>
            </a:r>
            <a:endParaRPr kumimoji="1" lang="en-US" altLang="zh-CN" sz="19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38405" y="1003125"/>
            <a:ext cx="3144395" cy="1835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00229" y="4991100"/>
            <a:ext cx="3491771" cy="18684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 name="Picture 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299758" y="0"/>
            <a:ext cx="1797838" cy="28384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81842416"/>
      </p:ext>
    </p:extLst>
  </p:cSld>
  <p:clrMapOvr>
    <a:masterClrMapping/>
  </p:clrMapOvr>
  <p:transition>
    <p:zoom dir="in"/>
  </p:transition>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814917" y="1125538"/>
            <a:ext cx="10363200" cy="5181600"/>
          </a:xfrm>
        </p:spPr>
        <p:txBody>
          <a:bodyPr/>
          <a:lstStyle/>
          <a:p>
            <a:pPr algn="just" eaLnBrk="1" hangingPunct="1">
              <a:buFontTx/>
              <a:buNone/>
            </a:pPr>
            <a:r>
              <a:rPr lang="en-US" altLang="zh-CN" sz="2800" dirty="0">
                <a:cs typeface="Times New Roman" pitchFamily="18" charset="0"/>
              </a:rPr>
              <a:t>1.</a:t>
            </a:r>
            <a:r>
              <a:rPr lang="en-US" altLang="zh-CN" sz="2800" dirty="0"/>
              <a:t> break</a:t>
            </a:r>
            <a:r>
              <a:rPr lang="zh-CN" altLang="en-US" sz="2800" dirty="0"/>
              <a:t>语句 </a:t>
            </a:r>
            <a:endParaRPr lang="en-US" altLang="zh-CN" sz="2800" dirty="0">
              <a:cs typeface="Times New Roman" pitchFamily="18" charset="0"/>
            </a:endParaRPr>
          </a:p>
          <a:p>
            <a:pPr algn="just" eaLnBrk="1" hangingPunct="1">
              <a:buFontTx/>
              <a:buNone/>
            </a:pPr>
            <a:r>
              <a:rPr lang="zh-CN" altLang="en-US" sz="2800" dirty="0">
                <a:cs typeface="Times New Roman" pitchFamily="18" charset="0"/>
              </a:rPr>
              <a:t>一般形式：   </a:t>
            </a:r>
            <a:r>
              <a:rPr lang="en-US" altLang="zh-CN" sz="2800" dirty="0">
                <a:solidFill>
                  <a:srgbClr val="CC00CC"/>
                </a:solidFill>
                <a:cs typeface="Times New Roman" pitchFamily="18" charset="0"/>
              </a:rPr>
              <a:t>break;</a:t>
            </a:r>
          </a:p>
          <a:p>
            <a:pPr algn="just" eaLnBrk="1" hangingPunct="1">
              <a:buFontTx/>
              <a:buNone/>
            </a:pPr>
            <a:r>
              <a:rPr lang="zh-CN" altLang="en-US" sz="2800" dirty="0">
                <a:cs typeface="Times New Roman" pitchFamily="18" charset="0"/>
              </a:rPr>
              <a:t>功能：立即结束</a:t>
            </a:r>
            <a:r>
              <a:rPr lang="zh-CN" altLang="en-US" sz="2800" dirty="0"/>
              <a:t>循环</a:t>
            </a:r>
            <a:r>
              <a:rPr lang="en-US" altLang="zh-CN" sz="2800" dirty="0"/>
              <a:t>, </a:t>
            </a:r>
            <a:r>
              <a:rPr lang="zh-CN" altLang="en-US" sz="2800" dirty="0"/>
              <a:t>执行循环语句的后续语句。  </a:t>
            </a:r>
          </a:p>
          <a:p>
            <a:pPr algn="just" eaLnBrk="1" hangingPunct="1">
              <a:buFontTx/>
              <a:buNone/>
            </a:pPr>
            <a:r>
              <a:rPr lang="zh-CN" altLang="en-US" sz="2800" dirty="0"/>
              <a:t>            常与</a:t>
            </a:r>
            <a:r>
              <a:rPr lang="en-US" altLang="zh-CN" sz="2800" dirty="0">
                <a:solidFill>
                  <a:srgbClr val="3333FF"/>
                </a:solidFill>
              </a:rPr>
              <a:t>if</a:t>
            </a:r>
            <a:r>
              <a:rPr lang="zh-CN" altLang="en-US" sz="2800" dirty="0"/>
              <a:t>合用</a:t>
            </a:r>
            <a:r>
              <a:rPr lang="en-US" altLang="zh-CN" sz="2800" dirty="0"/>
              <a:t>, </a:t>
            </a:r>
            <a:r>
              <a:rPr lang="zh-CN" altLang="en-US" sz="2800" dirty="0"/>
              <a:t>一次只能跳出一层循环</a:t>
            </a:r>
          </a:p>
          <a:p>
            <a:pPr algn="just" eaLnBrk="1" hangingPunct="1">
              <a:buFontTx/>
              <a:buNone/>
            </a:pPr>
            <a:r>
              <a:rPr lang="zh-CN" altLang="en-US" sz="2800" dirty="0"/>
              <a:t>　</a:t>
            </a:r>
            <a:endParaRPr lang="en-US" altLang="zh-CN" sz="2800" dirty="0"/>
          </a:p>
        </p:txBody>
      </p:sp>
      <p:sp>
        <p:nvSpPr>
          <p:cNvPr id="8198" name="Rectangle 7"/>
          <p:cNvSpPr>
            <a:spLocks noChangeArrowheads="1"/>
          </p:cNvSpPr>
          <p:nvPr/>
        </p:nvSpPr>
        <p:spPr bwMode="auto">
          <a:xfrm>
            <a:off x="1102785" y="6237301"/>
            <a:ext cx="10081683"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CC99FF"/>
                </a:solidFill>
                <a:miter lim="800000"/>
                <a:headEnd/>
                <a:tailEnd/>
              </a14:hiddenLine>
            </a:ext>
          </a:extLst>
        </p:spPr>
        <p:txBody>
          <a:bodyPr lIns="0" tIns="0" rIns="0" bIns="0"/>
          <a:lstStyle>
            <a:lvl1pPr eaLnBrk="0" hangingPunct="0">
              <a:spcBef>
                <a:spcPct val="20000"/>
              </a:spcBef>
              <a:buClr>
                <a:schemeClr val="accent2"/>
              </a:buClr>
              <a:buSzPct val="110000"/>
              <a:buChar char="•"/>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hlink"/>
              </a:buClr>
              <a:buSzPct val="11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folHlink"/>
              </a:buClr>
              <a:buSzPct val="110000"/>
              <a:buChar char="•"/>
              <a:defRPr kumimoji="1" sz="2400" b="1">
                <a:solidFill>
                  <a:schemeClr val="bg2"/>
                </a:solidFill>
                <a:latin typeface="Times New Roman" pitchFamily="18" charset="0"/>
                <a:ea typeface="宋体" pitchFamily="2" charset="-122"/>
              </a:defRPr>
            </a:lvl3pPr>
            <a:lvl4pPr marL="1600200" indent="-228600" eaLnBrk="0" hangingPunct="0">
              <a:spcBef>
                <a:spcPct val="20000"/>
              </a:spcBef>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9pPr>
          </a:lstStyle>
          <a:p>
            <a:pPr marL="0" marR="0" lvl="0" indent="0" algn="ctr" defTabSz="914400" rtl="0" eaLnBrk="0" fontAlgn="base" latinLnBrk="0" hangingPunct="0">
              <a:lnSpc>
                <a:spcPct val="88000"/>
              </a:lnSpc>
              <a:spcBef>
                <a:spcPct val="0"/>
              </a:spcBef>
              <a:spcAft>
                <a:spcPct val="0"/>
              </a:spcAft>
              <a:buClrTx/>
              <a:buSzTx/>
              <a:buFontTx/>
              <a:buNone/>
              <a:tabLst/>
              <a:defRPr/>
            </a:pPr>
            <a:r>
              <a:rPr kumimoji="0" lang="en-US" altLang="zh-CN" sz="2000" b="1" i="0" u="none" strike="noStrike" kern="1200" cap="none" spc="0" normalizeH="0" baseline="0" noProof="0" dirty="0">
                <a:ln>
                  <a:noFill/>
                </a:ln>
                <a:solidFill>
                  <a:srgbClr val="3333FF"/>
                </a:solidFill>
                <a:effectLst/>
                <a:uLnTx/>
                <a:uFillTx/>
                <a:latin typeface="宋体" pitchFamily="2" charset="-122"/>
                <a:ea typeface="宋体" pitchFamily="2" charset="-122"/>
                <a:cs typeface="+mn-cs"/>
              </a:rPr>
              <a:t>while                do - while                 for</a:t>
            </a:r>
          </a:p>
          <a:p>
            <a:pPr marL="0" marR="0" lvl="0" indent="0" algn="ctr" defTabSz="914400" rtl="0" eaLnBrk="0" fontAlgn="base" latinLnBrk="0" hangingPunct="0">
              <a:lnSpc>
                <a:spcPct val="88000"/>
              </a:lnSpc>
              <a:spcBef>
                <a:spcPct val="0"/>
              </a:spcBef>
              <a:spcAft>
                <a:spcPct val="0"/>
              </a:spcAft>
              <a:buClrTx/>
              <a:buSzTx/>
              <a:buFontTx/>
              <a:buNone/>
              <a:tabLst/>
              <a:defRPr/>
            </a:pPr>
            <a:r>
              <a:rPr kumimoji="0" lang="zh-CN" altLang="en-US" sz="2000" b="1" i="0" u="none" strike="noStrike" kern="1200" cap="none" spc="0" normalizeH="0" baseline="0" noProof="0" dirty="0">
                <a:ln>
                  <a:noFill/>
                </a:ln>
                <a:solidFill>
                  <a:srgbClr val="6600CC"/>
                </a:solidFill>
                <a:effectLst/>
                <a:uLnTx/>
                <a:uFillTx/>
                <a:latin typeface="宋体" pitchFamily="2" charset="-122"/>
                <a:ea typeface="宋体" pitchFamily="2" charset="-122"/>
                <a:cs typeface="+mn-cs"/>
              </a:rPr>
              <a:t>循环中</a:t>
            </a:r>
            <a:r>
              <a:rPr kumimoji="0" lang="en-US" altLang="zh-CN" sz="2000" b="1" i="0" u="none" strike="noStrike" kern="1200" cap="none" spc="0" normalizeH="0" baseline="0" noProof="0" dirty="0">
                <a:ln>
                  <a:noFill/>
                </a:ln>
                <a:solidFill>
                  <a:srgbClr val="6600CC"/>
                </a:solidFill>
                <a:effectLst/>
                <a:uLnTx/>
                <a:uFillTx/>
                <a:latin typeface="宋体" pitchFamily="2" charset="-122"/>
                <a:ea typeface="宋体" pitchFamily="2" charset="-122"/>
                <a:cs typeface="+mn-cs"/>
              </a:rPr>
              <a:t>break</a:t>
            </a:r>
            <a:r>
              <a:rPr kumimoji="0" lang="zh-CN" altLang="en-US" sz="2000" b="1" i="0" u="none" strike="noStrike" kern="1200" cap="none" spc="0" normalizeH="0" baseline="0" noProof="0" dirty="0">
                <a:ln>
                  <a:noFill/>
                </a:ln>
                <a:solidFill>
                  <a:srgbClr val="6600CC"/>
                </a:solidFill>
                <a:effectLst/>
                <a:uLnTx/>
                <a:uFillTx/>
                <a:latin typeface="宋体" pitchFamily="2" charset="-122"/>
                <a:ea typeface="宋体" pitchFamily="2" charset="-122"/>
                <a:cs typeface="+mn-cs"/>
              </a:rPr>
              <a:t>语句执行流程</a:t>
            </a:r>
            <a:endParaRPr kumimoji="0" lang="zh-CN" altLang="en-US" sz="20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mn-cs"/>
            </a:endParaRPr>
          </a:p>
        </p:txBody>
      </p:sp>
      <p:sp>
        <p:nvSpPr>
          <p:cNvPr id="8199" name="Rectangle 93"/>
          <p:cNvSpPr>
            <a:spLocks noChangeArrowheads="1"/>
          </p:cNvSpPr>
          <p:nvPr/>
        </p:nvSpPr>
        <p:spPr bwMode="auto">
          <a:xfrm>
            <a:off x="7156459" y="3789363"/>
            <a:ext cx="859367" cy="315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spcBef>
                <a:spcPct val="20000"/>
              </a:spcBef>
              <a:buClr>
                <a:schemeClr val="accent2"/>
              </a:buClr>
              <a:buSzPct val="110000"/>
              <a:buChar char="•"/>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hlink"/>
              </a:buClr>
              <a:buSzPct val="11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folHlink"/>
              </a:buClr>
              <a:buSzPct val="110000"/>
              <a:buChar char="•"/>
              <a:defRPr kumimoji="1" sz="2400" b="1">
                <a:solidFill>
                  <a:schemeClr val="bg2"/>
                </a:solidFill>
                <a:latin typeface="Times New Roman" pitchFamily="18" charset="0"/>
                <a:ea typeface="宋体" pitchFamily="2" charset="-122"/>
              </a:defRPr>
            </a:lvl3pPr>
            <a:lvl4pPr marL="1600200" indent="-228600" eaLnBrk="0" hangingPunct="0">
              <a:spcBef>
                <a:spcPct val="20000"/>
              </a:spcBef>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9pPr>
          </a:lstStyle>
          <a:p>
            <a:pPr marL="0" marR="0" lvl="0" indent="0" algn="ctr" defTabSz="914400" rtl="0" eaLnBrk="0" fontAlgn="base" latinLnBrk="0" hangingPunct="0">
              <a:lnSpc>
                <a:spcPct val="88000"/>
              </a:lnSpc>
              <a:spcBef>
                <a:spcPct val="0"/>
              </a:spcBef>
              <a:spcAft>
                <a:spcPct val="0"/>
              </a:spcAft>
              <a:buClrTx/>
              <a:buSzTx/>
              <a:buFontTx/>
              <a:buNone/>
              <a:tabLst/>
              <a:defRPr/>
            </a:pPr>
            <a:endParaRPr kumimoji="0" lang="en-US" altLang="zh-CN" sz="16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a:p>
            <a:pPr marL="0" marR="0" lvl="0" indent="0" algn="ctr" defTabSz="914400" rtl="0" eaLnBrk="0" fontAlgn="base" latinLnBrk="0" hangingPunct="0">
              <a:lnSpc>
                <a:spcPct val="88000"/>
              </a:lnSpc>
              <a:spcBef>
                <a:spcPct val="0"/>
              </a:spcBef>
              <a:spcAft>
                <a:spcPct val="0"/>
              </a:spcAft>
              <a:buClrTx/>
              <a:buSzTx/>
              <a:buFontTx/>
              <a:buNone/>
              <a:tabLst/>
              <a:defRPr/>
            </a:pPr>
            <a:endParaRPr kumimoji="0" lang="en-US" altLang="zh-CN" sz="16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grpSp>
        <p:nvGrpSpPr>
          <p:cNvPr id="12438" name="Group 150"/>
          <p:cNvGrpSpPr>
            <a:grpSpLocks/>
          </p:cNvGrpSpPr>
          <p:nvPr/>
        </p:nvGrpSpPr>
        <p:grpSpPr bwMode="auto">
          <a:xfrm>
            <a:off x="8591553" y="2668601"/>
            <a:ext cx="3071283" cy="3424237"/>
            <a:chOff x="4059" y="1681"/>
            <a:chExt cx="1451" cy="2157"/>
          </a:xfrm>
        </p:grpSpPr>
        <p:grpSp>
          <p:nvGrpSpPr>
            <p:cNvPr id="8244" name="Group 16"/>
            <p:cNvGrpSpPr>
              <a:grpSpLocks/>
            </p:cNvGrpSpPr>
            <p:nvPr/>
          </p:nvGrpSpPr>
          <p:grpSpPr bwMode="auto">
            <a:xfrm>
              <a:off x="4244" y="2197"/>
              <a:ext cx="894" cy="241"/>
              <a:chOff x="3120" y="3535"/>
              <a:chExt cx="1247" cy="340"/>
            </a:xfrm>
          </p:grpSpPr>
          <p:sp>
            <p:nvSpPr>
              <p:cNvPr id="8267" name="AutoShape 17"/>
              <p:cNvSpPr>
                <a:spLocks noChangeArrowheads="1"/>
              </p:cNvSpPr>
              <p:nvPr/>
            </p:nvSpPr>
            <p:spPr bwMode="auto">
              <a:xfrm>
                <a:off x="3120" y="3535"/>
                <a:ext cx="1247" cy="340"/>
              </a:xfrm>
              <a:prstGeom prst="flowChartDecision">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spcBef>
                    <a:spcPct val="20000"/>
                  </a:spcBef>
                  <a:buClr>
                    <a:schemeClr val="accent2"/>
                  </a:buClr>
                  <a:buSzPct val="110000"/>
                  <a:buChar char="•"/>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hlink"/>
                  </a:buClr>
                  <a:buSzPct val="11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folHlink"/>
                  </a:buClr>
                  <a:buSzPct val="110000"/>
                  <a:buChar char="•"/>
                  <a:defRPr kumimoji="1" sz="2400" b="1">
                    <a:solidFill>
                      <a:schemeClr val="bg2"/>
                    </a:solidFill>
                    <a:latin typeface="Times New Roman" pitchFamily="18" charset="0"/>
                    <a:ea typeface="宋体" pitchFamily="2" charset="-122"/>
                  </a:defRPr>
                </a:lvl3pPr>
                <a:lvl4pPr marL="1600200" indent="-228600" eaLnBrk="0" hangingPunct="0">
                  <a:spcBef>
                    <a:spcPct val="20000"/>
                  </a:spcBef>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9pPr>
              </a:lstStyle>
              <a:p>
                <a:pPr marL="0" marR="0" lvl="0" indent="0" algn="ctr" defTabSz="914400" rtl="0" eaLnBrk="0" fontAlgn="base" latinLnBrk="0" hangingPunct="0">
                  <a:lnSpc>
                    <a:spcPct val="72000"/>
                  </a:lnSpc>
                  <a:spcBef>
                    <a:spcPct val="0"/>
                  </a:spcBef>
                  <a:spcAft>
                    <a:spcPct val="0"/>
                  </a:spcAft>
                  <a:buClrTx/>
                  <a:buSzTx/>
                  <a:buFontTx/>
                  <a:buNone/>
                  <a:tabLst/>
                  <a:defRPr/>
                </a:pPr>
                <a:endParaRPr kumimoji="0" lang="en-US" altLang="en-US" sz="16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8268" name="Rectangle 18"/>
              <p:cNvSpPr>
                <a:spLocks noChangeArrowheads="1"/>
              </p:cNvSpPr>
              <p:nvPr/>
            </p:nvSpPr>
            <p:spPr bwMode="auto">
              <a:xfrm>
                <a:off x="3387" y="3619"/>
                <a:ext cx="680" cy="1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spcBef>
                    <a:spcPct val="20000"/>
                  </a:spcBef>
                  <a:buClr>
                    <a:schemeClr val="accent2"/>
                  </a:buClr>
                  <a:buSzPct val="110000"/>
                  <a:buChar char="•"/>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hlink"/>
                  </a:buClr>
                  <a:buSzPct val="11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folHlink"/>
                  </a:buClr>
                  <a:buSzPct val="110000"/>
                  <a:buChar char="•"/>
                  <a:defRPr kumimoji="1" sz="2400" b="1">
                    <a:solidFill>
                      <a:schemeClr val="bg2"/>
                    </a:solidFill>
                    <a:latin typeface="Times New Roman" pitchFamily="18" charset="0"/>
                    <a:ea typeface="宋体" pitchFamily="2" charset="-122"/>
                  </a:defRPr>
                </a:lvl3pPr>
                <a:lvl4pPr marL="1600200" indent="-228600" eaLnBrk="0" hangingPunct="0">
                  <a:spcBef>
                    <a:spcPct val="20000"/>
                  </a:spcBef>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zh-CN" altLang="en-US" sz="16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表达式</a:t>
                </a:r>
                <a:r>
                  <a:rPr kumimoji="0" lang="en-US" altLang="zh-CN" sz="16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2</a:t>
                </a:r>
              </a:p>
            </p:txBody>
          </p:sp>
        </p:grpSp>
        <p:sp>
          <p:nvSpPr>
            <p:cNvPr id="8245" name="Line 19"/>
            <p:cNvSpPr>
              <a:spLocks noChangeShapeType="1"/>
            </p:cNvSpPr>
            <p:nvPr/>
          </p:nvSpPr>
          <p:spPr bwMode="auto">
            <a:xfrm>
              <a:off x="4696" y="2433"/>
              <a:ext cx="0" cy="160"/>
            </a:xfrm>
            <a:prstGeom prst="line">
              <a:avLst/>
            </a:prstGeom>
            <a:noFill/>
            <a:ln w="9525">
              <a:solidFill>
                <a:schemeClr val="bg2"/>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EAEAEA"/>
                </a:solidFill>
                <a:effectLst/>
                <a:uLnTx/>
                <a:uFillTx/>
                <a:latin typeface="Times New Roman"/>
                <a:ea typeface="宋体"/>
                <a:cs typeface="+mn-cs"/>
              </a:endParaRPr>
            </a:p>
          </p:txBody>
        </p:sp>
        <p:sp>
          <p:nvSpPr>
            <p:cNvPr id="8246" name="Rectangle 21"/>
            <p:cNvSpPr>
              <a:spLocks noChangeArrowheads="1"/>
            </p:cNvSpPr>
            <p:nvPr/>
          </p:nvSpPr>
          <p:spPr bwMode="auto">
            <a:xfrm>
              <a:off x="4339" y="1845"/>
              <a:ext cx="731" cy="200"/>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spcBef>
                  <a:spcPct val="20000"/>
                </a:spcBef>
                <a:buClr>
                  <a:schemeClr val="accent2"/>
                </a:buClr>
                <a:buSzPct val="110000"/>
                <a:buChar char="•"/>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hlink"/>
                </a:buClr>
                <a:buSzPct val="11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folHlink"/>
                </a:buClr>
                <a:buSzPct val="110000"/>
                <a:buChar char="•"/>
                <a:defRPr kumimoji="1" sz="2400" b="1">
                  <a:solidFill>
                    <a:schemeClr val="bg2"/>
                  </a:solidFill>
                  <a:latin typeface="Times New Roman" pitchFamily="18" charset="0"/>
                  <a:ea typeface="宋体" pitchFamily="2" charset="-122"/>
                </a:defRPr>
              </a:lvl3pPr>
              <a:lvl4pPr marL="1600200" indent="-228600" eaLnBrk="0" hangingPunct="0">
                <a:spcBef>
                  <a:spcPct val="20000"/>
                </a:spcBef>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16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表达式</a:t>
              </a:r>
              <a:r>
                <a:rPr kumimoji="0" lang="en-US" altLang="zh-CN" sz="16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1</a:t>
              </a:r>
            </a:p>
          </p:txBody>
        </p:sp>
        <p:sp>
          <p:nvSpPr>
            <p:cNvPr id="8247" name="Line 22"/>
            <p:cNvSpPr>
              <a:spLocks noChangeShapeType="1"/>
            </p:cNvSpPr>
            <p:nvPr/>
          </p:nvSpPr>
          <p:spPr bwMode="auto">
            <a:xfrm>
              <a:off x="4696" y="2044"/>
              <a:ext cx="0" cy="161"/>
            </a:xfrm>
            <a:prstGeom prst="line">
              <a:avLst/>
            </a:prstGeom>
            <a:noFill/>
            <a:ln w="9525">
              <a:solidFill>
                <a:schemeClr val="bg2"/>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EAEAEA"/>
                </a:solidFill>
                <a:effectLst/>
                <a:uLnTx/>
                <a:uFillTx/>
                <a:latin typeface="Times New Roman"/>
                <a:ea typeface="宋体"/>
                <a:cs typeface="+mn-cs"/>
              </a:endParaRPr>
            </a:p>
          </p:txBody>
        </p:sp>
        <p:sp>
          <p:nvSpPr>
            <p:cNvPr id="8248" name="Line 23"/>
            <p:cNvSpPr>
              <a:spLocks noChangeShapeType="1"/>
            </p:cNvSpPr>
            <p:nvPr/>
          </p:nvSpPr>
          <p:spPr bwMode="auto">
            <a:xfrm>
              <a:off x="4696" y="1681"/>
              <a:ext cx="0" cy="161"/>
            </a:xfrm>
            <a:prstGeom prst="line">
              <a:avLst/>
            </a:prstGeom>
            <a:noFill/>
            <a:ln w="9525">
              <a:solidFill>
                <a:schemeClr val="bg2"/>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EAEAEA"/>
                </a:solidFill>
                <a:effectLst/>
                <a:uLnTx/>
                <a:uFillTx/>
                <a:latin typeface="Times New Roman"/>
                <a:ea typeface="宋体"/>
                <a:cs typeface="+mn-cs"/>
              </a:endParaRPr>
            </a:p>
          </p:txBody>
        </p:sp>
        <p:sp>
          <p:nvSpPr>
            <p:cNvPr id="8249" name="Rectangle 24"/>
            <p:cNvSpPr>
              <a:spLocks noChangeArrowheads="1"/>
            </p:cNvSpPr>
            <p:nvPr/>
          </p:nvSpPr>
          <p:spPr bwMode="auto">
            <a:xfrm>
              <a:off x="4331" y="2589"/>
              <a:ext cx="726" cy="499"/>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spcBef>
                  <a:spcPct val="20000"/>
                </a:spcBef>
                <a:buClr>
                  <a:schemeClr val="accent2"/>
                </a:buClr>
                <a:buSzPct val="110000"/>
                <a:buChar char="•"/>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hlink"/>
                </a:buClr>
                <a:buSzPct val="11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folHlink"/>
                </a:buClr>
                <a:buSzPct val="110000"/>
                <a:buChar char="•"/>
                <a:defRPr kumimoji="1" sz="2400" b="1">
                  <a:solidFill>
                    <a:schemeClr val="bg2"/>
                  </a:solidFill>
                  <a:latin typeface="Times New Roman" pitchFamily="18" charset="0"/>
                  <a:ea typeface="宋体" pitchFamily="2" charset="-122"/>
                </a:defRPr>
              </a:lvl3pPr>
              <a:lvl4pPr marL="1600200" indent="-228600" eaLnBrk="0" hangingPunct="0">
                <a:spcBef>
                  <a:spcPct val="20000"/>
                </a:spcBef>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语句</a:t>
              </a:r>
              <a:r>
                <a:rPr kumimoji="0"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s1</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break;</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语句</a:t>
              </a:r>
              <a:r>
                <a:rPr kumimoji="0"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s2</a:t>
              </a:r>
            </a:p>
          </p:txBody>
        </p:sp>
        <p:grpSp>
          <p:nvGrpSpPr>
            <p:cNvPr id="8250" name="Group 25"/>
            <p:cNvGrpSpPr>
              <a:grpSpLocks/>
            </p:cNvGrpSpPr>
            <p:nvPr/>
          </p:nvGrpSpPr>
          <p:grpSpPr bwMode="auto">
            <a:xfrm flipV="1">
              <a:off x="4059" y="2135"/>
              <a:ext cx="609" cy="1225"/>
              <a:chOff x="3819" y="4404"/>
              <a:chExt cx="800" cy="853"/>
            </a:xfrm>
          </p:grpSpPr>
          <p:sp>
            <p:nvSpPr>
              <p:cNvPr id="8264" name="Line 26"/>
              <p:cNvSpPr>
                <a:spLocks noChangeShapeType="1"/>
              </p:cNvSpPr>
              <p:nvPr/>
            </p:nvSpPr>
            <p:spPr bwMode="auto">
              <a:xfrm flipV="1">
                <a:off x="3819" y="4404"/>
                <a:ext cx="0" cy="849"/>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EAEAEA"/>
                  </a:solidFill>
                  <a:effectLst/>
                  <a:uLnTx/>
                  <a:uFillTx/>
                  <a:latin typeface="Times New Roman"/>
                  <a:ea typeface="宋体"/>
                  <a:cs typeface="+mn-cs"/>
                </a:endParaRPr>
              </a:p>
            </p:txBody>
          </p:sp>
          <p:sp>
            <p:nvSpPr>
              <p:cNvPr id="8265" name="Line 27"/>
              <p:cNvSpPr>
                <a:spLocks noChangeShapeType="1"/>
              </p:cNvSpPr>
              <p:nvPr/>
            </p:nvSpPr>
            <p:spPr bwMode="auto">
              <a:xfrm flipV="1">
                <a:off x="3819" y="4416"/>
                <a:ext cx="283"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EAEAEA"/>
                  </a:solidFill>
                  <a:effectLst/>
                  <a:uLnTx/>
                  <a:uFillTx/>
                  <a:latin typeface="Times New Roman"/>
                  <a:ea typeface="宋体"/>
                  <a:cs typeface="+mn-cs"/>
                </a:endParaRPr>
              </a:p>
            </p:txBody>
          </p:sp>
          <p:sp>
            <p:nvSpPr>
              <p:cNvPr id="8266" name="Line 28"/>
              <p:cNvSpPr>
                <a:spLocks noChangeShapeType="1"/>
              </p:cNvSpPr>
              <p:nvPr/>
            </p:nvSpPr>
            <p:spPr bwMode="auto">
              <a:xfrm>
                <a:off x="3825" y="5257"/>
                <a:ext cx="794" cy="0"/>
              </a:xfrm>
              <a:prstGeom prst="line">
                <a:avLst/>
              </a:prstGeom>
              <a:noFill/>
              <a:ln w="9525">
                <a:solidFill>
                  <a:schemeClr val="bg2"/>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EAEAEA"/>
                  </a:solidFill>
                  <a:effectLst/>
                  <a:uLnTx/>
                  <a:uFillTx/>
                  <a:latin typeface="Times New Roman"/>
                  <a:ea typeface="宋体"/>
                  <a:cs typeface="+mn-cs"/>
                </a:endParaRPr>
              </a:p>
            </p:txBody>
          </p:sp>
        </p:grpSp>
        <p:sp>
          <p:nvSpPr>
            <p:cNvPr id="8251" name="Text Box 29"/>
            <p:cNvSpPr txBox="1">
              <a:spLocks noChangeArrowheads="1"/>
            </p:cNvSpPr>
            <p:nvPr/>
          </p:nvSpPr>
          <p:spPr bwMode="auto">
            <a:xfrm>
              <a:off x="4195" y="2815"/>
              <a:ext cx="163" cy="2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spcBef>
                  <a:spcPct val="20000"/>
                </a:spcBef>
                <a:buClr>
                  <a:schemeClr val="accent2"/>
                </a:buClr>
                <a:buSzPct val="110000"/>
                <a:buChar char="•"/>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hlink"/>
                </a:buClr>
                <a:buSzPct val="11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folHlink"/>
                </a:buClr>
                <a:buSzPct val="110000"/>
                <a:buChar char="•"/>
                <a:defRPr kumimoji="1" sz="2400" b="1">
                  <a:solidFill>
                    <a:schemeClr val="bg2"/>
                  </a:solidFill>
                  <a:latin typeface="Times New Roman" pitchFamily="18" charset="0"/>
                  <a:ea typeface="宋体" pitchFamily="2" charset="-122"/>
                </a:defRPr>
              </a:lvl3pPr>
              <a:lvl4pPr marL="1600200" indent="-228600" eaLnBrk="0" hangingPunct="0">
                <a:spcBef>
                  <a:spcPct val="20000"/>
                </a:spcBef>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endParaRPr kumimoji="0" lang="en-US" altLang="en-US" sz="16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8252" name="Text Box 30"/>
            <p:cNvSpPr txBox="1">
              <a:spLocks noChangeArrowheads="1"/>
            </p:cNvSpPr>
            <p:nvPr/>
          </p:nvSpPr>
          <p:spPr bwMode="auto">
            <a:xfrm>
              <a:off x="4513" y="2407"/>
              <a:ext cx="122" cy="1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spcBef>
                  <a:spcPct val="20000"/>
                </a:spcBef>
                <a:buClr>
                  <a:schemeClr val="accent2"/>
                </a:buClr>
                <a:buSzPct val="110000"/>
                <a:buChar char="•"/>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hlink"/>
                </a:buClr>
                <a:buSzPct val="11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folHlink"/>
                </a:buClr>
                <a:buSzPct val="110000"/>
                <a:buChar char="•"/>
                <a:defRPr kumimoji="1" sz="2400" b="1">
                  <a:solidFill>
                    <a:schemeClr val="bg2"/>
                  </a:solidFill>
                  <a:latin typeface="Times New Roman" pitchFamily="18" charset="0"/>
                  <a:ea typeface="宋体" pitchFamily="2" charset="-122"/>
                </a:defRPr>
              </a:lvl3pPr>
              <a:lvl4pPr marL="1600200" indent="-228600" eaLnBrk="0" hangingPunct="0">
                <a:spcBef>
                  <a:spcPct val="20000"/>
                </a:spcBef>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zh-CN" altLang="en-US" sz="16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真</a:t>
              </a:r>
            </a:p>
          </p:txBody>
        </p:sp>
        <p:grpSp>
          <p:nvGrpSpPr>
            <p:cNvPr id="8253" name="Group 31"/>
            <p:cNvGrpSpPr>
              <a:grpSpLocks/>
            </p:cNvGrpSpPr>
            <p:nvPr/>
          </p:nvGrpSpPr>
          <p:grpSpPr bwMode="auto">
            <a:xfrm>
              <a:off x="4749" y="2135"/>
              <a:ext cx="761" cy="1542"/>
              <a:chOff x="2967" y="3554"/>
              <a:chExt cx="1062" cy="1550"/>
            </a:xfrm>
          </p:grpSpPr>
          <p:sp>
            <p:nvSpPr>
              <p:cNvPr id="8258" name="Rectangle 32"/>
              <p:cNvSpPr>
                <a:spLocks noChangeArrowheads="1"/>
              </p:cNvSpPr>
              <p:nvPr/>
            </p:nvSpPr>
            <p:spPr bwMode="auto">
              <a:xfrm>
                <a:off x="3462" y="3554"/>
                <a:ext cx="567" cy="2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spcBef>
                    <a:spcPct val="20000"/>
                  </a:spcBef>
                  <a:buClr>
                    <a:schemeClr val="accent2"/>
                  </a:buClr>
                  <a:buSzPct val="110000"/>
                  <a:buChar char="•"/>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hlink"/>
                  </a:buClr>
                  <a:buSzPct val="11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folHlink"/>
                  </a:buClr>
                  <a:buSzPct val="110000"/>
                  <a:buChar char="•"/>
                  <a:defRPr kumimoji="1" sz="2400" b="1">
                    <a:solidFill>
                      <a:schemeClr val="bg2"/>
                    </a:solidFill>
                    <a:latin typeface="Times New Roman" pitchFamily="18" charset="0"/>
                    <a:ea typeface="宋体" pitchFamily="2" charset="-122"/>
                  </a:defRPr>
                </a:lvl3pPr>
                <a:lvl4pPr marL="1600200" indent="-228600" eaLnBrk="0" hangingPunct="0">
                  <a:spcBef>
                    <a:spcPct val="20000"/>
                  </a:spcBef>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endParaRPr kumimoji="0" lang="en-US" altLang="zh-CN" sz="16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a:p>
                <a:pPr marL="0" marR="0" lvl="0" indent="0" algn="just" defTabSz="914400" rtl="0" eaLnBrk="0" fontAlgn="base" latinLnBrk="0" hangingPunct="0">
                  <a:lnSpc>
                    <a:spcPct val="100000"/>
                  </a:lnSpc>
                  <a:spcBef>
                    <a:spcPct val="0"/>
                  </a:spcBef>
                  <a:spcAft>
                    <a:spcPct val="0"/>
                  </a:spcAft>
                  <a:buClrTx/>
                  <a:buSzTx/>
                  <a:buFontTx/>
                  <a:buNone/>
                  <a:tabLst/>
                  <a:defRPr/>
                </a:pPr>
                <a:endParaRPr kumimoji="0" lang="en-US" altLang="zh-CN" sz="16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8259" name="Text Box 33"/>
              <p:cNvSpPr txBox="1">
                <a:spLocks noChangeArrowheads="1"/>
              </p:cNvSpPr>
              <p:nvPr/>
            </p:nvSpPr>
            <p:spPr bwMode="auto">
              <a:xfrm>
                <a:off x="3462" y="3806"/>
                <a:ext cx="170" cy="2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spcBef>
                    <a:spcPct val="20000"/>
                  </a:spcBef>
                  <a:buClr>
                    <a:schemeClr val="accent2"/>
                  </a:buClr>
                  <a:buSzPct val="110000"/>
                  <a:buChar char="•"/>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hlink"/>
                  </a:buClr>
                  <a:buSzPct val="11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folHlink"/>
                  </a:buClr>
                  <a:buSzPct val="110000"/>
                  <a:buChar char="•"/>
                  <a:defRPr kumimoji="1" sz="2400" b="1">
                    <a:solidFill>
                      <a:schemeClr val="bg2"/>
                    </a:solidFill>
                    <a:latin typeface="Times New Roman" pitchFamily="18" charset="0"/>
                    <a:ea typeface="宋体" pitchFamily="2" charset="-122"/>
                  </a:defRPr>
                </a:lvl3pPr>
                <a:lvl4pPr marL="1600200" indent="-228600" eaLnBrk="0" hangingPunct="0">
                  <a:spcBef>
                    <a:spcPct val="20000"/>
                  </a:spcBef>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zh-CN" altLang="en-US" sz="16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假</a:t>
                </a:r>
              </a:p>
            </p:txBody>
          </p:sp>
          <p:grpSp>
            <p:nvGrpSpPr>
              <p:cNvPr id="8260" name="Group 34"/>
              <p:cNvGrpSpPr>
                <a:grpSpLocks/>
              </p:cNvGrpSpPr>
              <p:nvPr/>
            </p:nvGrpSpPr>
            <p:grpSpPr bwMode="auto">
              <a:xfrm flipH="1">
                <a:off x="2967" y="3743"/>
                <a:ext cx="780" cy="1361"/>
                <a:chOff x="3819" y="4404"/>
                <a:chExt cx="800" cy="853"/>
              </a:xfrm>
            </p:grpSpPr>
            <p:sp>
              <p:nvSpPr>
                <p:cNvPr id="8261" name="Line 35"/>
                <p:cNvSpPr>
                  <a:spLocks noChangeShapeType="1"/>
                </p:cNvSpPr>
                <p:nvPr/>
              </p:nvSpPr>
              <p:spPr bwMode="auto">
                <a:xfrm flipV="1">
                  <a:off x="3819" y="4404"/>
                  <a:ext cx="0" cy="849"/>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EAEAEA"/>
                    </a:solidFill>
                    <a:effectLst/>
                    <a:uLnTx/>
                    <a:uFillTx/>
                    <a:latin typeface="Times New Roman"/>
                    <a:ea typeface="宋体"/>
                    <a:cs typeface="+mn-cs"/>
                  </a:endParaRPr>
                </a:p>
              </p:txBody>
            </p:sp>
            <p:sp>
              <p:nvSpPr>
                <p:cNvPr id="8262" name="Line 36"/>
                <p:cNvSpPr>
                  <a:spLocks noChangeShapeType="1"/>
                </p:cNvSpPr>
                <p:nvPr/>
              </p:nvSpPr>
              <p:spPr bwMode="auto">
                <a:xfrm flipV="1">
                  <a:off x="3819" y="4416"/>
                  <a:ext cx="283"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EAEAEA"/>
                    </a:solidFill>
                    <a:effectLst/>
                    <a:uLnTx/>
                    <a:uFillTx/>
                    <a:latin typeface="Times New Roman"/>
                    <a:ea typeface="宋体"/>
                    <a:cs typeface="+mn-cs"/>
                  </a:endParaRPr>
                </a:p>
              </p:txBody>
            </p:sp>
            <p:sp>
              <p:nvSpPr>
                <p:cNvPr id="8263" name="Line 37"/>
                <p:cNvSpPr>
                  <a:spLocks noChangeShapeType="1"/>
                </p:cNvSpPr>
                <p:nvPr/>
              </p:nvSpPr>
              <p:spPr bwMode="auto">
                <a:xfrm>
                  <a:off x="3825" y="5257"/>
                  <a:ext cx="794" cy="0"/>
                </a:xfrm>
                <a:prstGeom prst="line">
                  <a:avLst/>
                </a:prstGeom>
                <a:noFill/>
                <a:ln w="9525">
                  <a:solidFill>
                    <a:schemeClr val="bg2"/>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EAEAEA"/>
                    </a:solidFill>
                    <a:effectLst/>
                    <a:uLnTx/>
                    <a:uFillTx/>
                    <a:latin typeface="Times New Roman"/>
                    <a:ea typeface="宋体"/>
                    <a:cs typeface="+mn-cs"/>
                  </a:endParaRPr>
                </a:p>
              </p:txBody>
            </p:sp>
          </p:grpSp>
        </p:grpSp>
        <p:sp>
          <p:nvSpPr>
            <p:cNvPr id="8254" name="Rectangle 70"/>
            <p:cNvSpPr>
              <a:spLocks noChangeArrowheads="1"/>
            </p:cNvSpPr>
            <p:nvPr/>
          </p:nvSpPr>
          <p:spPr bwMode="auto">
            <a:xfrm>
              <a:off x="4331" y="3223"/>
              <a:ext cx="731" cy="200"/>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spcBef>
                  <a:spcPct val="20000"/>
                </a:spcBef>
                <a:buClr>
                  <a:schemeClr val="accent2"/>
                </a:buClr>
                <a:buSzPct val="110000"/>
                <a:buChar char="•"/>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hlink"/>
                </a:buClr>
                <a:buSzPct val="11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folHlink"/>
                </a:buClr>
                <a:buSzPct val="110000"/>
                <a:buChar char="•"/>
                <a:defRPr kumimoji="1" sz="2400" b="1">
                  <a:solidFill>
                    <a:schemeClr val="bg2"/>
                  </a:solidFill>
                  <a:latin typeface="Times New Roman" pitchFamily="18" charset="0"/>
                  <a:ea typeface="宋体" pitchFamily="2" charset="-122"/>
                </a:defRPr>
              </a:lvl3pPr>
              <a:lvl4pPr marL="1600200" indent="-228600" eaLnBrk="0" hangingPunct="0">
                <a:spcBef>
                  <a:spcPct val="20000"/>
                </a:spcBef>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16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表达式</a:t>
              </a:r>
              <a:r>
                <a:rPr kumimoji="0" lang="en-US" altLang="zh-CN" sz="16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3</a:t>
              </a:r>
            </a:p>
          </p:txBody>
        </p:sp>
        <p:sp>
          <p:nvSpPr>
            <p:cNvPr id="8255" name="Line 71"/>
            <p:cNvSpPr>
              <a:spLocks noChangeShapeType="1"/>
            </p:cNvSpPr>
            <p:nvPr/>
          </p:nvSpPr>
          <p:spPr bwMode="auto">
            <a:xfrm>
              <a:off x="4688" y="3060"/>
              <a:ext cx="0" cy="161"/>
            </a:xfrm>
            <a:prstGeom prst="line">
              <a:avLst/>
            </a:prstGeom>
            <a:noFill/>
            <a:ln w="9525">
              <a:solidFill>
                <a:schemeClr val="bg2"/>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EAEAEA"/>
                </a:solidFill>
                <a:effectLst/>
                <a:uLnTx/>
                <a:uFillTx/>
                <a:latin typeface="Times New Roman"/>
                <a:ea typeface="宋体"/>
                <a:cs typeface="+mn-cs"/>
              </a:endParaRPr>
            </a:p>
          </p:txBody>
        </p:sp>
        <p:sp>
          <p:nvSpPr>
            <p:cNvPr id="8256" name="Line 72"/>
            <p:cNvSpPr>
              <a:spLocks noChangeShapeType="1"/>
            </p:cNvSpPr>
            <p:nvPr/>
          </p:nvSpPr>
          <p:spPr bwMode="auto">
            <a:xfrm>
              <a:off x="4739" y="3677"/>
              <a:ext cx="0" cy="161"/>
            </a:xfrm>
            <a:prstGeom prst="line">
              <a:avLst/>
            </a:prstGeom>
            <a:noFill/>
            <a:ln w="9525">
              <a:solidFill>
                <a:schemeClr val="bg2"/>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EAEAEA"/>
                </a:solidFill>
                <a:effectLst/>
                <a:uLnTx/>
                <a:uFillTx/>
                <a:latin typeface="Times New Roman"/>
                <a:ea typeface="宋体"/>
                <a:cs typeface="+mn-cs"/>
              </a:endParaRPr>
            </a:p>
          </p:txBody>
        </p:sp>
        <p:sp>
          <p:nvSpPr>
            <p:cNvPr id="8257" name="Line 102"/>
            <p:cNvSpPr>
              <a:spLocks noChangeShapeType="1"/>
            </p:cNvSpPr>
            <p:nvPr/>
          </p:nvSpPr>
          <p:spPr bwMode="auto">
            <a:xfrm>
              <a:off x="4966" y="2861"/>
              <a:ext cx="318" cy="0"/>
            </a:xfrm>
            <a:prstGeom prst="line">
              <a:avLst/>
            </a:prstGeom>
            <a:noFill/>
            <a:ln w="28575">
              <a:solidFill>
                <a:srgbClr val="CC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EAEAEA"/>
                </a:solidFill>
                <a:effectLst/>
                <a:uLnTx/>
                <a:uFillTx/>
                <a:latin typeface="Times New Roman"/>
                <a:ea typeface="宋体"/>
                <a:cs typeface="+mn-cs"/>
              </a:endParaRPr>
            </a:p>
          </p:txBody>
        </p:sp>
      </p:grpSp>
      <p:grpSp>
        <p:nvGrpSpPr>
          <p:cNvPr id="12437" name="Group 149"/>
          <p:cNvGrpSpPr>
            <a:grpSpLocks/>
          </p:cNvGrpSpPr>
          <p:nvPr/>
        </p:nvGrpSpPr>
        <p:grpSpPr bwMode="auto">
          <a:xfrm>
            <a:off x="4868336" y="3141663"/>
            <a:ext cx="2592917" cy="2735262"/>
            <a:chOff x="2300" y="1979"/>
            <a:chExt cx="1225" cy="1723"/>
          </a:xfrm>
        </p:grpSpPr>
        <p:grpSp>
          <p:nvGrpSpPr>
            <p:cNvPr id="8225" name="Group 78"/>
            <p:cNvGrpSpPr>
              <a:grpSpLocks/>
            </p:cNvGrpSpPr>
            <p:nvPr/>
          </p:nvGrpSpPr>
          <p:grpSpPr bwMode="auto">
            <a:xfrm>
              <a:off x="2482" y="3022"/>
              <a:ext cx="894" cy="241"/>
              <a:chOff x="3120" y="3535"/>
              <a:chExt cx="1247" cy="340"/>
            </a:xfrm>
          </p:grpSpPr>
          <p:sp>
            <p:nvSpPr>
              <p:cNvPr id="8242" name="AutoShape 79"/>
              <p:cNvSpPr>
                <a:spLocks noChangeArrowheads="1"/>
              </p:cNvSpPr>
              <p:nvPr/>
            </p:nvSpPr>
            <p:spPr bwMode="auto">
              <a:xfrm>
                <a:off x="3120" y="3535"/>
                <a:ext cx="1247" cy="340"/>
              </a:xfrm>
              <a:prstGeom prst="flowChartDecision">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spcBef>
                    <a:spcPct val="20000"/>
                  </a:spcBef>
                  <a:buClr>
                    <a:schemeClr val="accent2"/>
                  </a:buClr>
                  <a:buSzPct val="110000"/>
                  <a:buChar char="•"/>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hlink"/>
                  </a:buClr>
                  <a:buSzPct val="11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folHlink"/>
                  </a:buClr>
                  <a:buSzPct val="110000"/>
                  <a:buChar char="•"/>
                  <a:defRPr kumimoji="1" sz="2400" b="1">
                    <a:solidFill>
                      <a:schemeClr val="bg2"/>
                    </a:solidFill>
                    <a:latin typeface="Times New Roman" pitchFamily="18" charset="0"/>
                    <a:ea typeface="宋体" pitchFamily="2" charset="-122"/>
                  </a:defRPr>
                </a:lvl3pPr>
                <a:lvl4pPr marL="1600200" indent="-228600" eaLnBrk="0" hangingPunct="0">
                  <a:spcBef>
                    <a:spcPct val="20000"/>
                  </a:spcBef>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9pPr>
              </a:lstStyle>
              <a:p>
                <a:pPr marL="0" marR="0" lvl="0" indent="0" algn="ctr" defTabSz="914400" rtl="0" eaLnBrk="0" fontAlgn="base" latinLnBrk="0" hangingPunct="0">
                  <a:lnSpc>
                    <a:spcPct val="72000"/>
                  </a:lnSpc>
                  <a:spcBef>
                    <a:spcPct val="0"/>
                  </a:spcBef>
                  <a:spcAft>
                    <a:spcPct val="0"/>
                  </a:spcAft>
                  <a:buClrTx/>
                  <a:buSzTx/>
                  <a:buFontTx/>
                  <a:buNone/>
                  <a:tabLst/>
                  <a:defRPr/>
                </a:pPr>
                <a:endParaRPr kumimoji="0" lang="en-US" altLang="en-US" sz="16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8243" name="Rectangle 80"/>
              <p:cNvSpPr>
                <a:spLocks noChangeArrowheads="1"/>
              </p:cNvSpPr>
              <p:nvPr/>
            </p:nvSpPr>
            <p:spPr bwMode="auto">
              <a:xfrm>
                <a:off x="3387" y="3619"/>
                <a:ext cx="680" cy="1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spcBef>
                    <a:spcPct val="20000"/>
                  </a:spcBef>
                  <a:buClr>
                    <a:schemeClr val="accent2"/>
                  </a:buClr>
                  <a:buSzPct val="110000"/>
                  <a:buChar char="•"/>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hlink"/>
                  </a:buClr>
                  <a:buSzPct val="11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folHlink"/>
                  </a:buClr>
                  <a:buSzPct val="110000"/>
                  <a:buChar char="•"/>
                  <a:defRPr kumimoji="1" sz="2400" b="1">
                    <a:solidFill>
                      <a:schemeClr val="bg2"/>
                    </a:solidFill>
                    <a:latin typeface="Times New Roman" pitchFamily="18" charset="0"/>
                    <a:ea typeface="宋体" pitchFamily="2" charset="-122"/>
                  </a:defRPr>
                </a:lvl3pPr>
                <a:lvl4pPr marL="1600200" indent="-228600" eaLnBrk="0" hangingPunct="0">
                  <a:spcBef>
                    <a:spcPct val="20000"/>
                  </a:spcBef>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zh-CN" altLang="en-US" sz="16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表达式</a:t>
                </a:r>
              </a:p>
            </p:txBody>
          </p:sp>
        </p:grpSp>
        <p:sp>
          <p:nvSpPr>
            <p:cNvPr id="8226" name="Line 81"/>
            <p:cNvSpPr>
              <a:spLocks noChangeShapeType="1"/>
            </p:cNvSpPr>
            <p:nvPr/>
          </p:nvSpPr>
          <p:spPr bwMode="auto">
            <a:xfrm>
              <a:off x="2935" y="3294"/>
              <a:ext cx="0" cy="408"/>
            </a:xfrm>
            <a:prstGeom prst="line">
              <a:avLst/>
            </a:prstGeom>
            <a:noFill/>
            <a:ln w="9525">
              <a:solidFill>
                <a:schemeClr val="bg2"/>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EAEAEA"/>
                </a:solidFill>
                <a:effectLst/>
                <a:uLnTx/>
                <a:uFillTx/>
                <a:latin typeface="Times New Roman"/>
                <a:ea typeface="宋体"/>
                <a:cs typeface="+mn-cs"/>
              </a:endParaRPr>
            </a:p>
          </p:txBody>
        </p:sp>
        <p:sp>
          <p:nvSpPr>
            <p:cNvPr id="8227" name="Line 83"/>
            <p:cNvSpPr>
              <a:spLocks noChangeShapeType="1"/>
            </p:cNvSpPr>
            <p:nvPr/>
          </p:nvSpPr>
          <p:spPr bwMode="auto">
            <a:xfrm>
              <a:off x="2935" y="1979"/>
              <a:ext cx="2" cy="342"/>
            </a:xfrm>
            <a:prstGeom prst="line">
              <a:avLst/>
            </a:prstGeom>
            <a:noFill/>
            <a:ln w="9525">
              <a:solidFill>
                <a:schemeClr val="bg2"/>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EAEAEA"/>
                </a:solidFill>
                <a:effectLst/>
                <a:uLnTx/>
                <a:uFillTx/>
                <a:latin typeface="Times New Roman"/>
                <a:ea typeface="宋体"/>
                <a:cs typeface="+mn-cs"/>
              </a:endParaRPr>
            </a:p>
          </p:txBody>
        </p:sp>
        <p:sp>
          <p:nvSpPr>
            <p:cNvPr id="8228" name="Rectangle 85"/>
            <p:cNvSpPr>
              <a:spLocks noChangeArrowheads="1"/>
            </p:cNvSpPr>
            <p:nvPr/>
          </p:nvSpPr>
          <p:spPr bwMode="auto">
            <a:xfrm>
              <a:off x="2573" y="2342"/>
              <a:ext cx="726" cy="499"/>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spcBef>
                  <a:spcPct val="20000"/>
                </a:spcBef>
                <a:buClr>
                  <a:schemeClr val="accent2"/>
                </a:buClr>
                <a:buSzPct val="110000"/>
                <a:buChar char="•"/>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hlink"/>
                </a:buClr>
                <a:buSzPct val="11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folHlink"/>
                </a:buClr>
                <a:buSzPct val="110000"/>
                <a:buChar char="•"/>
                <a:defRPr kumimoji="1" sz="2400" b="1">
                  <a:solidFill>
                    <a:schemeClr val="bg2"/>
                  </a:solidFill>
                  <a:latin typeface="Times New Roman" pitchFamily="18" charset="0"/>
                  <a:ea typeface="宋体" pitchFamily="2" charset="-122"/>
                </a:defRPr>
              </a:lvl3pPr>
              <a:lvl4pPr marL="1600200" indent="-228600" eaLnBrk="0" hangingPunct="0">
                <a:spcBef>
                  <a:spcPct val="20000"/>
                </a:spcBef>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语句</a:t>
              </a:r>
              <a:r>
                <a:rPr kumimoji="0"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s1</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break;</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语句</a:t>
              </a:r>
              <a:r>
                <a:rPr kumimoji="0"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s2</a:t>
              </a:r>
            </a:p>
          </p:txBody>
        </p:sp>
        <p:grpSp>
          <p:nvGrpSpPr>
            <p:cNvPr id="8229" name="Group 86"/>
            <p:cNvGrpSpPr>
              <a:grpSpLocks/>
            </p:cNvGrpSpPr>
            <p:nvPr/>
          </p:nvGrpSpPr>
          <p:grpSpPr bwMode="auto">
            <a:xfrm flipV="1">
              <a:off x="2300" y="2251"/>
              <a:ext cx="609" cy="907"/>
              <a:chOff x="3819" y="4404"/>
              <a:chExt cx="800" cy="853"/>
            </a:xfrm>
          </p:grpSpPr>
          <p:sp>
            <p:nvSpPr>
              <p:cNvPr id="8239" name="Line 87"/>
              <p:cNvSpPr>
                <a:spLocks noChangeShapeType="1"/>
              </p:cNvSpPr>
              <p:nvPr/>
            </p:nvSpPr>
            <p:spPr bwMode="auto">
              <a:xfrm flipV="1">
                <a:off x="3819" y="4404"/>
                <a:ext cx="0" cy="849"/>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EAEAEA"/>
                  </a:solidFill>
                  <a:effectLst/>
                  <a:uLnTx/>
                  <a:uFillTx/>
                  <a:latin typeface="Times New Roman"/>
                  <a:ea typeface="宋体"/>
                  <a:cs typeface="+mn-cs"/>
                </a:endParaRPr>
              </a:p>
            </p:txBody>
          </p:sp>
          <p:sp>
            <p:nvSpPr>
              <p:cNvPr id="8240" name="Line 88"/>
              <p:cNvSpPr>
                <a:spLocks noChangeShapeType="1"/>
              </p:cNvSpPr>
              <p:nvPr/>
            </p:nvSpPr>
            <p:spPr bwMode="auto">
              <a:xfrm flipV="1">
                <a:off x="3819" y="4416"/>
                <a:ext cx="283"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EAEAEA"/>
                  </a:solidFill>
                  <a:effectLst/>
                  <a:uLnTx/>
                  <a:uFillTx/>
                  <a:latin typeface="Times New Roman"/>
                  <a:ea typeface="宋体"/>
                  <a:cs typeface="+mn-cs"/>
                </a:endParaRPr>
              </a:p>
            </p:txBody>
          </p:sp>
          <p:sp>
            <p:nvSpPr>
              <p:cNvPr id="8241" name="Line 89"/>
              <p:cNvSpPr>
                <a:spLocks noChangeShapeType="1"/>
              </p:cNvSpPr>
              <p:nvPr/>
            </p:nvSpPr>
            <p:spPr bwMode="auto">
              <a:xfrm>
                <a:off x="3825" y="5257"/>
                <a:ext cx="794" cy="0"/>
              </a:xfrm>
              <a:prstGeom prst="line">
                <a:avLst/>
              </a:prstGeom>
              <a:noFill/>
              <a:ln w="9525">
                <a:solidFill>
                  <a:schemeClr val="bg2"/>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EAEAEA"/>
                  </a:solidFill>
                  <a:effectLst/>
                  <a:uLnTx/>
                  <a:uFillTx/>
                  <a:latin typeface="Times New Roman"/>
                  <a:ea typeface="宋体"/>
                  <a:cs typeface="+mn-cs"/>
                </a:endParaRPr>
              </a:p>
            </p:txBody>
          </p:sp>
        </p:grpSp>
        <p:sp>
          <p:nvSpPr>
            <p:cNvPr id="8230" name="Text Box 90"/>
            <p:cNvSpPr txBox="1">
              <a:spLocks noChangeArrowheads="1"/>
            </p:cNvSpPr>
            <p:nvPr/>
          </p:nvSpPr>
          <p:spPr bwMode="auto">
            <a:xfrm>
              <a:off x="2436" y="2931"/>
              <a:ext cx="163"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2"/>
                  </a:solidFill>
                  <a:miter lim="800000"/>
                  <a:headEnd/>
                  <a:tailEnd/>
                </a14:hiddenLine>
              </a:ext>
            </a:extLst>
          </p:spPr>
          <p:txBody>
            <a:bodyPr lIns="0" tIns="0" rIns="0" bIns="0"/>
            <a:lstStyle>
              <a:lvl1pPr eaLnBrk="0" hangingPunct="0">
                <a:spcBef>
                  <a:spcPct val="20000"/>
                </a:spcBef>
                <a:buClr>
                  <a:schemeClr val="accent2"/>
                </a:buClr>
                <a:buSzPct val="110000"/>
                <a:buChar char="•"/>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hlink"/>
                </a:buClr>
                <a:buSzPct val="11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folHlink"/>
                </a:buClr>
                <a:buSzPct val="110000"/>
                <a:buChar char="•"/>
                <a:defRPr kumimoji="1" sz="2400" b="1">
                  <a:solidFill>
                    <a:schemeClr val="bg2"/>
                  </a:solidFill>
                  <a:latin typeface="Times New Roman" pitchFamily="18" charset="0"/>
                  <a:ea typeface="宋体" pitchFamily="2" charset="-122"/>
                </a:defRPr>
              </a:lvl3pPr>
              <a:lvl4pPr marL="1600200" indent="-228600" eaLnBrk="0" hangingPunct="0">
                <a:spcBef>
                  <a:spcPct val="20000"/>
                </a:spcBef>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endParaRPr kumimoji="0" lang="en-US" altLang="en-US" sz="16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8231" name="Text Box 91"/>
            <p:cNvSpPr txBox="1">
              <a:spLocks noChangeArrowheads="1"/>
            </p:cNvSpPr>
            <p:nvPr/>
          </p:nvSpPr>
          <p:spPr bwMode="auto">
            <a:xfrm>
              <a:off x="2346" y="2977"/>
              <a:ext cx="122" cy="1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spcBef>
                  <a:spcPct val="20000"/>
                </a:spcBef>
                <a:buClr>
                  <a:schemeClr val="accent2"/>
                </a:buClr>
                <a:buSzPct val="110000"/>
                <a:buChar char="•"/>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hlink"/>
                </a:buClr>
                <a:buSzPct val="11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folHlink"/>
                </a:buClr>
                <a:buSzPct val="110000"/>
                <a:buChar char="•"/>
                <a:defRPr kumimoji="1" sz="2400" b="1">
                  <a:solidFill>
                    <a:schemeClr val="bg2"/>
                  </a:solidFill>
                  <a:latin typeface="Times New Roman" pitchFamily="18" charset="0"/>
                  <a:ea typeface="宋体" pitchFamily="2" charset="-122"/>
                </a:defRPr>
              </a:lvl3pPr>
              <a:lvl4pPr marL="1600200" indent="-228600" eaLnBrk="0" hangingPunct="0">
                <a:spcBef>
                  <a:spcPct val="20000"/>
                </a:spcBef>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zh-CN" altLang="en-US" sz="16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真</a:t>
              </a:r>
            </a:p>
          </p:txBody>
        </p:sp>
        <p:sp>
          <p:nvSpPr>
            <p:cNvPr id="8232" name="Text Box 94"/>
            <p:cNvSpPr txBox="1">
              <a:spLocks noChangeArrowheads="1"/>
            </p:cNvSpPr>
            <p:nvPr/>
          </p:nvSpPr>
          <p:spPr bwMode="auto">
            <a:xfrm>
              <a:off x="2754" y="3339"/>
              <a:ext cx="122" cy="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spcBef>
                  <a:spcPct val="20000"/>
                </a:spcBef>
                <a:buClr>
                  <a:schemeClr val="accent2"/>
                </a:buClr>
                <a:buSzPct val="110000"/>
                <a:buChar char="•"/>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hlink"/>
                </a:buClr>
                <a:buSzPct val="11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folHlink"/>
                </a:buClr>
                <a:buSzPct val="110000"/>
                <a:buChar char="•"/>
                <a:defRPr kumimoji="1" sz="2400" b="1">
                  <a:solidFill>
                    <a:schemeClr val="bg2"/>
                  </a:solidFill>
                  <a:latin typeface="Times New Roman" pitchFamily="18" charset="0"/>
                  <a:ea typeface="宋体" pitchFamily="2" charset="-122"/>
                </a:defRPr>
              </a:lvl3pPr>
              <a:lvl4pPr marL="1600200" indent="-228600" eaLnBrk="0" hangingPunct="0">
                <a:spcBef>
                  <a:spcPct val="20000"/>
                </a:spcBef>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zh-CN" altLang="en-US" sz="16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假</a:t>
              </a:r>
            </a:p>
          </p:txBody>
        </p:sp>
        <p:grpSp>
          <p:nvGrpSpPr>
            <p:cNvPr id="8233" name="Group 95"/>
            <p:cNvGrpSpPr>
              <a:grpSpLocks/>
            </p:cNvGrpSpPr>
            <p:nvPr/>
          </p:nvGrpSpPr>
          <p:grpSpPr bwMode="auto">
            <a:xfrm flipH="1">
              <a:off x="2935" y="2614"/>
              <a:ext cx="559" cy="862"/>
              <a:chOff x="3819" y="4404"/>
              <a:chExt cx="800" cy="853"/>
            </a:xfrm>
          </p:grpSpPr>
          <p:sp>
            <p:nvSpPr>
              <p:cNvPr id="8236" name="Line 96"/>
              <p:cNvSpPr>
                <a:spLocks noChangeShapeType="1"/>
              </p:cNvSpPr>
              <p:nvPr/>
            </p:nvSpPr>
            <p:spPr bwMode="auto">
              <a:xfrm flipV="1">
                <a:off x="3819" y="4404"/>
                <a:ext cx="0" cy="849"/>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EAEAEA"/>
                  </a:solidFill>
                  <a:effectLst/>
                  <a:uLnTx/>
                  <a:uFillTx/>
                  <a:latin typeface="Times New Roman"/>
                  <a:ea typeface="宋体"/>
                  <a:cs typeface="+mn-cs"/>
                </a:endParaRPr>
              </a:p>
            </p:txBody>
          </p:sp>
          <p:sp>
            <p:nvSpPr>
              <p:cNvPr id="8237" name="Line 97"/>
              <p:cNvSpPr>
                <a:spLocks noChangeShapeType="1"/>
              </p:cNvSpPr>
              <p:nvPr/>
            </p:nvSpPr>
            <p:spPr bwMode="auto">
              <a:xfrm flipV="1">
                <a:off x="3819" y="4416"/>
                <a:ext cx="283"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EAEAEA"/>
                  </a:solidFill>
                  <a:effectLst/>
                  <a:uLnTx/>
                  <a:uFillTx/>
                  <a:latin typeface="Times New Roman"/>
                  <a:ea typeface="宋体"/>
                  <a:cs typeface="+mn-cs"/>
                </a:endParaRPr>
              </a:p>
            </p:txBody>
          </p:sp>
          <p:sp>
            <p:nvSpPr>
              <p:cNvPr id="8238" name="Line 98"/>
              <p:cNvSpPr>
                <a:spLocks noChangeShapeType="1"/>
              </p:cNvSpPr>
              <p:nvPr/>
            </p:nvSpPr>
            <p:spPr bwMode="auto">
              <a:xfrm>
                <a:off x="3825" y="5257"/>
                <a:ext cx="794" cy="0"/>
              </a:xfrm>
              <a:prstGeom prst="line">
                <a:avLst/>
              </a:prstGeom>
              <a:noFill/>
              <a:ln w="9525">
                <a:solidFill>
                  <a:schemeClr val="bg2"/>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EAEAEA"/>
                  </a:solidFill>
                  <a:effectLst/>
                  <a:uLnTx/>
                  <a:uFillTx/>
                  <a:latin typeface="Times New Roman"/>
                  <a:ea typeface="宋体"/>
                  <a:cs typeface="+mn-cs"/>
                </a:endParaRPr>
              </a:p>
            </p:txBody>
          </p:sp>
        </p:grpSp>
        <p:sp>
          <p:nvSpPr>
            <p:cNvPr id="8234" name="Line 100"/>
            <p:cNvSpPr>
              <a:spLocks noChangeShapeType="1"/>
            </p:cNvSpPr>
            <p:nvPr/>
          </p:nvSpPr>
          <p:spPr bwMode="auto">
            <a:xfrm>
              <a:off x="2929" y="2861"/>
              <a:ext cx="0" cy="161"/>
            </a:xfrm>
            <a:prstGeom prst="line">
              <a:avLst/>
            </a:prstGeom>
            <a:noFill/>
            <a:ln w="9525">
              <a:solidFill>
                <a:schemeClr val="bg2"/>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EAEAEA"/>
                </a:solidFill>
                <a:effectLst/>
                <a:uLnTx/>
                <a:uFillTx/>
                <a:latin typeface="Times New Roman"/>
                <a:ea typeface="宋体"/>
                <a:cs typeface="+mn-cs"/>
              </a:endParaRPr>
            </a:p>
          </p:txBody>
        </p:sp>
        <p:sp>
          <p:nvSpPr>
            <p:cNvPr id="8235" name="Line 103"/>
            <p:cNvSpPr>
              <a:spLocks noChangeShapeType="1"/>
            </p:cNvSpPr>
            <p:nvPr/>
          </p:nvSpPr>
          <p:spPr bwMode="auto">
            <a:xfrm>
              <a:off x="3162" y="2614"/>
              <a:ext cx="363" cy="0"/>
            </a:xfrm>
            <a:prstGeom prst="line">
              <a:avLst/>
            </a:prstGeom>
            <a:noFill/>
            <a:ln w="38100">
              <a:solidFill>
                <a:srgbClr val="CC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EAEAEA"/>
                </a:solidFill>
                <a:effectLst/>
                <a:uLnTx/>
                <a:uFillTx/>
                <a:latin typeface="Times New Roman"/>
                <a:ea typeface="宋体"/>
                <a:cs typeface="+mn-cs"/>
              </a:endParaRPr>
            </a:p>
          </p:txBody>
        </p:sp>
      </p:grpSp>
      <p:grpSp>
        <p:nvGrpSpPr>
          <p:cNvPr id="12439" name="Group 151"/>
          <p:cNvGrpSpPr>
            <a:grpSpLocks/>
          </p:cNvGrpSpPr>
          <p:nvPr/>
        </p:nvGrpSpPr>
        <p:grpSpPr bwMode="auto">
          <a:xfrm>
            <a:off x="1102785" y="3246438"/>
            <a:ext cx="3071283" cy="2703512"/>
            <a:chOff x="521" y="2045"/>
            <a:chExt cx="1451" cy="1703"/>
          </a:xfrm>
        </p:grpSpPr>
        <p:grpSp>
          <p:nvGrpSpPr>
            <p:cNvPr id="8203" name="Group 137"/>
            <p:cNvGrpSpPr>
              <a:grpSpLocks/>
            </p:cNvGrpSpPr>
            <p:nvPr/>
          </p:nvGrpSpPr>
          <p:grpSpPr bwMode="auto">
            <a:xfrm>
              <a:off x="1211" y="2272"/>
              <a:ext cx="761" cy="1315"/>
              <a:chOff x="2967" y="3554"/>
              <a:chExt cx="1062" cy="1550"/>
            </a:xfrm>
          </p:grpSpPr>
          <p:sp>
            <p:nvSpPr>
              <p:cNvPr id="8219" name="Rectangle 138"/>
              <p:cNvSpPr>
                <a:spLocks noChangeArrowheads="1"/>
              </p:cNvSpPr>
              <p:nvPr/>
            </p:nvSpPr>
            <p:spPr bwMode="auto">
              <a:xfrm>
                <a:off x="3462" y="3554"/>
                <a:ext cx="56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2"/>
                    </a:solidFill>
                    <a:miter lim="800000"/>
                    <a:headEnd/>
                    <a:tailEnd/>
                  </a14:hiddenLine>
                </a:ext>
              </a:extLst>
            </p:spPr>
            <p:txBody>
              <a:bodyPr lIns="0" tIns="0" rIns="0" bIns="0"/>
              <a:lstStyle>
                <a:lvl1pPr eaLnBrk="0" hangingPunct="0">
                  <a:spcBef>
                    <a:spcPct val="20000"/>
                  </a:spcBef>
                  <a:buClr>
                    <a:schemeClr val="accent2"/>
                  </a:buClr>
                  <a:buSzPct val="110000"/>
                  <a:buChar char="•"/>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hlink"/>
                  </a:buClr>
                  <a:buSzPct val="11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folHlink"/>
                  </a:buClr>
                  <a:buSzPct val="110000"/>
                  <a:buChar char="•"/>
                  <a:defRPr kumimoji="1" sz="2400" b="1">
                    <a:solidFill>
                      <a:schemeClr val="bg2"/>
                    </a:solidFill>
                    <a:latin typeface="Times New Roman" pitchFamily="18" charset="0"/>
                    <a:ea typeface="宋体" pitchFamily="2" charset="-122"/>
                  </a:defRPr>
                </a:lvl3pPr>
                <a:lvl4pPr marL="1600200" indent="-228600" eaLnBrk="0" hangingPunct="0">
                  <a:spcBef>
                    <a:spcPct val="20000"/>
                  </a:spcBef>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9pPr>
              </a:lstStyle>
              <a:p>
                <a:pPr marL="0" marR="0" lvl="0" indent="0" algn="ctr" defTabSz="914400" rtl="0" eaLnBrk="0" fontAlgn="base" latinLnBrk="0" hangingPunct="0">
                  <a:lnSpc>
                    <a:spcPct val="88000"/>
                  </a:lnSpc>
                  <a:spcBef>
                    <a:spcPct val="0"/>
                  </a:spcBef>
                  <a:spcAft>
                    <a:spcPct val="0"/>
                  </a:spcAft>
                  <a:buClrTx/>
                  <a:buSzTx/>
                  <a:buFontTx/>
                  <a:buNone/>
                  <a:tabLst/>
                  <a:defRPr/>
                </a:pPr>
                <a:endParaRPr kumimoji="0" lang="en-US" altLang="zh-CN" sz="16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zh-CN" sz="16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8220" name="Text Box 139"/>
              <p:cNvSpPr txBox="1">
                <a:spLocks noChangeArrowheads="1"/>
              </p:cNvSpPr>
              <p:nvPr/>
            </p:nvSpPr>
            <p:spPr bwMode="auto">
              <a:xfrm>
                <a:off x="3462" y="3806"/>
                <a:ext cx="170" cy="2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spcBef>
                    <a:spcPct val="20000"/>
                  </a:spcBef>
                  <a:buClr>
                    <a:schemeClr val="accent2"/>
                  </a:buClr>
                  <a:buSzPct val="110000"/>
                  <a:buChar char="•"/>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hlink"/>
                  </a:buClr>
                  <a:buSzPct val="11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folHlink"/>
                  </a:buClr>
                  <a:buSzPct val="110000"/>
                  <a:buChar char="•"/>
                  <a:defRPr kumimoji="1" sz="2400" b="1">
                    <a:solidFill>
                      <a:schemeClr val="bg2"/>
                    </a:solidFill>
                    <a:latin typeface="Times New Roman" pitchFamily="18" charset="0"/>
                    <a:ea typeface="宋体" pitchFamily="2" charset="-122"/>
                  </a:defRPr>
                </a:lvl3pPr>
                <a:lvl4pPr marL="1600200" indent="-228600" eaLnBrk="0" hangingPunct="0">
                  <a:spcBef>
                    <a:spcPct val="20000"/>
                  </a:spcBef>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9pPr>
              </a:lstStyle>
              <a:p>
                <a:pPr marL="0" marR="0" lvl="0" indent="0" algn="ctr" defTabSz="914400" rtl="0" eaLnBrk="0" fontAlgn="base" latinLnBrk="0" hangingPunct="0">
                  <a:lnSpc>
                    <a:spcPct val="88000"/>
                  </a:lnSpc>
                  <a:spcBef>
                    <a:spcPct val="0"/>
                  </a:spcBef>
                  <a:spcAft>
                    <a:spcPct val="0"/>
                  </a:spcAft>
                  <a:buClrTx/>
                  <a:buSzTx/>
                  <a:buFontTx/>
                  <a:buNone/>
                  <a:tabLst/>
                  <a:defRPr/>
                </a:pPr>
                <a:r>
                  <a:rPr kumimoji="0" lang="zh-CN" altLang="en-US" sz="16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假</a:t>
                </a:r>
              </a:p>
            </p:txBody>
          </p:sp>
          <p:grpSp>
            <p:nvGrpSpPr>
              <p:cNvPr id="8221" name="Group 140"/>
              <p:cNvGrpSpPr>
                <a:grpSpLocks/>
              </p:cNvGrpSpPr>
              <p:nvPr/>
            </p:nvGrpSpPr>
            <p:grpSpPr bwMode="auto">
              <a:xfrm flipH="1">
                <a:off x="2967" y="3743"/>
                <a:ext cx="780" cy="1361"/>
                <a:chOff x="3819" y="4404"/>
                <a:chExt cx="800" cy="853"/>
              </a:xfrm>
            </p:grpSpPr>
            <p:sp>
              <p:nvSpPr>
                <p:cNvPr id="8222" name="Line 141"/>
                <p:cNvSpPr>
                  <a:spLocks noChangeShapeType="1"/>
                </p:cNvSpPr>
                <p:nvPr/>
              </p:nvSpPr>
              <p:spPr bwMode="auto">
                <a:xfrm flipV="1">
                  <a:off x="3819" y="4404"/>
                  <a:ext cx="0" cy="849"/>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EAEAEA"/>
                    </a:solidFill>
                    <a:effectLst/>
                    <a:uLnTx/>
                    <a:uFillTx/>
                    <a:latin typeface="Times New Roman"/>
                    <a:ea typeface="宋体"/>
                    <a:cs typeface="+mn-cs"/>
                  </a:endParaRPr>
                </a:p>
              </p:txBody>
            </p:sp>
            <p:sp>
              <p:nvSpPr>
                <p:cNvPr id="8223" name="Line 142"/>
                <p:cNvSpPr>
                  <a:spLocks noChangeShapeType="1"/>
                </p:cNvSpPr>
                <p:nvPr/>
              </p:nvSpPr>
              <p:spPr bwMode="auto">
                <a:xfrm flipV="1">
                  <a:off x="3819" y="4416"/>
                  <a:ext cx="283"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EAEAEA"/>
                    </a:solidFill>
                    <a:effectLst/>
                    <a:uLnTx/>
                    <a:uFillTx/>
                    <a:latin typeface="Times New Roman"/>
                    <a:ea typeface="宋体"/>
                    <a:cs typeface="+mn-cs"/>
                  </a:endParaRPr>
                </a:p>
              </p:txBody>
            </p:sp>
            <p:sp>
              <p:nvSpPr>
                <p:cNvPr id="8224" name="Line 143"/>
                <p:cNvSpPr>
                  <a:spLocks noChangeShapeType="1"/>
                </p:cNvSpPr>
                <p:nvPr/>
              </p:nvSpPr>
              <p:spPr bwMode="auto">
                <a:xfrm>
                  <a:off x="3825" y="5257"/>
                  <a:ext cx="794" cy="0"/>
                </a:xfrm>
                <a:prstGeom prst="line">
                  <a:avLst/>
                </a:prstGeom>
                <a:noFill/>
                <a:ln w="9525">
                  <a:solidFill>
                    <a:schemeClr val="bg2"/>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EAEAEA"/>
                    </a:solidFill>
                    <a:effectLst/>
                    <a:uLnTx/>
                    <a:uFillTx/>
                    <a:latin typeface="Times New Roman"/>
                    <a:ea typeface="宋体"/>
                    <a:cs typeface="+mn-cs"/>
                  </a:endParaRPr>
                </a:p>
              </p:txBody>
            </p:sp>
          </p:grpSp>
        </p:grpSp>
        <p:grpSp>
          <p:nvGrpSpPr>
            <p:cNvPr id="8204" name="Group 148"/>
            <p:cNvGrpSpPr>
              <a:grpSpLocks/>
            </p:cNvGrpSpPr>
            <p:nvPr/>
          </p:nvGrpSpPr>
          <p:grpSpPr bwMode="auto">
            <a:xfrm>
              <a:off x="521" y="2045"/>
              <a:ext cx="1225" cy="1703"/>
              <a:chOff x="521" y="2045"/>
              <a:chExt cx="1225" cy="1703"/>
            </a:xfrm>
          </p:grpSpPr>
          <p:grpSp>
            <p:nvGrpSpPr>
              <p:cNvPr id="8205" name="Group 123"/>
              <p:cNvGrpSpPr>
                <a:grpSpLocks/>
              </p:cNvGrpSpPr>
              <p:nvPr/>
            </p:nvGrpSpPr>
            <p:grpSpPr bwMode="auto">
              <a:xfrm>
                <a:off x="706" y="2334"/>
                <a:ext cx="894" cy="241"/>
                <a:chOff x="3120" y="3535"/>
                <a:chExt cx="1247" cy="340"/>
              </a:xfrm>
            </p:grpSpPr>
            <p:sp>
              <p:nvSpPr>
                <p:cNvPr id="8217" name="AutoShape 124"/>
                <p:cNvSpPr>
                  <a:spLocks noChangeArrowheads="1"/>
                </p:cNvSpPr>
                <p:nvPr/>
              </p:nvSpPr>
              <p:spPr bwMode="auto">
                <a:xfrm>
                  <a:off x="3120" y="3535"/>
                  <a:ext cx="1247" cy="340"/>
                </a:xfrm>
                <a:prstGeom prst="flowChartDecision">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spcBef>
                      <a:spcPct val="20000"/>
                    </a:spcBef>
                    <a:buClr>
                      <a:schemeClr val="accent2"/>
                    </a:buClr>
                    <a:buSzPct val="110000"/>
                    <a:buChar char="•"/>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hlink"/>
                    </a:buClr>
                    <a:buSzPct val="11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folHlink"/>
                    </a:buClr>
                    <a:buSzPct val="110000"/>
                    <a:buChar char="•"/>
                    <a:defRPr kumimoji="1" sz="2400" b="1">
                      <a:solidFill>
                        <a:schemeClr val="bg2"/>
                      </a:solidFill>
                      <a:latin typeface="Times New Roman" pitchFamily="18" charset="0"/>
                      <a:ea typeface="宋体" pitchFamily="2" charset="-122"/>
                    </a:defRPr>
                  </a:lvl3pPr>
                  <a:lvl4pPr marL="1600200" indent="-228600" eaLnBrk="0" hangingPunct="0">
                    <a:spcBef>
                      <a:spcPct val="20000"/>
                    </a:spcBef>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9pPr>
                </a:lstStyle>
                <a:p>
                  <a:pPr marL="0" marR="0" lvl="0" indent="0" algn="ctr" defTabSz="914400" rtl="0" eaLnBrk="0" fontAlgn="base" latinLnBrk="0" hangingPunct="0">
                    <a:lnSpc>
                      <a:spcPct val="72000"/>
                    </a:lnSpc>
                    <a:spcBef>
                      <a:spcPct val="0"/>
                    </a:spcBef>
                    <a:spcAft>
                      <a:spcPct val="0"/>
                    </a:spcAft>
                    <a:buClrTx/>
                    <a:buSzTx/>
                    <a:buFontTx/>
                    <a:buNone/>
                    <a:tabLst/>
                    <a:defRPr/>
                  </a:pPr>
                  <a:endParaRPr kumimoji="0" lang="en-US" altLang="en-US" sz="16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8218" name="Rectangle 125"/>
                <p:cNvSpPr>
                  <a:spLocks noChangeArrowheads="1"/>
                </p:cNvSpPr>
                <p:nvPr/>
              </p:nvSpPr>
              <p:spPr bwMode="auto">
                <a:xfrm>
                  <a:off x="3387" y="3619"/>
                  <a:ext cx="680" cy="1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spcBef>
                      <a:spcPct val="20000"/>
                    </a:spcBef>
                    <a:buClr>
                      <a:schemeClr val="accent2"/>
                    </a:buClr>
                    <a:buSzPct val="110000"/>
                    <a:buChar char="•"/>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hlink"/>
                    </a:buClr>
                    <a:buSzPct val="11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folHlink"/>
                    </a:buClr>
                    <a:buSzPct val="110000"/>
                    <a:buChar char="•"/>
                    <a:defRPr kumimoji="1" sz="2400" b="1">
                      <a:solidFill>
                        <a:schemeClr val="bg2"/>
                      </a:solidFill>
                      <a:latin typeface="Times New Roman" pitchFamily="18" charset="0"/>
                      <a:ea typeface="宋体" pitchFamily="2" charset="-122"/>
                    </a:defRPr>
                  </a:lvl3pPr>
                  <a:lvl4pPr marL="1600200" indent="-228600" eaLnBrk="0" hangingPunct="0">
                    <a:spcBef>
                      <a:spcPct val="20000"/>
                    </a:spcBef>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9pPr>
                </a:lstStyle>
                <a:p>
                  <a:pPr marL="0" marR="0" lvl="0" indent="0" algn="ctr" defTabSz="914400" rtl="0" eaLnBrk="0" fontAlgn="base" latinLnBrk="0" hangingPunct="0">
                    <a:lnSpc>
                      <a:spcPct val="88000"/>
                    </a:lnSpc>
                    <a:spcBef>
                      <a:spcPct val="0"/>
                    </a:spcBef>
                    <a:spcAft>
                      <a:spcPct val="0"/>
                    </a:spcAft>
                    <a:buClrTx/>
                    <a:buSzTx/>
                    <a:buFontTx/>
                    <a:buNone/>
                    <a:tabLst/>
                    <a:defRPr/>
                  </a:pPr>
                  <a:r>
                    <a:rPr kumimoji="0" lang="zh-CN" altLang="en-US" sz="16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表达式</a:t>
                  </a:r>
                </a:p>
              </p:txBody>
            </p:sp>
          </p:grpSp>
          <p:sp>
            <p:nvSpPr>
              <p:cNvPr id="8206" name="Line 126"/>
              <p:cNvSpPr>
                <a:spLocks noChangeShapeType="1"/>
              </p:cNvSpPr>
              <p:nvPr/>
            </p:nvSpPr>
            <p:spPr bwMode="auto">
              <a:xfrm>
                <a:off x="1158" y="2570"/>
                <a:ext cx="0" cy="160"/>
              </a:xfrm>
              <a:prstGeom prst="line">
                <a:avLst/>
              </a:prstGeom>
              <a:noFill/>
              <a:ln w="9525">
                <a:solidFill>
                  <a:schemeClr val="bg2"/>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EAEAEA"/>
                  </a:solidFill>
                  <a:effectLst/>
                  <a:uLnTx/>
                  <a:uFillTx/>
                  <a:latin typeface="Times New Roman"/>
                  <a:ea typeface="宋体"/>
                  <a:cs typeface="+mn-cs"/>
                </a:endParaRPr>
              </a:p>
            </p:txBody>
          </p:sp>
          <p:sp>
            <p:nvSpPr>
              <p:cNvPr id="8207" name="Line 128"/>
              <p:cNvSpPr>
                <a:spLocks noChangeShapeType="1"/>
              </p:cNvSpPr>
              <p:nvPr/>
            </p:nvSpPr>
            <p:spPr bwMode="auto">
              <a:xfrm>
                <a:off x="1156" y="2045"/>
                <a:ext cx="2" cy="297"/>
              </a:xfrm>
              <a:prstGeom prst="line">
                <a:avLst/>
              </a:prstGeom>
              <a:noFill/>
              <a:ln w="9525">
                <a:solidFill>
                  <a:schemeClr val="bg2"/>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EAEAEA"/>
                  </a:solidFill>
                  <a:effectLst/>
                  <a:uLnTx/>
                  <a:uFillTx/>
                  <a:latin typeface="Times New Roman"/>
                  <a:ea typeface="宋体"/>
                  <a:cs typeface="+mn-cs"/>
                </a:endParaRPr>
              </a:p>
            </p:txBody>
          </p:sp>
          <p:sp>
            <p:nvSpPr>
              <p:cNvPr id="8208" name="Rectangle 130"/>
              <p:cNvSpPr>
                <a:spLocks noChangeArrowheads="1"/>
              </p:cNvSpPr>
              <p:nvPr/>
            </p:nvSpPr>
            <p:spPr bwMode="auto">
              <a:xfrm>
                <a:off x="793" y="2726"/>
                <a:ext cx="726" cy="499"/>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spcBef>
                    <a:spcPct val="20000"/>
                  </a:spcBef>
                  <a:buClr>
                    <a:schemeClr val="accent2"/>
                  </a:buClr>
                  <a:buSzPct val="110000"/>
                  <a:buChar char="•"/>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hlink"/>
                  </a:buClr>
                  <a:buSzPct val="11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folHlink"/>
                  </a:buClr>
                  <a:buSzPct val="110000"/>
                  <a:buChar char="•"/>
                  <a:defRPr kumimoji="1" sz="2400" b="1">
                    <a:solidFill>
                      <a:schemeClr val="bg2"/>
                    </a:solidFill>
                    <a:latin typeface="Times New Roman" pitchFamily="18" charset="0"/>
                    <a:ea typeface="宋体" pitchFamily="2" charset="-122"/>
                  </a:defRPr>
                </a:lvl3pPr>
                <a:lvl4pPr marL="1600200" indent="-228600" eaLnBrk="0" hangingPunct="0">
                  <a:spcBef>
                    <a:spcPct val="20000"/>
                  </a:spcBef>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语句</a:t>
                </a:r>
                <a:r>
                  <a:rPr kumimoji="0"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s1</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break;</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语句</a:t>
                </a:r>
                <a:r>
                  <a:rPr kumimoji="0"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s2</a:t>
                </a:r>
              </a:p>
            </p:txBody>
          </p:sp>
          <p:sp>
            <p:nvSpPr>
              <p:cNvPr id="8209" name="Line 132"/>
              <p:cNvSpPr>
                <a:spLocks noChangeShapeType="1"/>
              </p:cNvSpPr>
              <p:nvPr/>
            </p:nvSpPr>
            <p:spPr bwMode="auto">
              <a:xfrm>
                <a:off x="521" y="2232"/>
                <a:ext cx="0" cy="1219"/>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EAEAEA"/>
                  </a:solidFill>
                  <a:effectLst/>
                  <a:uLnTx/>
                  <a:uFillTx/>
                  <a:latin typeface="Times New Roman"/>
                  <a:ea typeface="宋体"/>
                  <a:cs typeface="+mn-cs"/>
                </a:endParaRPr>
              </a:p>
            </p:txBody>
          </p:sp>
          <p:sp>
            <p:nvSpPr>
              <p:cNvPr id="8210" name="Line 133"/>
              <p:cNvSpPr>
                <a:spLocks noChangeShapeType="1"/>
              </p:cNvSpPr>
              <p:nvPr/>
            </p:nvSpPr>
            <p:spPr bwMode="auto">
              <a:xfrm>
                <a:off x="521" y="3434"/>
                <a:ext cx="635" cy="1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EAEAEA"/>
                  </a:solidFill>
                  <a:effectLst/>
                  <a:uLnTx/>
                  <a:uFillTx/>
                  <a:latin typeface="Times New Roman"/>
                  <a:ea typeface="宋体"/>
                  <a:cs typeface="+mn-cs"/>
                </a:endParaRPr>
              </a:p>
            </p:txBody>
          </p:sp>
          <p:sp>
            <p:nvSpPr>
              <p:cNvPr id="8211" name="Line 134"/>
              <p:cNvSpPr>
                <a:spLocks noChangeShapeType="1"/>
              </p:cNvSpPr>
              <p:nvPr/>
            </p:nvSpPr>
            <p:spPr bwMode="auto">
              <a:xfrm flipV="1">
                <a:off x="526" y="2226"/>
                <a:ext cx="604" cy="0"/>
              </a:xfrm>
              <a:prstGeom prst="line">
                <a:avLst/>
              </a:prstGeom>
              <a:noFill/>
              <a:ln w="9525">
                <a:solidFill>
                  <a:schemeClr val="bg2"/>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EAEAEA"/>
                  </a:solidFill>
                  <a:effectLst/>
                  <a:uLnTx/>
                  <a:uFillTx/>
                  <a:latin typeface="Times New Roman"/>
                  <a:ea typeface="宋体"/>
                  <a:cs typeface="+mn-cs"/>
                </a:endParaRPr>
              </a:p>
            </p:txBody>
          </p:sp>
          <p:sp>
            <p:nvSpPr>
              <p:cNvPr id="8212" name="Text Box 135"/>
              <p:cNvSpPr txBox="1">
                <a:spLocks noChangeArrowheads="1"/>
              </p:cNvSpPr>
              <p:nvPr/>
            </p:nvSpPr>
            <p:spPr bwMode="auto">
              <a:xfrm>
                <a:off x="657" y="2952"/>
                <a:ext cx="163" cy="2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spcBef>
                    <a:spcPct val="20000"/>
                  </a:spcBef>
                  <a:buClr>
                    <a:schemeClr val="accent2"/>
                  </a:buClr>
                  <a:buSzPct val="110000"/>
                  <a:buChar char="•"/>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hlink"/>
                  </a:buClr>
                  <a:buSzPct val="11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folHlink"/>
                  </a:buClr>
                  <a:buSzPct val="110000"/>
                  <a:buChar char="•"/>
                  <a:defRPr kumimoji="1" sz="2400" b="1">
                    <a:solidFill>
                      <a:schemeClr val="bg2"/>
                    </a:solidFill>
                    <a:latin typeface="Times New Roman" pitchFamily="18" charset="0"/>
                    <a:ea typeface="宋体" pitchFamily="2" charset="-122"/>
                  </a:defRPr>
                </a:lvl3pPr>
                <a:lvl4pPr marL="1600200" indent="-228600" eaLnBrk="0" hangingPunct="0">
                  <a:spcBef>
                    <a:spcPct val="20000"/>
                  </a:spcBef>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9pPr>
              </a:lstStyle>
              <a:p>
                <a:pPr marL="0" marR="0" lvl="0" indent="0" algn="ctr" defTabSz="914400" rtl="0" eaLnBrk="0" fontAlgn="base" latinLnBrk="0" hangingPunct="0">
                  <a:lnSpc>
                    <a:spcPct val="88000"/>
                  </a:lnSpc>
                  <a:spcBef>
                    <a:spcPct val="0"/>
                  </a:spcBef>
                  <a:spcAft>
                    <a:spcPct val="0"/>
                  </a:spcAft>
                  <a:buClrTx/>
                  <a:buSzTx/>
                  <a:buFontTx/>
                  <a:buNone/>
                  <a:tabLst/>
                  <a:defRPr/>
                </a:pPr>
                <a:endParaRPr kumimoji="0" lang="en-US" altLang="en-US" sz="16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8213" name="Text Box 136"/>
              <p:cNvSpPr txBox="1">
                <a:spLocks noChangeArrowheads="1"/>
              </p:cNvSpPr>
              <p:nvPr/>
            </p:nvSpPr>
            <p:spPr bwMode="auto">
              <a:xfrm>
                <a:off x="975" y="2544"/>
                <a:ext cx="122" cy="1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spcBef>
                    <a:spcPct val="20000"/>
                  </a:spcBef>
                  <a:buClr>
                    <a:schemeClr val="accent2"/>
                  </a:buClr>
                  <a:buSzPct val="110000"/>
                  <a:buChar char="•"/>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hlink"/>
                  </a:buClr>
                  <a:buSzPct val="11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folHlink"/>
                  </a:buClr>
                  <a:buSzPct val="110000"/>
                  <a:buChar char="•"/>
                  <a:defRPr kumimoji="1" sz="2400" b="1">
                    <a:solidFill>
                      <a:schemeClr val="bg2"/>
                    </a:solidFill>
                    <a:latin typeface="Times New Roman" pitchFamily="18" charset="0"/>
                    <a:ea typeface="宋体" pitchFamily="2" charset="-122"/>
                  </a:defRPr>
                </a:lvl3pPr>
                <a:lvl4pPr marL="1600200" indent="-228600" eaLnBrk="0" hangingPunct="0">
                  <a:spcBef>
                    <a:spcPct val="20000"/>
                  </a:spcBef>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9pPr>
              </a:lstStyle>
              <a:p>
                <a:pPr marL="0" marR="0" lvl="0" indent="0" algn="ctr" defTabSz="914400" rtl="0" eaLnBrk="0" fontAlgn="base" latinLnBrk="0" hangingPunct="0">
                  <a:lnSpc>
                    <a:spcPct val="88000"/>
                  </a:lnSpc>
                  <a:spcBef>
                    <a:spcPct val="0"/>
                  </a:spcBef>
                  <a:spcAft>
                    <a:spcPct val="0"/>
                  </a:spcAft>
                  <a:buClrTx/>
                  <a:buSzTx/>
                  <a:buFontTx/>
                  <a:buNone/>
                  <a:tabLst/>
                  <a:defRPr/>
                </a:pPr>
                <a:r>
                  <a:rPr kumimoji="0" lang="zh-CN" altLang="en-US" sz="16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真</a:t>
                </a:r>
              </a:p>
            </p:txBody>
          </p:sp>
          <p:sp>
            <p:nvSpPr>
              <p:cNvPr id="8214" name="Line 145"/>
              <p:cNvSpPr>
                <a:spLocks noChangeShapeType="1"/>
              </p:cNvSpPr>
              <p:nvPr/>
            </p:nvSpPr>
            <p:spPr bwMode="auto">
              <a:xfrm>
                <a:off x="1150" y="3197"/>
                <a:ext cx="6" cy="254"/>
              </a:xfrm>
              <a:prstGeom prst="line">
                <a:avLst/>
              </a:prstGeom>
              <a:noFill/>
              <a:ln w="9525">
                <a:solidFill>
                  <a:schemeClr val="bg2"/>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EAEAEA"/>
                  </a:solidFill>
                  <a:effectLst/>
                  <a:uLnTx/>
                  <a:uFillTx/>
                  <a:latin typeface="Times New Roman"/>
                  <a:ea typeface="宋体"/>
                  <a:cs typeface="+mn-cs"/>
                </a:endParaRPr>
              </a:p>
            </p:txBody>
          </p:sp>
          <p:sp>
            <p:nvSpPr>
              <p:cNvPr id="8215" name="Line 146"/>
              <p:cNvSpPr>
                <a:spLocks noChangeShapeType="1"/>
              </p:cNvSpPr>
              <p:nvPr/>
            </p:nvSpPr>
            <p:spPr bwMode="auto">
              <a:xfrm>
                <a:off x="1202" y="3587"/>
                <a:ext cx="0" cy="161"/>
              </a:xfrm>
              <a:prstGeom prst="line">
                <a:avLst/>
              </a:prstGeom>
              <a:noFill/>
              <a:ln w="9525">
                <a:solidFill>
                  <a:schemeClr val="bg2"/>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EAEAEA"/>
                  </a:solidFill>
                  <a:effectLst/>
                  <a:uLnTx/>
                  <a:uFillTx/>
                  <a:latin typeface="Times New Roman"/>
                  <a:ea typeface="宋体"/>
                  <a:cs typeface="+mn-cs"/>
                </a:endParaRPr>
              </a:p>
            </p:txBody>
          </p:sp>
          <p:sp>
            <p:nvSpPr>
              <p:cNvPr id="8216" name="Line 147"/>
              <p:cNvSpPr>
                <a:spLocks noChangeShapeType="1"/>
              </p:cNvSpPr>
              <p:nvPr/>
            </p:nvSpPr>
            <p:spPr bwMode="auto">
              <a:xfrm>
                <a:off x="1428" y="2998"/>
                <a:ext cx="318" cy="0"/>
              </a:xfrm>
              <a:prstGeom prst="line">
                <a:avLst/>
              </a:prstGeom>
              <a:noFill/>
              <a:ln w="9525">
                <a:solidFill>
                  <a:srgbClr val="CC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EAEAEA"/>
                  </a:solidFill>
                  <a:effectLst/>
                  <a:uLnTx/>
                  <a:uFillTx/>
                  <a:latin typeface="Times New Roman"/>
                  <a:ea typeface="宋体"/>
                  <a:cs typeface="+mn-cs"/>
                </a:endParaRPr>
              </a:p>
            </p:txBody>
          </p:sp>
        </p:grpSp>
      </p:grpSp>
      <p:sp>
        <p:nvSpPr>
          <p:cNvPr id="78" name="Rectangle 2"/>
          <p:cNvSpPr txBox="1">
            <a:spLocks noChangeArrowheads="1"/>
          </p:cNvSpPr>
          <p:nvPr/>
        </p:nvSpPr>
        <p:spPr>
          <a:xfrm>
            <a:off x="812800" y="304800"/>
            <a:ext cx="10363200" cy="609600"/>
          </a:xfrm>
          <a:prstGeom prst="rect">
            <a:avLst/>
          </a:prstGeom>
        </p:spPr>
        <p:txBody>
          <a:bodyPr vert="horz" wrap="square" lIns="90170" tIns="46990" rIns="90170" bIns="46990" rtlCol="0" anchor="ctr" anchorCtr="0">
            <a:noAutofit/>
          </a:bodyPr>
          <a:lstStyle>
            <a:lvl1pPr marL="0" marR="0" algn="l" defTabSz="914400" rtl="0" eaLnBrk="1" fontAlgn="auto" latinLnBrk="0" hangingPunct="1">
              <a:lnSpc>
                <a:spcPct val="100000"/>
              </a:lnSpc>
              <a:spcBef>
                <a:spcPct val="0"/>
              </a:spcBef>
              <a:buNone/>
              <a:defRPr kumimoji="0" lang="zh-CN" altLang="en-US" sz="36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3600" b="1" i="0" u="none" strike="noStrike" kern="1200" cap="none" spc="200" normalizeH="0" baseline="0" noProof="1">
                <a:ln>
                  <a:noFill/>
                </a:ln>
                <a:solidFill>
                  <a:srgbClr val="000000"/>
                </a:solidFill>
                <a:effectLst/>
                <a:uLnTx/>
                <a:uFillTx/>
                <a:latin typeface="Arial" panose="020B0604020202020204" pitchFamily="34" charset="0"/>
                <a:ea typeface="微软雅黑" panose="020B0503020204020204" charset="-122"/>
                <a:cs typeface="+mj-cs"/>
                <a:sym typeface="+mn-ea"/>
              </a:rPr>
              <a:t>3.3.5 </a:t>
            </a:r>
            <a:r>
              <a:rPr kumimoji="0" lang="zh-CN" altLang="en-US" sz="3600" b="1" i="0" u="none" strike="noStrike" kern="1200" cap="none" spc="200" normalizeH="0" baseline="0" noProof="1">
                <a:ln>
                  <a:noFill/>
                </a:ln>
                <a:solidFill>
                  <a:srgbClr val="000000"/>
                </a:solidFill>
                <a:effectLst/>
                <a:uLnTx/>
                <a:uFillTx/>
                <a:latin typeface="Arial" panose="020B0604020202020204" pitchFamily="34" charset="0"/>
                <a:ea typeface="微软雅黑" panose="020B0503020204020204" charset="-122"/>
                <a:cs typeface="+mj-cs"/>
                <a:sym typeface="+mn-ea"/>
              </a:rPr>
              <a:t>转向语句</a:t>
            </a:r>
          </a:p>
        </p:txBody>
      </p:sp>
    </p:spTree>
    <p:extLst>
      <p:ext uri="{BB962C8B-B14F-4D97-AF65-F5344CB8AC3E}">
        <p14:creationId xmlns:p14="http://schemas.microsoft.com/office/powerpoint/2010/main" val="133593444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0"/>
                                  </p:stCondLst>
                                  <p:childTnLst>
                                    <p:set>
                                      <p:cBhvr>
                                        <p:cTn id="6" dur="1" fill="hold">
                                          <p:stCondLst>
                                            <p:cond delay="0"/>
                                          </p:stCondLst>
                                        </p:cTn>
                                        <p:tgtEl>
                                          <p:spTgt spid="12439"/>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nodeType="afterEffect">
                                  <p:stCondLst>
                                    <p:cond delay="500"/>
                                  </p:stCondLst>
                                  <p:childTnLst>
                                    <p:set>
                                      <p:cBhvr>
                                        <p:cTn id="9" dur="1" fill="hold">
                                          <p:stCondLst>
                                            <p:cond delay="0"/>
                                          </p:stCondLst>
                                        </p:cTn>
                                        <p:tgtEl>
                                          <p:spTgt spid="12437"/>
                                        </p:tgtEl>
                                        <p:attrNameLst>
                                          <p:attrName>style.visibility</p:attrName>
                                        </p:attrNameLst>
                                      </p:cBhvr>
                                      <p:to>
                                        <p:strVal val="visible"/>
                                      </p:to>
                                    </p:set>
                                  </p:childTnLst>
                                </p:cTn>
                              </p:par>
                            </p:childTnLst>
                          </p:cTn>
                        </p:par>
                        <p:par>
                          <p:cTn id="10" fill="hold" nodeType="afterGroup">
                            <p:stCondLst>
                              <p:cond delay="500"/>
                            </p:stCondLst>
                            <p:childTnLst>
                              <p:par>
                                <p:cTn id="11" presetID="1" presetClass="entr" presetSubtype="0" fill="hold" nodeType="afterEffect">
                                  <p:stCondLst>
                                    <p:cond delay="500"/>
                                  </p:stCondLst>
                                  <p:childTnLst>
                                    <p:set>
                                      <p:cBhvr>
                                        <p:cTn id="12" dur="1" fill="hold">
                                          <p:stCondLst>
                                            <p:cond delay="0"/>
                                          </p:stCondLst>
                                        </p:cTn>
                                        <p:tgtEl>
                                          <p:spTgt spid="124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A8C062F7-ED61-CCF4-618C-68DB8CC373FB}"/>
              </a:ext>
            </a:extLst>
          </p:cNvPr>
          <p:cNvSpPr txBox="1">
            <a:spLocks/>
          </p:cNvSpPr>
          <p:nvPr/>
        </p:nvSpPr>
        <p:spPr>
          <a:xfrm>
            <a:off x="295494" y="435935"/>
            <a:ext cx="5371660" cy="5354312"/>
          </a:xfrm>
          <a:prstGeom prst="rect">
            <a:avLst/>
          </a:prstGeom>
        </p:spPr>
        <p:txBody>
          <a:bodyPr vert="horz" wrap="square" lIns="90170" tIns="46990" rIns="90170" bIns="4699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3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00000"/>
              </a:lnSpc>
              <a:spcBef>
                <a:spcPts val="0"/>
              </a:spcBef>
              <a:spcAft>
                <a:spcPts val="0"/>
              </a:spcAft>
              <a:buFont typeface="Arial" panose="020B0604020202020204" pitchFamily="34" charset="0"/>
              <a:buChar char="•"/>
              <a:tabLst>
                <a:tab pos="1609725" algn="l"/>
              </a:tabLst>
              <a:defRPr kumimoji="0" lang="zh-CN" altLang="en-US" sz="3200" b="1" i="0" u="none" strike="noStrike" kern="1200" cap="none" spc="150" normalizeH="0" baseline="0" noProof="1" dirty="0">
                <a:solidFill>
                  <a:schemeClr val="accent2">
                    <a:lumMod val="50000"/>
                  </a:schemeClr>
                </a:solidFill>
                <a:uFillTx/>
                <a:latin typeface="楷体" panose="02010609060101010101" charset="-122"/>
                <a:ea typeface="楷体" panose="0201060906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Aft>
                <a:spcPts val="0"/>
              </a:spcAft>
              <a:buClrTx/>
              <a:buSzTx/>
              <a:buFont typeface="Arial" panose="020B0604020202020204" pitchFamily="34" charset="0"/>
              <a:buNone/>
              <a:tabLst/>
              <a:defRPr/>
            </a:pPr>
            <a:r>
              <a:rPr kumimoji="0" lang="en-US" altLang="zh-CN" sz="16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a:t>
            </a:r>
            <a:r>
              <a:rPr kumimoji="0" lang="zh-CN" altLang="en-US" sz="16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例</a:t>
            </a:r>
            <a:r>
              <a:rPr kumimoji="0" lang="en-US" altLang="zh-CN" sz="16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3.11】</a:t>
            </a:r>
            <a:r>
              <a:rPr kumimoji="0" lang="zh-CN" altLang="en-US" sz="16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输入大于</a:t>
            </a:r>
            <a:r>
              <a:rPr kumimoji="0" lang="en-US" altLang="zh-CN" sz="16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1</a:t>
            </a:r>
            <a:r>
              <a:rPr kumimoji="0" lang="zh-CN" altLang="en-US" sz="16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的自然数</a:t>
            </a:r>
            <a:r>
              <a:rPr kumimoji="0" lang="en-US" altLang="zh-CN" sz="16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n, </a:t>
            </a:r>
            <a:r>
              <a:rPr kumimoji="0" lang="zh-CN" altLang="en-US" sz="16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判断该数是否为素数</a:t>
            </a:r>
            <a:r>
              <a:rPr kumimoji="0" lang="en-US" altLang="zh-CN" sz="16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zh-CN" altLang="en-US" sz="16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如果是素数，则输出该数是素数，否则输出该数不是素数。素数是只能被 </a:t>
            </a:r>
            <a:r>
              <a:rPr kumimoji="0" lang="en-US" altLang="zh-CN" sz="16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1 </a:t>
            </a:r>
            <a:r>
              <a:rPr kumimoji="0" lang="zh-CN" altLang="en-US" sz="16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和自身整除的数，如 </a:t>
            </a:r>
            <a:r>
              <a:rPr kumimoji="0" lang="en-US" altLang="zh-CN" sz="16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2</a:t>
            </a:r>
            <a:r>
              <a:rPr kumimoji="0" lang="zh-CN" altLang="en-US" sz="16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a:t>
            </a:r>
            <a:r>
              <a:rPr kumimoji="0" lang="en-US" altLang="zh-CN" sz="16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3</a:t>
            </a:r>
            <a:r>
              <a:rPr kumimoji="0" lang="zh-CN" altLang="en-US" sz="16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a:t>
            </a:r>
            <a:r>
              <a:rPr kumimoji="0" lang="en-US" altLang="zh-CN" sz="16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5</a:t>
            </a:r>
            <a:r>
              <a:rPr kumimoji="0" lang="zh-CN" altLang="en-US" sz="16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a:t>
            </a:r>
          </a:p>
          <a:p>
            <a:pPr marL="228600" marR="0" lvl="0" indent="-228600" algn="l" defTabSz="914400" rtl="0" eaLnBrk="1" fontAlgn="auto" latinLnBrk="0" hangingPunct="1">
              <a:lnSpc>
                <a:spcPct val="100000"/>
              </a:lnSpc>
              <a:spcAft>
                <a:spcPts val="0"/>
              </a:spcAft>
              <a:buClrTx/>
              <a:buSzTx/>
              <a:buFont typeface="Arial" panose="020B0604020202020204" pitchFamily="34" charset="0"/>
              <a:buNone/>
              <a:tabLst/>
              <a:defRPr/>
            </a:pPr>
            <a:r>
              <a:rPr kumimoji="0" lang="en-US" altLang="zh-CN" sz="16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#include &lt;stdio.h&gt;</a:t>
            </a:r>
          </a:p>
          <a:p>
            <a:pPr marL="228600" marR="0" lvl="0" indent="-228600" algn="l" defTabSz="914400" rtl="0" eaLnBrk="1" fontAlgn="auto" latinLnBrk="0" hangingPunct="1">
              <a:lnSpc>
                <a:spcPct val="100000"/>
              </a:lnSpc>
              <a:spcAft>
                <a:spcPts val="0"/>
              </a:spcAft>
              <a:buClrTx/>
              <a:buSzTx/>
              <a:buFont typeface="Arial" panose="020B0604020202020204" pitchFamily="34" charset="0"/>
              <a:buNone/>
              <a:tabLst/>
              <a:defRPr/>
            </a:pPr>
            <a:r>
              <a:rPr kumimoji="0" lang="en-US" altLang="zh-CN" sz="16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#include &lt;stdlib.h&gt;</a:t>
            </a:r>
          </a:p>
          <a:p>
            <a:pPr marL="228600" marR="0" lvl="0" indent="-228600" algn="l" defTabSz="914400" rtl="0" eaLnBrk="1" fontAlgn="auto" latinLnBrk="0" hangingPunct="1">
              <a:lnSpc>
                <a:spcPct val="100000"/>
              </a:lnSpc>
              <a:spcAft>
                <a:spcPts val="0"/>
              </a:spcAft>
              <a:buClrTx/>
              <a:buSzTx/>
              <a:buFont typeface="Arial" panose="020B0604020202020204" pitchFamily="34" charset="0"/>
              <a:buNone/>
              <a:tabLst/>
              <a:defRPr/>
            </a:pPr>
            <a:r>
              <a:rPr kumimoji="0" lang="en-US" altLang="zh-CN" sz="16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int main(void) {</a:t>
            </a:r>
          </a:p>
          <a:p>
            <a:pPr marL="228600" marR="0" lvl="0" indent="-228600" algn="l" defTabSz="914400" rtl="0" eaLnBrk="1" fontAlgn="auto" latinLnBrk="0" hangingPunct="1">
              <a:lnSpc>
                <a:spcPct val="100000"/>
              </a:lnSpc>
              <a:spcAft>
                <a:spcPts val="0"/>
              </a:spcAft>
              <a:buClrTx/>
              <a:buSzTx/>
              <a:buFont typeface="Arial" panose="020B0604020202020204" pitchFamily="34" charset="0"/>
              <a:buNone/>
              <a:tabLst/>
              <a:defRPr/>
            </a:pPr>
            <a:r>
              <a:rPr kumimoji="0" lang="en-US" altLang="zh-CN" sz="16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int n, i; </a:t>
            </a:r>
          </a:p>
          <a:p>
            <a:pPr marL="228600" marR="0" lvl="0" indent="-228600" algn="l" defTabSz="914400" rtl="0" eaLnBrk="1" fontAlgn="auto" latinLnBrk="0" hangingPunct="1">
              <a:lnSpc>
                <a:spcPct val="100000"/>
              </a:lnSpc>
              <a:spcAft>
                <a:spcPts val="0"/>
              </a:spcAft>
              <a:buClrTx/>
              <a:buSzTx/>
              <a:buFont typeface="Arial" panose="020B0604020202020204" pitchFamily="34" charset="0"/>
              <a:buNone/>
              <a:tabLst/>
              <a:defRPr/>
            </a:pPr>
            <a:endParaRPr kumimoji="0" lang="en-US" altLang="zh-CN" sz="16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endParaRPr>
          </a:p>
          <a:p>
            <a:pPr marL="228600" marR="0" lvl="0" indent="-228600" algn="l" defTabSz="914400" rtl="0" eaLnBrk="1" fontAlgn="auto" latinLnBrk="0" hangingPunct="1">
              <a:lnSpc>
                <a:spcPct val="100000"/>
              </a:lnSpc>
              <a:spcAft>
                <a:spcPts val="0"/>
              </a:spcAft>
              <a:buClrTx/>
              <a:buSzTx/>
              <a:buFont typeface="Arial" panose="020B0604020202020204" pitchFamily="34" charset="0"/>
              <a:buNone/>
              <a:tabLst/>
              <a:defRPr/>
            </a:pPr>
            <a:r>
              <a:rPr kumimoji="0" lang="en-US" altLang="zh-CN" sz="16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printf(" Enter a natural number n (n&gt;1): \n");</a:t>
            </a:r>
          </a:p>
          <a:p>
            <a:pPr marL="228600" marR="0" lvl="0" indent="-228600" algn="l" defTabSz="914400" rtl="0" eaLnBrk="1" fontAlgn="auto" latinLnBrk="0" hangingPunct="1">
              <a:lnSpc>
                <a:spcPct val="100000"/>
              </a:lnSpc>
              <a:spcAft>
                <a:spcPts val="0"/>
              </a:spcAft>
              <a:buClrTx/>
              <a:buSzTx/>
              <a:buFont typeface="Arial" panose="020B0604020202020204" pitchFamily="34" charset="0"/>
              <a:buNone/>
              <a:tabLst/>
              <a:defRPr/>
            </a:pPr>
            <a:r>
              <a:rPr kumimoji="0" lang="en-US" altLang="zh-CN" sz="16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scanf("%d", &amp;n);</a:t>
            </a:r>
          </a:p>
          <a:p>
            <a:pPr marL="228600" marR="0" lvl="0" indent="-228600" algn="l" defTabSz="914400" rtl="0" eaLnBrk="1" fontAlgn="auto" latinLnBrk="0" hangingPunct="1">
              <a:lnSpc>
                <a:spcPct val="100000"/>
              </a:lnSpc>
              <a:spcAft>
                <a:spcPts val="0"/>
              </a:spcAft>
              <a:buClrTx/>
              <a:buSzTx/>
              <a:buFont typeface="Arial" panose="020B0604020202020204" pitchFamily="34" charset="0"/>
              <a:buNone/>
              <a:tabLst/>
              <a:defRPr/>
            </a:pPr>
            <a:r>
              <a:rPr kumimoji="0" lang="zh-CN" altLang="en-US" sz="16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en-US" altLang="zh-CN" sz="16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for (i = 2; i &lt;= n / 2; i++){                  </a:t>
            </a:r>
          </a:p>
          <a:p>
            <a:pPr marL="228600" marR="0" lvl="0" indent="-228600" algn="l" defTabSz="914400" rtl="0" eaLnBrk="1" fontAlgn="auto" latinLnBrk="0" hangingPunct="1">
              <a:lnSpc>
                <a:spcPct val="100000"/>
              </a:lnSpc>
              <a:spcAft>
                <a:spcPts val="0"/>
              </a:spcAft>
              <a:buClrTx/>
              <a:buSzTx/>
              <a:buFont typeface="Arial" panose="020B0604020202020204" pitchFamily="34" charset="0"/>
              <a:buNone/>
              <a:tabLst/>
              <a:defRPr/>
            </a:pPr>
            <a:r>
              <a:rPr kumimoji="0" lang="zh-CN" altLang="en-US" sz="16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en-US" altLang="zh-CN" sz="16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if (n % i == 0) {// i </a:t>
            </a:r>
            <a:r>
              <a:rPr kumimoji="0" lang="zh-CN" altLang="en-US" sz="16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能整除 </a:t>
            </a:r>
            <a:r>
              <a:rPr kumimoji="0" lang="en-US" altLang="zh-CN" sz="16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n, n </a:t>
            </a:r>
            <a:r>
              <a:rPr kumimoji="0" lang="zh-CN" altLang="en-US" sz="16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不是素数</a:t>
            </a:r>
          </a:p>
          <a:p>
            <a:pPr marL="228600" marR="0" lvl="0" indent="-228600" algn="l" defTabSz="914400" rtl="0" eaLnBrk="1" fontAlgn="auto" latinLnBrk="0" hangingPunct="1">
              <a:lnSpc>
                <a:spcPct val="100000"/>
              </a:lnSpc>
              <a:spcAft>
                <a:spcPts val="0"/>
              </a:spcAft>
              <a:buClrTx/>
              <a:buSzTx/>
              <a:buFont typeface="Arial" panose="020B0604020202020204" pitchFamily="34" charset="0"/>
              <a:buNone/>
              <a:tabLst/>
              <a:defRPr/>
            </a:pPr>
            <a:r>
              <a:rPr kumimoji="0" lang="en-US" altLang="zh-CN" sz="16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printf("%d is not a prime. \n", n); </a:t>
            </a:r>
          </a:p>
          <a:p>
            <a:pPr marL="228600" marR="0" lvl="0" indent="-228600" algn="l" defTabSz="914400" rtl="0" eaLnBrk="1" fontAlgn="auto" latinLnBrk="0" hangingPunct="1">
              <a:lnSpc>
                <a:spcPct val="100000"/>
              </a:lnSpc>
              <a:spcAft>
                <a:spcPts val="0"/>
              </a:spcAft>
              <a:buClrTx/>
              <a:buSzTx/>
              <a:buFont typeface="Arial" panose="020B0604020202020204" pitchFamily="34" charset="0"/>
              <a:buNone/>
              <a:tabLst/>
              <a:defRPr/>
            </a:pPr>
            <a:r>
              <a:rPr kumimoji="0" lang="en-US" altLang="zh-CN" sz="16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exit(0); </a:t>
            </a:r>
          </a:p>
          <a:p>
            <a:pPr marL="228600" marR="0" lvl="0" indent="-228600" algn="l" defTabSz="914400" rtl="0" eaLnBrk="1" fontAlgn="auto" latinLnBrk="0" hangingPunct="1">
              <a:lnSpc>
                <a:spcPct val="100000"/>
              </a:lnSpc>
              <a:spcAft>
                <a:spcPts val="0"/>
              </a:spcAft>
              <a:buClrTx/>
              <a:buSzTx/>
              <a:buFont typeface="Arial" panose="020B0604020202020204" pitchFamily="34" charset="0"/>
              <a:buNone/>
              <a:tabLst/>
              <a:defRPr/>
            </a:pPr>
            <a:r>
              <a:rPr kumimoji="0" lang="zh-CN" altLang="en-US" sz="16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r>
              <a:rPr kumimoji="0" lang="en-US" altLang="zh-CN" sz="16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p>
          <a:p>
            <a:pPr marL="228600" marR="0" lvl="0" indent="-228600" algn="l" defTabSz="914400" rtl="0" eaLnBrk="1" fontAlgn="auto" latinLnBrk="0" hangingPunct="1">
              <a:lnSpc>
                <a:spcPct val="100000"/>
              </a:lnSpc>
              <a:spcAft>
                <a:spcPts val="0"/>
              </a:spcAft>
              <a:buClrTx/>
              <a:buSzTx/>
              <a:buFont typeface="Arial" panose="020B0604020202020204" pitchFamily="34" charset="0"/>
              <a:buNone/>
              <a:tabLst/>
              <a:defRPr/>
            </a:pPr>
            <a:r>
              <a:rPr kumimoji="0" lang="en-US" altLang="zh-CN" sz="16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a:t>
            </a:r>
          </a:p>
          <a:p>
            <a:pPr marL="228600" marR="0" lvl="0" indent="-228600" algn="l" defTabSz="914400" rtl="0" eaLnBrk="1" fontAlgn="auto" latinLnBrk="0" hangingPunct="1">
              <a:lnSpc>
                <a:spcPct val="100000"/>
              </a:lnSpc>
              <a:spcAft>
                <a:spcPts val="0"/>
              </a:spcAft>
              <a:buClrTx/>
              <a:buSzTx/>
              <a:buFont typeface="Arial" panose="020B0604020202020204" pitchFamily="34" charset="0"/>
              <a:buNone/>
              <a:tabLst/>
              <a:defRPr/>
            </a:pPr>
            <a:r>
              <a:rPr kumimoji="0" lang="en-US" altLang="zh-CN" sz="16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printf("%d is a prime. \n", n); </a:t>
            </a:r>
          </a:p>
          <a:p>
            <a:pPr marL="228600" marR="0" lvl="0" indent="-228600" algn="l" defTabSz="914400" rtl="0" eaLnBrk="1" fontAlgn="auto" latinLnBrk="0" hangingPunct="1">
              <a:lnSpc>
                <a:spcPct val="100000"/>
              </a:lnSpc>
              <a:spcAft>
                <a:spcPts val="0"/>
              </a:spcAft>
              <a:buClrTx/>
              <a:buSzTx/>
              <a:buFont typeface="Arial" panose="020B0604020202020204" pitchFamily="34" charset="0"/>
              <a:buNone/>
              <a:tabLst/>
              <a:defRPr/>
            </a:pPr>
            <a:r>
              <a:rPr kumimoji="0" lang="en-US" altLang="zh-CN" sz="16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      return 0; </a:t>
            </a:r>
          </a:p>
          <a:p>
            <a:pPr marL="228600" marR="0" lvl="0" indent="-228600" algn="l" defTabSz="914400" rtl="0" eaLnBrk="1" fontAlgn="auto" latinLnBrk="0" hangingPunct="1">
              <a:lnSpc>
                <a:spcPct val="100000"/>
              </a:lnSpc>
              <a:spcAft>
                <a:spcPts val="0"/>
              </a:spcAft>
              <a:buClrTx/>
              <a:buSzTx/>
              <a:buFont typeface="Arial" panose="020B0604020202020204" pitchFamily="34" charset="0"/>
              <a:buNone/>
              <a:tabLst/>
              <a:defRPr/>
            </a:pPr>
            <a:r>
              <a:rPr kumimoji="0" lang="en-US" altLang="zh-CN" sz="16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a:t>
            </a:r>
          </a:p>
          <a:p>
            <a:pPr marL="228600" marR="0" lvl="0" indent="-228600" algn="l" defTabSz="914400" rtl="0" eaLnBrk="1" fontAlgn="auto" latinLnBrk="0" hangingPunct="1">
              <a:lnSpc>
                <a:spcPct val="130000"/>
              </a:lnSpc>
              <a:spcBef>
                <a:spcPct val="0"/>
              </a:spcBef>
              <a:spcAft>
                <a:spcPts val="1000"/>
              </a:spcAft>
              <a:buClrTx/>
              <a:buSzTx/>
              <a:buFont typeface="Arial" panose="020B0604020202020204" pitchFamily="34" charset="0"/>
              <a:buNone/>
              <a:tabLst/>
              <a:defRPr/>
            </a:pPr>
            <a:endParaRPr kumimoji="0" lang="en-US" altLang="zh-CN" sz="16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endParaRPr>
          </a:p>
        </p:txBody>
      </p:sp>
      <p:sp>
        <p:nvSpPr>
          <p:cNvPr id="43010" name="Text Box 2"/>
          <p:cNvSpPr txBox="1">
            <a:spLocks noChangeArrowheads="1"/>
          </p:cNvSpPr>
          <p:nvPr/>
        </p:nvSpPr>
        <p:spPr bwMode="auto">
          <a:xfrm>
            <a:off x="6096000" y="170127"/>
            <a:ext cx="5678772" cy="6524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l" eaLnBrk="0" hangingPunct="0">
              <a:spcBef>
                <a:spcPct val="20000"/>
              </a:spcBef>
              <a:buClr>
                <a:schemeClr val="tx2"/>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algn="l" eaLnBrk="0" hangingPunct="0">
              <a:spcBef>
                <a:spcPct val="20000"/>
              </a:spcBef>
              <a:buClr>
                <a:schemeClr val="folHlink"/>
              </a:buClr>
              <a:buSzPct val="60000"/>
              <a:buFont typeface="Wingdings" pitchFamily="2" charset="2"/>
              <a:buChar char="u"/>
              <a:defRPr kumimoji="1" sz="3200" b="1">
                <a:solidFill>
                  <a:schemeClr val="bg2"/>
                </a:solidFill>
                <a:latin typeface="Times New Roman" pitchFamily="18" charset="0"/>
                <a:ea typeface="宋体" pitchFamily="2" charset="-122"/>
              </a:defRPr>
            </a:lvl2pPr>
            <a:lvl3pPr marL="1143000" indent="-228600" algn="l" eaLnBrk="0" hangingPunct="0">
              <a:spcBef>
                <a:spcPct val="20000"/>
              </a:spcBef>
              <a:buClr>
                <a:schemeClr val="tx2"/>
              </a:buClr>
              <a:buSzPct val="60000"/>
              <a:buFont typeface="Wingdings" pitchFamily="2" charset="2"/>
              <a:buChar char="t"/>
              <a:defRPr kumimoji="1" sz="3200" b="1">
                <a:solidFill>
                  <a:schemeClr val="bg2"/>
                </a:solidFill>
                <a:latin typeface="Times New Roman" pitchFamily="18" charset="0"/>
                <a:ea typeface="宋体" pitchFamily="2" charset="-122"/>
              </a:defRPr>
            </a:lvl3pPr>
            <a:lvl4pPr marL="1600200" indent="-228600" algn="l" eaLnBrk="0" hangingPunct="0">
              <a:spcBef>
                <a:spcPct val="20000"/>
              </a:spcBef>
              <a:buClr>
                <a:schemeClr val="tx1"/>
              </a:buClr>
              <a:buSzPct val="100000"/>
              <a:buChar char="•"/>
              <a:defRPr kumimoji="1" sz="3200" b="1">
                <a:solidFill>
                  <a:schemeClr val="bg2"/>
                </a:solidFill>
                <a:latin typeface="Times New Roman" pitchFamily="18" charset="0"/>
                <a:ea typeface="宋体" pitchFamily="2" charset="-122"/>
              </a:defRPr>
            </a:lvl4pPr>
            <a:lvl5pPr marL="2057400" indent="-228600" algn="l" eaLnBrk="0" hangingPunct="0">
              <a:spcBef>
                <a:spcPct val="20000"/>
              </a:spcBef>
              <a:buClr>
                <a:schemeClr val="tx1"/>
              </a:buClr>
              <a:buSzPct val="100000"/>
              <a:buChar char="–"/>
              <a:defRPr kumimoji="1" sz="32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SzPct val="100000"/>
              <a:buChar char="–"/>
              <a:defRPr kumimoji="1" sz="32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SzPct val="100000"/>
              <a:buChar char="–"/>
              <a:defRPr kumimoji="1" sz="32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SzPct val="100000"/>
              <a:buChar char="–"/>
              <a:defRPr kumimoji="1" sz="32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SzPct val="100000"/>
              <a:buChar char="–"/>
              <a:defRPr kumimoji="1" sz="3200" b="1">
                <a:solidFill>
                  <a:schemeClr val="bg2"/>
                </a:solidFill>
                <a:latin typeface="Times New Roman" pitchFamily="18" charset="0"/>
                <a:ea typeface="宋体" pitchFamily="2" charset="-122"/>
              </a:defRPr>
            </a:lvl9pPr>
          </a:lstStyle>
          <a:p>
            <a:pPr lvl="0" eaLnBrk="1" fontAlgn="base" hangingPunct="1">
              <a:spcBef>
                <a:spcPct val="0"/>
              </a:spcBef>
              <a:spcAft>
                <a:spcPct val="0"/>
              </a:spcAft>
              <a:buClrTx/>
              <a:buSzTx/>
              <a:buNone/>
            </a:pPr>
            <a:r>
              <a:rPr lang="en-US" altLang="zh-CN" sz="1900" dirty="0">
                <a:solidFill>
                  <a:srgbClr val="000000"/>
                </a:solidFill>
                <a:cs typeface="Times New Roman" pitchFamily="18" charset="0"/>
              </a:rPr>
              <a:t>【</a:t>
            </a:r>
            <a:r>
              <a:rPr lang="zh-CN" altLang="en-US" sz="1900" dirty="0">
                <a:solidFill>
                  <a:srgbClr val="000000"/>
                </a:solidFill>
                <a:cs typeface="Times New Roman" pitchFamily="18" charset="0"/>
              </a:rPr>
              <a:t>例 </a:t>
            </a:r>
            <a:r>
              <a:rPr lang="en-US" altLang="zh-CN" sz="1900" dirty="0">
                <a:solidFill>
                  <a:srgbClr val="000000"/>
                </a:solidFill>
                <a:cs typeface="Times New Roman" pitchFamily="18" charset="0"/>
              </a:rPr>
              <a:t>3.14】</a:t>
            </a:r>
            <a:r>
              <a:rPr lang="zh-CN" altLang="en-US" sz="1900" dirty="0">
                <a:solidFill>
                  <a:srgbClr val="000000"/>
                </a:solidFill>
                <a:cs typeface="Times New Roman" pitchFamily="18" charset="0"/>
              </a:rPr>
              <a:t>输出 </a:t>
            </a:r>
            <a:r>
              <a:rPr lang="en-US" altLang="zh-CN" sz="1900" dirty="0">
                <a:solidFill>
                  <a:srgbClr val="000000"/>
                </a:solidFill>
                <a:cs typeface="Times New Roman" pitchFamily="18" charset="0"/>
              </a:rPr>
              <a:t>2</a:t>
            </a:r>
            <a:r>
              <a:rPr lang="zh-CN" altLang="en-US" sz="1900" dirty="0">
                <a:solidFill>
                  <a:srgbClr val="000000"/>
                </a:solidFill>
                <a:cs typeface="Times New Roman" pitchFamily="18" charset="0"/>
              </a:rPr>
              <a:t>～</a:t>
            </a:r>
            <a:r>
              <a:rPr lang="en-US" altLang="zh-CN" sz="1900" dirty="0">
                <a:solidFill>
                  <a:srgbClr val="000000"/>
                </a:solidFill>
                <a:cs typeface="Times New Roman" pitchFamily="18" charset="0"/>
              </a:rPr>
              <a:t>400 </a:t>
            </a:r>
            <a:r>
              <a:rPr lang="zh-CN" altLang="en-US" sz="1900" dirty="0">
                <a:solidFill>
                  <a:srgbClr val="000000"/>
                </a:solidFill>
                <a:cs typeface="Times New Roman" pitchFamily="18" charset="0"/>
              </a:rPr>
              <a:t>的所有素数，且每行输出 </a:t>
            </a:r>
            <a:r>
              <a:rPr lang="en-US" altLang="zh-CN" sz="1900" dirty="0">
                <a:solidFill>
                  <a:srgbClr val="000000"/>
                </a:solidFill>
                <a:cs typeface="Times New Roman" pitchFamily="18" charset="0"/>
              </a:rPr>
              <a:t>8 </a:t>
            </a:r>
            <a:r>
              <a:rPr lang="zh-CN" altLang="en-US" sz="1900" dirty="0">
                <a:solidFill>
                  <a:srgbClr val="000000"/>
                </a:solidFill>
                <a:cs typeface="Times New Roman" pitchFamily="18" charset="0"/>
              </a:rPr>
              <a:t>个。示例如下：</a:t>
            </a:r>
          </a:p>
          <a:p>
            <a:pPr lvl="0" eaLnBrk="1" fontAlgn="base" hangingPunct="1">
              <a:spcBef>
                <a:spcPct val="0"/>
              </a:spcBef>
              <a:spcAft>
                <a:spcPct val="0"/>
              </a:spcAft>
              <a:buClrTx/>
              <a:buSzTx/>
              <a:buNone/>
            </a:pPr>
            <a:r>
              <a:rPr lang="en-US" altLang="zh-CN" sz="1900" dirty="0">
                <a:solidFill>
                  <a:srgbClr val="000000"/>
                </a:solidFill>
                <a:cs typeface="Times New Roman" pitchFamily="18" charset="0"/>
              </a:rPr>
              <a:t>#include &lt;</a:t>
            </a:r>
            <a:r>
              <a:rPr lang="en-US" altLang="zh-CN" sz="1900" dirty="0" err="1">
                <a:solidFill>
                  <a:srgbClr val="000000"/>
                </a:solidFill>
                <a:cs typeface="Times New Roman" pitchFamily="18" charset="0"/>
              </a:rPr>
              <a:t>stdio.h</a:t>
            </a:r>
            <a:r>
              <a:rPr lang="en-US" altLang="zh-CN" sz="1900" dirty="0">
                <a:solidFill>
                  <a:srgbClr val="000000"/>
                </a:solidFill>
                <a:cs typeface="Times New Roman" pitchFamily="18" charset="0"/>
              </a:rPr>
              <a:t>&gt;</a:t>
            </a:r>
          </a:p>
          <a:p>
            <a:pPr lvl="0" eaLnBrk="1" fontAlgn="base" hangingPunct="1">
              <a:spcBef>
                <a:spcPct val="0"/>
              </a:spcBef>
              <a:spcAft>
                <a:spcPct val="0"/>
              </a:spcAft>
              <a:buClrTx/>
              <a:buSzTx/>
              <a:buNone/>
            </a:pPr>
            <a:r>
              <a:rPr lang="en-US" altLang="zh-CN" sz="1900" dirty="0">
                <a:solidFill>
                  <a:srgbClr val="000000"/>
                </a:solidFill>
                <a:cs typeface="Times New Roman" pitchFamily="18" charset="0"/>
              </a:rPr>
              <a:t>int main(void) {</a:t>
            </a:r>
          </a:p>
          <a:p>
            <a:pPr lvl="0" eaLnBrk="1" fontAlgn="base" hangingPunct="1">
              <a:spcBef>
                <a:spcPct val="0"/>
              </a:spcBef>
              <a:spcAft>
                <a:spcPct val="0"/>
              </a:spcAft>
              <a:buClrTx/>
              <a:buSzTx/>
              <a:buNone/>
            </a:pPr>
            <a:r>
              <a:rPr lang="en-US" altLang="zh-CN" sz="1900" dirty="0">
                <a:solidFill>
                  <a:srgbClr val="000000"/>
                </a:solidFill>
                <a:cs typeface="Times New Roman" pitchFamily="18" charset="0"/>
              </a:rPr>
              <a:t>       int n, </a:t>
            </a:r>
            <a:r>
              <a:rPr lang="en-US" altLang="zh-CN" sz="1900" dirty="0" err="1">
                <a:solidFill>
                  <a:srgbClr val="000000"/>
                </a:solidFill>
                <a:cs typeface="Times New Roman" pitchFamily="18" charset="0"/>
              </a:rPr>
              <a:t>i</a:t>
            </a:r>
            <a:r>
              <a:rPr lang="en-US" altLang="zh-CN" sz="1900" dirty="0">
                <a:solidFill>
                  <a:srgbClr val="000000"/>
                </a:solidFill>
                <a:cs typeface="Times New Roman" pitchFamily="18" charset="0"/>
              </a:rPr>
              <a:t>, count = 0;</a:t>
            </a:r>
          </a:p>
          <a:p>
            <a:pPr lvl="0" eaLnBrk="1" fontAlgn="base" hangingPunct="1">
              <a:spcBef>
                <a:spcPct val="0"/>
              </a:spcBef>
              <a:spcAft>
                <a:spcPct val="0"/>
              </a:spcAft>
              <a:buClrTx/>
              <a:buSzTx/>
              <a:buNone/>
            </a:pPr>
            <a:endParaRPr lang="en-US" altLang="zh-CN" sz="1900" dirty="0">
              <a:solidFill>
                <a:srgbClr val="000000"/>
              </a:solidFill>
              <a:cs typeface="Times New Roman" pitchFamily="18" charset="0"/>
            </a:endParaRPr>
          </a:p>
          <a:p>
            <a:pPr lvl="0" eaLnBrk="1" fontAlgn="base" hangingPunct="1">
              <a:spcBef>
                <a:spcPct val="0"/>
              </a:spcBef>
              <a:spcAft>
                <a:spcPct val="0"/>
              </a:spcAft>
              <a:buClrTx/>
              <a:buSzTx/>
              <a:buNone/>
            </a:pPr>
            <a:r>
              <a:rPr lang="en-US" altLang="zh-CN" sz="1900" dirty="0">
                <a:solidFill>
                  <a:srgbClr val="000000"/>
                </a:solidFill>
                <a:cs typeface="Times New Roman" pitchFamily="18" charset="0"/>
              </a:rPr>
              <a:t>       for (n = 2; n &lt;= 400; n++) {  </a:t>
            </a:r>
          </a:p>
          <a:p>
            <a:pPr lvl="0" eaLnBrk="1" fontAlgn="base" hangingPunct="1">
              <a:spcBef>
                <a:spcPct val="0"/>
              </a:spcBef>
              <a:spcAft>
                <a:spcPct val="0"/>
              </a:spcAft>
              <a:buClrTx/>
              <a:buSzTx/>
              <a:buNone/>
            </a:pPr>
            <a:r>
              <a:rPr lang="en-US" altLang="zh-CN" sz="1900" dirty="0">
                <a:solidFill>
                  <a:srgbClr val="000000"/>
                </a:solidFill>
                <a:cs typeface="Times New Roman" pitchFamily="18" charset="0"/>
              </a:rPr>
              <a:t>              for (</a:t>
            </a:r>
            <a:r>
              <a:rPr lang="en-US" altLang="zh-CN" sz="1900" dirty="0" err="1">
                <a:solidFill>
                  <a:srgbClr val="000000"/>
                </a:solidFill>
                <a:cs typeface="Times New Roman" pitchFamily="18" charset="0"/>
              </a:rPr>
              <a:t>i</a:t>
            </a:r>
            <a:r>
              <a:rPr lang="en-US" altLang="zh-CN" sz="1900" dirty="0">
                <a:solidFill>
                  <a:srgbClr val="000000"/>
                </a:solidFill>
                <a:cs typeface="Times New Roman" pitchFamily="18" charset="0"/>
              </a:rPr>
              <a:t> = 2; </a:t>
            </a:r>
            <a:r>
              <a:rPr lang="en-US" altLang="zh-CN" sz="1900" dirty="0" err="1">
                <a:solidFill>
                  <a:srgbClr val="000000"/>
                </a:solidFill>
                <a:cs typeface="Times New Roman" pitchFamily="18" charset="0"/>
              </a:rPr>
              <a:t>i</a:t>
            </a:r>
            <a:r>
              <a:rPr lang="en-US" altLang="zh-CN" sz="1900" dirty="0">
                <a:solidFill>
                  <a:srgbClr val="000000"/>
                </a:solidFill>
                <a:cs typeface="Times New Roman" pitchFamily="18" charset="0"/>
              </a:rPr>
              <a:t> &lt;= n / 2; </a:t>
            </a:r>
            <a:r>
              <a:rPr lang="en-US" altLang="zh-CN" sz="1900" dirty="0" err="1">
                <a:solidFill>
                  <a:srgbClr val="000000"/>
                </a:solidFill>
                <a:cs typeface="Times New Roman" pitchFamily="18" charset="0"/>
              </a:rPr>
              <a:t>i</a:t>
            </a:r>
            <a:r>
              <a:rPr lang="en-US" altLang="zh-CN" sz="1900" dirty="0">
                <a:solidFill>
                  <a:srgbClr val="000000"/>
                </a:solidFill>
                <a:cs typeface="Times New Roman" pitchFamily="18" charset="0"/>
              </a:rPr>
              <a:t>++){ </a:t>
            </a:r>
          </a:p>
          <a:p>
            <a:pPr lvl="0" eaLnBrk="1" fontAlgn="base" hangingPunct="1">
              <a:spcBef>
                <a:spcPct val="0"/>
              </a:spcBef>
              <a:spcAft>
                <a:spcPct val="0"/>
              </a:spcAft>
              <a:buClrTx/>
              <a:buSzTx/>
              <a:buNone/>
            </a:pPr>
            <a:r>
              <a:rPr lang="en-US" altLang="zh-CN" sz="1900" dirty="0">
                <a:solidFill>
                  <a:srgbClr val="000000"/>
                </a:solidFill>
                <a:cs typeface="Times New Roman" pitchFamily="18" charset="0"/>
              </a:rPr>
              <a:t>                     if (n % </a:t>
            </a:r>
            <a:r>
              <a:rPr lang="en-US" altLang="zh-CN" sz="1900" dirty="0" err="1">
                <a:solidFill>
                  <a:srgbClr val="000000"/>
                </a:solidFill>
                <a:cs typeface="Times New Roman" pitchFamily="18" charset="0"/>
              </a:rPr>
              <a:t>i</a:t>
            </a:r>
            <a:r>
              <a:rPr lang="en-US" altLang="zh-CN" sz="1900" dirty="0">
                <a:solidFill>
                  <a:srgbClr val="000000"/>
                </a:solidFill>
                <a:cs typeface="Times New Roman" pitchFamily="18" charset="0"/>
              </a:rPr>
              <a:t> == 0){            </a:t>
            </a:r>
          </a:p>
          <a:p>
            <a:pPr lvl="0" eaLnBrk="1" fontAlgn="base" hangingPunct="1">
              <a:spcBef>
                <a:spcPct val="0"/>
              </a:spcBef>
              <a:spcAft>
                <a:spcPct val="0"/>
              </a:spcAft>
              <a:buClrTx/>
              <a:buSzTx/>
              <a:buNone/>
            </a:pPr>
            <a:r>
              <a:rPr lang="en-US" altLang="zh-CN" sz="1900" dirty="0">
                <a:solidFill>
                  <a:srgbClr val="000000"/>
                </a:solidFill>
                <a:cs typeface="Times New Roman" pitchFamily="18" charset="0"/>
              </a:rPr>
              <a:t>                             break; </a:t>
            </a:r>
          </a:p>
          <a:p>
            <a:pPr lvl="0" eaLnBrk="1" fontAlgn="base" hangingPunct="1">
              <a:spcBef>
                <a:spcPct val="0"/>
              </a:spcBef>
              <a:spcAft>
                <a:spcPct val="0"/>
              </a:spcAft>
              <a:buClrTx/>
              <a:buSzTx/>
              <a:buNone/>
            </a:pPr>
            <a:r>
              <a:rPr lang="en-US" altLang="zh-CN" sz="1900" dirty="0">
                <a:solidFill>
                  <a:srgbClr val="000000"/>
                </a:solidFill>
                <a:cs typeface="Times New Roman" pitchFamily="18" charset="0"/>
              </a:rPr>
              <a:t>                     }</a:t>
            </a:r>
          </a:p>
          <a:p>
            <a:pPr lvl="0" eaLnBrk="1" fontAlgn="base" hangingPunct="1">
              <a:spcBef>
                <a:spcPct val="0"/>
              </a:spcBef>
              <a:spcAft>
                <a:spcPct val="0"/>
              </a:spcAft>
              <a:buClrTx/>
              <a:buSzTx/>
              <a:buNone/>
            </a:pPr>
            <a:r>
              <a:rPr lang="en-US" altLang="zh-CN" sz="1900" dirty="0">
                <a:solidFill>
                  <a:srgbClr val="000000"/>
                </a:solidFill>
                <a:cs typeface="Times New Roman" pitchFamily="18" charset="0"/>
              </a:rPr>
              <a:t>              }</a:t>
            </a:r>
          </a:p>
          <a:p>
            <a:pPr lvl="0" eaLnBrk="1" fontAlgn="base" hangingPunct="1">
              <a:spcBef>
                <a:spcPct val="0"/>
              </a:spcBef>
              <a:spcAft>
                <a:spcPct val="0"/>
              </a:spcAft>
              <a:buClrTx/>
              <a:buSzTx/>
              <a:buNone/>
            </a:pPr>
            <a:r>
              <a:rPr lang="en-US" altLang="zh-CN" sz="1900" dirty="0">
                <a:solidFill>
                  <a:srgbClr val="000000"/>
                </a:solidFill>
                <a:cs typeface="Times New Roman" pitchFamily="18" charset="0"/>
              </a:rPr>
              <a:t>              if ( </a:t>
            </a:r>
            <a:r>
              <a:rPr lang="en-US" altLang="zh-CN" sz="1900" dirty="0" err="1">
                <a:solidFill>
                  <a:srgbClr val="000000"/>
                </a:solidFill>
                <a:cs typeface="Times New Roman" pitchFamily="18" charset="0"/>
              </a:rPr>
              <a:t>i</a:t>
            </a:r>
            <a:r>
              <a:rPr lang="en-US" altLang="zh-CN" sz="1900" dirty="0">
                <a:solidFill>
                  <a:srgbClr val="000000"/>
                </a:solidFill>
                <a:cs typeface="Times New Roman" pitchFamily="18" charset="0"/>
              </a:rPr>
              <a:t> &gt; n / 2) {</a:t>
            </a:r>
          </a:p>
          <a:p>
            <a:pPr lvl="0" eaLnBrk="1" fontAlgn="base" hangingPunct="1">
              <a:spcBef>
                <a:spcPct val="0"/>
              </a:spcBef>
              <a:spcAft>
                <a:spcPct val="0"/>
              </a:spcAft>
              <a:buClrTx/>
              <a:buSzTx/>
              <a:buNone/>
            </a:pPr>
            <a:r>
              <a:rPr lang="en-US" altLang="zh-CN" sz="1900" dirty="0">
                <a:solidFill>
                  <a:srgbClr val="000000"/>
                </a:solidFill>
                <a:cs typeface="Times New Roman" pitchFamily="18" charset="0"/>
              </a:rPr>
              <a:t>                     </a:t>
            </a:r>
            <a:r>
              <a:rPr lang="en-US" altLang="zh-CN" sz="1900" dirty="0" err="1">
                <a:solidFill>
                  <a:srgbClr val="000000"/>
                </a:solidFill>
                <a:cs typeface="Times New Roman" pitchFamily="18" charset="0"/>
              </a:rPr>
              <a:t>printf</a:t>
            </a:r>
            <a:r>
              <a:rPr lang="en-US" altLang="zh-CN" sz="1900" dirty="0">
                <a:solidFill>
                  <a:srgbClr val="000000"/>
                </a:solidFill>
                <a:cs typeface="Times New Roman" pitchFamily="18" charset="0"/>
              </a:rPr>
              <a:t>("%5d", n);</a:t>
            </a:r>
          </a:p>
          <a:p>
            <a:pPr lvl="0" eaLnBrk="1" fontAlgn="base" hangingPunct="1">
              <a:spcBef>
                <a:spcPct val="0"/>
              </a:spcBef>
              <a:spcAft>
                <a:spcPct val="0"/>
              </a:spcAft>
              <a:buClrTx/>
              <a:buSzTx/>
              <a:buNone/>
            </a:pPr>
            <a:r>
              <a:rPr lang="en-US" altLang="zh-CN" sz="1900" dirty="0">
                <a:solidFill>
                  <a:srgbClr val="000000"/>
                </a:solidFill>
                <a:cs typeface="Times New Roman" pitchFamily="18" charset="0"/>
              </a:rPr>
              <a:t>                     count++;</a:t>
            </a:r>
          </a:p>
          <a:p>
            <a:pPr lvl="0" eaLnBrk="1" fontAlgn="base" hangingPunct="1">
              <a:spcBef>
                <a:spcPct val="0"/>
              </a:spcBef>
              <a:spcAft>
                <a:spcPct val="0"/>
              </a:spcAft>
              <a:buClrTx/>
              <a:buSzTx/>
              <a:buNone/>
            </a:pPr>
            <a:r>
              <a:rPr lang="en-US" altLang="zh-CN" sz="1900" dirty="0">
                <a:solidFill>
                  <a:srgbClr val="000000"/>
                </a:solidFill>
                <a:cs typeface="Times New Roman" pitchFamily="18" charset="0"/>
              </a:rPr>
              <a:t>                     if (count % 8 == 0){  </a:t>
            </a:r>
          </a:p>
          <a:p>
            <a:pPr lvl="0" eaLnBrk="1" fontAlgn="base" hangingPunct="1">
              <a:spcBef>
                <a:spcPct val="0"/>
              </a:spcBef>
              <a:spcAft>
                <a:spcPct val="0"/>
              </a:spcAft>
              <a:buClrTx/>
              <a:buSzTx/>
              <a:buNone/>
            </a:pPr>
            <a:r>
              <a:rPr lang="en-US" altLang="zh-CN" sz="1900" dirty="0">
                <a:solidFill>
                  <a:srgbClr val="000000"/>
                </a:solidFill>
                <a:cs typeface="Times New Roman" pitchFamily="18" charset="0"/>
              </a:rPr>
              <a:t>                           </a:t>
            </a:r>
            <a:r>
              <a:rPr lang="en-US" altLang="zh-CN" sz="1900" dirty="0" err="1">
                <a:solidFill>
                  <a:srgbClr val="000000"/>
                </a:solidFill>
                <a:cs typeface="Times New Roman" pitchFamily="18" charset="0"/>
              </a:rPr>
              <a:t>printf</a:t>
            </a:r>
            <a:r>
              <a:rPr lang="en-US" altLang="zh-CN" sz="1900" dirty="0">
                <a:solidFill>
                  <a:srgbClr val="000000"/>
                </a:solidFill>
                <a:cs typeface="Times New Roman" pitchFamily="18" charset="0"/>
              </a:rPr>
              <a:t>("\n");</a:t>
            </a:r>
          </a:p>
          <a:p>
            <a:pPr lvl="0" eaLnBrk="1" fontAlgn="base" hangingPunct="1">
              <a:spcBef>
                <a:spcPct val="0"/>
              </a:spcBef>
              <a:spcAft>
                <a:spcPct val="0"/>
              </a:spcAft>
              <a:buClrTx/>
              <a:buSzTx/>
              <a:buNone/>
            </a:pPr>
            <a:r>
              <a:rPr lang="en-US" altLang="zh-CN" sz="1900" dirty="0">
                <a:solidFill>
                  <a:srgbClr val="000000"/>
                </a:solidFill>
                <a:cs typeface="Times New Roman" pitchFamily="18" charset="0"/>
              </a:rPr>
              <a:t>                     }</a:t>
            </a:r>
          </a:p>
          <a:p>
            <a:pPr lvl="0" eaLnBrk="1" fontAlgn="base" hangingPunct="1">
              <a:spcBef>
                <a:spcPct val="0"/>
              </a:spcBef>
              <a:spcAft>
                <a:spcPct val="0"/>
              </a:spcAft>
              <a:buClrTx/>
              <a:buSzTx/>
              <a:buNone/>
            </a:pPr>
            <a:r>
              <a:rPr lang="en-US" altLang="zh-CN" sz="1900" dirty="0">
                <a:solidFill>
                  <a:srgbClr val="000000"/>
                </a:solidFill>
                <a:cs typeface="Times New Roman" pitchFamily="18" charset="0"/>
              </a:rPr>
              <a:t>              }</a:t>
            </a:r>
          </a:p>
          <a:p>
            <a:pPr lvl="0" eaLnBrk="1" fontAlgn="base" hangingPunct="1">
              <a:spcBef>
                <a:spcPct val="0"/>
              </a:spcBef>
              <a:spcAft>
                <a:spcPct val="0"/>
              </a:spcAft>
              <a:buClrTx/>
              <a:buSzTx/>
              <a:buNone/>
            </a:pPr>
            <a:r>
              <a:rPr lang="en-US" altLang="zh-CN" sz="1900" dirty="0">
                <a:solidFill>
                  <a:srgbClr val="000000"/>
                </a:solidFill>
                <a:cs typeface="Times New Roman" pitchFamily="18" charset="0"/>
              </a:rPr>
              <a:t>       }</a:t>
            </a:r>
          </a:p>
          <a:p>
            <a:pPr lvl="0" eaLnBrk="1" fontAlgn="base" hangingPunct="1">
              <a:spcBef>
                <a:spcPct val="0"/>
              </a:spcBef>
              <a:spcAft>
                <a:spcPct val="0"/>
              </a:spcAft>
              <a:buClrTx/>
              <a:buSzTx/>
              <a:buNone/>
            </a:pPr>
            <a:r>
              <a:rPr lang="en-US" altLang="zh-CN" sz="1900" dirty="0">
                <a:solidFill>
                  <a:srgbClr val="000000"/>
                </a:solidFill>
                <a:cs typeface="Times New Roman" pitchFamily="18" charset="0"/>
              </a:rPr>
              <a:t>       return 0; </a:t>
            </a:r>
          </a:p>
          <a:p>
            <a:pPr lvl="0" eaLnBrk="1" fontAlgn="base" hangingPunct="1">
              <a:spcBef>
                <a:spcPct val="0"/>
              </a:spcBef>
              <a:spcAft>
                <a:spcPct val="0"/>
              </a:spcAft>
              <a:buClrTx/>
              <a:buSzTx/>
              <a:buNone/>
            </a:pPr>
            <a:r>
              <a:rPr lang="en-US" altLang="zh-CN" sz="1900" dirty="0">
                <a:solidFill>
                  <a:srgbClr val="000000"/>
                </a:solidFill>
                <a:cs typeface="Times New Roman" pitchFamily="18" charset="0"/>
              </a:rPr>
              <a:t>}</a:t>
            </a:r>
          </a:p>
        </p:txBody>
      </p:sp>
      <p:sp>
        <p:nvSpPr>
          <p:cNvPr id="10" name="Rectangle 6"/>
          <p:cNvSpPr>
            <a:spLocks noChangeArrowheads="1"/>
          </p:cNvSpPr>
          <p:nvPr/>
        </p:nvSpPr>
        <p:spPr bwMode="auto">
          <a:xfrm>
            <a:off x="1758251" y="3657831"/>
            <a:ext cx="3908903" cy="464414"/>
          </a:xfrm>
          <a:prstGeom prst="rect">
            <a:avLst/>
          </a:prstGeom>
          <a:noFill/>
          <a:ln w="9525">
            <a:solidFill>
              <a:srgbClr val="0033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accent2"/>
              </a:buClr>
              <a:buSzPct val="110000"/>
              <a:buChar char="•"/>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hlink"/>
              </a:buClr>
              <a:buSzPct val="11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folHlink"/>
              </a:buClr>
              <a:buSzPct val="110000"/>
              <a:buChar char="•"/>
              <a:defRPr kumimoji="1" sz="2400" b="1">
                <a:solidFill>
                  <a:schemeClr val="bg2"/>
                </a:solidFill>
                <a:latin typeface="Times New Roman" pitchFamily="18" charset="0"/>
                <a:ea typeface="宋体" pitchFamily="2" charset="-122"/>
              </a:defRPr>
            </a:lvl3pPr>
            <a:lvl4pPr marL="1600200" indent="-228600" eaLnBrk="0" hangingPunct="0">
              <a:spcBef>
                <a:spcPct val="20000"/>
              </a:spcBef>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altLang="en-US" sz="2400" b="0" i="0" u="none" strike="noStrike" kern="0" cap="none" spc="0" normalizeH="0" baseline="0" noProof="0">
              <a:ln>
                <a:noFill/>
              </a:ln>
              <a:solidFill>
                <a:srgbClr val="EAEAEA"/>
              </a:solidFill>
              <a:effectLst/>
              <a:uLnTx/>
              <a:uFillTx/>
              <a:latin typeface="Times New Roman" pitchFamily="18" charset="0"/>
              <a:ea typeface="宋体" pitchFamily="2" charset="-122"/>
              <a:cs typeface="+mn-cs"/>
            </a:endParaRPr>
          </a:p>
        </p:txBody>
      </p:sp>
      <p:sp>
        <p:nvSpPr>
          <p:cNvPr id="11" name="Line 7"/>
          <p:cNvSpPr>
            <a:spLocks noChangeShapeType="1"/>
          </p:cNvSpPr>
          <p:nvPr/>
        </p:nvSpPr>
        <p:spPr bwMode="auto">
          <a:xfrm flipV="1">
            <a:off x="5667154" y="3067372"/>
            <a:ext cx="2188657" cy="677537"/>
          </a:xfrm>
          <a:prstGeom prst="line">
            <a:avLst/>
          </a:prstGeom>
          <a:noFill/>
          <a:ln w="9525">
            <a:solidFill>
              <a:srgbClr val="003399"/>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0" cap="none" spc="0" normalizeH="0" baseline="0" noProof="0">
              <a:ln>
                <a:noFill/>
              </a:ln>
              <a:solidFill>
                <a:srgbClr val="EAEAEA"/>
              </a:solidFill>
              <a:effectLst/>
              <a:uLnTx/>
              <a:uFillTx/>
              <a:latin typeface="Times New Roman"/>
              <a:ea typeface="宋体"/>
              <a:cs typeface="+mn-cs"/>
            </a:endParaRPr>
          </a:p>
        </p:txBody>
      </p:sp>
      <p:pic>
        <p:nvPicPr>
          <p:cNvPr id="15"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1" y="3067372"/>
            <a:ext cx="5897753"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58908369"/>
      </p:ext>
    </p:extLst>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291" name="Rectangle 3"/>
          <p:cNvSpPr>
            <a:spLocks noGrp="1" noChangeArrowheads="1"/>
          </p:cNvSpPr>
          <p:nvPr>
            <p:ph type="body" idx="1"/>
          </p:nvPr>
        </p:nvSpPr>
        <p:spPr>
          <a:xfrm>
            <a:off x="239190" y="1125538"/>
            <a:ext cx="11857567" cy="4648200"/>
          </a:xfrm>
        </p:spPr>
        <p:txBody>
          <a:bodyPr/>
          <a:lstStyle/>
          <a:p>
            <a:pPr algn="just" eaLnBrk="1" hangingPunct="1">
              <a:lnSpc>
                <a:spcPct val="90000"/>
              </a:lnSpc>
              <a:buFontTx/>
              <a:buNone/>
            </a:pPr>
            <a:r>
              <a:rPr lang="en-US" altLang="zh-CN" sz="2800" dirty="0"/>
              <a:t>2. continue </a:t>
            </a:r>
            <a:r>
              <a:rPr lang="zh-CN" altLang="en-US" sz="2800" dirty="0">
                <a:latin typeface="宋体" pitchFamily="2" charset="-122"/>
              </a:rPr>
              <a:t>语句</a:t>
            </a:r>
            <a:endParaRPr lang="en-US" altLang="zh-CN" sz="2800" dirty="0">
              <a:latin typeface="宋体" pitchFamily="2" charset="-122"/>
            </a:endParaRPr>
          </a:p>
          <a:p>
            <a:pPr algn="just" eaLnBrk="1" hangingPunct="1">
              <a:lnSpc>
                <a:spcPct val="90000"/>
              </a:lnSpc>
              <a:buFontTx/>
              <a:buNone/>
            </a:pPr>
            <a:r>
              <a:rPr lang="zh-CN" altLang="en-US" sz="2800" dirty="0">
                <a:cs typeface="Times New Roman" pitchFamily="18" charset="0"/>
              </a:rPr>
              <a:t>一般形式：   </a:t>
            </a:r>
            <a:r>
              <a:rPr lang="en-US" altLang="zh-CN" sz="2800" dirty="0">
                <a:solidFill>
                  <a:srgbClr val="CC00CC"/>
                </a:solidFill>
                <a:cs typeface="Times New Roman" pitchFamily="18" charset="0"/>
              </a:rPr>
              <a:t>continue;</a:t>
            </a:r>
          </a:p>
          <a:p>
            <a:pPr algn="just" eaLnBrk="1" hangingPunct="1">
              <a:lnSpc>
                <a:spcPct val="90000"/>
              </a:lnSpc>
              <a:buFontTx/>
              <a:buNone/>
            </a:pPr>
            <a:r>
              <a:rPr lang="zh-CN" altLang="en-US" sz="2400" dirty="0">
                <a:cs typeface="Times New Roman" pitchFamily="18" charset="0"/>
              </a:rPr>
              <a:t>功能：跳过循环体尚未执行的语句</a:t>
            </a:r>
            <a:r>
              <a:rPr lang="en-US" altLang="zh-CN" sz="2400" dirty="0">
                <a:cs typeface="Times New Roman" pitchFamily="18" charset="0"/>
              </a:rPr>
              <a:t>, </a:t>
            </a:r>
            <a:r>
              <a:rPr lang="zh-CN" altLang="en-US" sz="2400" dirty="0">
                <a:cs typeface="Times New Roman" pitchFamily="18" charset="0"/>
              </a:rPr>
              <a:t>结束</a:t>
            </a:r>
            <a:r>
              <a:rPr lang="zh-CN" altLang="en-US" sz="2400" dirty="0">
                <a:solidFill>
                  <a:srgbClr val="3333FF"/>
                </a:solidFill>
                <a:cs typeface="Times New Roman" pitchFamily="18" charset="0"/>
              </a:rPr>
              <a:t>本次</a:t>
            </a:r>
            <a:r>
              <a:rPr lang="zh-CN" altLang="en-US" sz="2400" dirty="0">
                <a:cs typeface="Times New Roman" pitchFamily="18" charset="0"/>
              </a:rPr>
              <a:t>循环</a:t>
            </a:r>
            <a:r>
              <a:rPr lang="en-US" altLang="zh-CN" sz="2400" dirty="0">
                <a:cs typeface="Times New Roman" pitchFamily="18" charset="0"/>
              </a:rPr>
              <a:t>.</a:t>
            </a:r>
          </a:p>
          <a:p>
            <a:pPr algn="just" eaLnBrk="1" hangingPunct="1">
              <a:lnSpc>
                <a:spcPct val="90000"/>
              </a:lnSpc>
              <a:buFontTx/>
              <a:buNone/>
            </a:pPr>
            <a:r>
              <a:rPr lang="zh-CN" altLang="en-US" sz="2400" dirty="0"/>
              <a:t>继续进行循环条件的判断</a:t>
            </a:r>
            <a:r>
              <a:rPr lang="en-US" altLang="zh-CN" sz="2400" dirty="0"/>
              <a:t>, </a:t>
            </a:r>
            <a:r>
              <a:rPr lang="zh-CN" altLang="en-US" sz="2400" dirty="0"/>
              <a:t>根据判断结果决定是否继续</a:t>
            </a:r>
            <a:r>
              <a:rPr lang="zh-CN" altLang="en-US" sz="2400" dirty="0">
                <a:solidFill>
                  <a:srgbClr val="FF0000"/>
                </a:solidFill>
              </a:rPr>
              <a:t>下一次</a:t>
            </a:r>
            <a:r>
              <a:rPr lang="zh-CN" altLang="en-US" sz="2400" dirty="0"/>
              <a:t>循环</a:t>
            </a:r>
            <a:r>
              <a:rPr lang="en-US" altLang="zh-CN" sz="2400" dirty="0"/>
              <a:t>.</a:t>
            </a:r>
          </a:p>
          <a:p>
            <a:pPr algn="just" eaLnBrk="1" hangingPunct="1">
              <a:lnSpc>
                <a:spcPct val="90000"/>
              </a:lnSpc>
              <a:buFontTx/>
              <a:buNone/>
            </a:pPr>
            <a:r>
              <a:rPr lang="zh-CN" altLang="en-US" sz="2400" dirty="0"/>
              <a:t>常与</a:t>
            </a:r>
            <a:r>
              <a:rPr lang="en-US" altLang="zh-CN" sz="2400" dirty="0">
                <a:solidFill>
                  <a:srgbClr val="3333FF"/>
                </a:solidFill>
              </a:rPr>
              <a:t>if</a:t>
            </a:r>
            <a:r>
              <a:rPr lang="zh-CN" altLang="en-US" sz="2400" dirty="0"/>
              <a:t>配合</a:t>
            </a:r>
            <a:r>
              <a:rPr lang="en-US" altLang="zh-CN" sz="2400" dirty="0"/>
              <a:t>, </a:t>
            </a:r>
            <a:r>
              <a:rPr lang="zh-CN" altLang="en-US" sz="2400" dirty="0"/>
              <a:t>起加速循环的作用</a:t>
            </a:r>
            <a:r>
              <a:rPr lang="en-US" altLang="zh-CN" sz="2400" dirty="0"/>
              <a:t>.</a:t>
            </a:r>
            <a:endParaRPr lang="en-US" altLang="zh-CN" sz="2800" dirty="0"/>
          </a:p>
          <a:p>
            <a:pPr algn="just" eaLnBrk="1" hangingPunct="1">
              <a:lnSpc>
                <a:spcPct val="90000"/>
              </a:lnSpc>
              <a:buFontTx/>
              <a:buNone/>
            </a:pPr>
            <a:r>
              <a:rPr lang="en-US" altLang="zh-CN" sz="2400" dirty="0"/>
              <a:t>            </a:t>
            </a:r>
            <a:endParaRPr lang="zh-CN" altLang="en-US" sz="2400" dirty="0"/>
          </a:p>
        </p:txBody>
      </p:sp>
      <p:sp>
        <p:nvSpPr>
          <p:cNvPr id="12294" name="Rectangle 73"/>
          <p:cNvSpPr>
            <a:spLocks noChangeArrowheads="1"/>
          </p:cNvSpPr>
          <p:nvPr/>
        </p:nvSpPr>
        <p:spPr bwMode="auto">
          <a:xfrm>
            <a:off x="1102785" y="6237297"/>
            <a:ext cx="10081683"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CC99FF"/>
                </a:solidFill>
                <a:miter lim="800000"/>
                <a:headEnd/>
                <a:tailEnd/>
              </a14:hiddenLine>
            </a:ext>
          </a:extLst>
        </p:spPr>
        <p:txBody>
          <a:bodyPr lIns="0" tIns="0" rIns="0" bIns="0"/>
          <a:lstStyle>
            <a:lvl1pPr eaLnBrk="0" hangingPunct="0">
              <a:spcBef>
                <a:spcPct val="20000"/>
              </a:spcBef>
              <a:buClr>
                <a:schemeClr val="accent2"/>
              </a:buClr>
              <a:buSzPct val="110000"/>
              <a:buChar char="•"/>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hlink"/>
              </a:buClr>
              <a:buSzPct val="11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folHlink"/>
              </a:buClr>
              <a:buSzPct val="110000"/>
              <a:buChar char="•"/>
              <a:defRPr kumimoji="1" sz="2400" b="1">
                <a:solidFill>
                  <a:schemeClr val="bg2"/>
                </a:solidFill>
                <a:latin typeface="Times New Roman" pitchFamily="18" charset="0"/>
                <a:ea typeface="宋体" pitchFamily="2" charset="-122"/>
              </a:defRPr>
            </a:lvl3pPr>
            <a:lvl4pPr marL="1600200" indent="-228600" eaLnBrk="0" hangingPunct="0">
              <a:spcBef>
                <a:spcPct val="20000"/>
              </a:spcBef>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9pPr>
          </a:lstStyle>
          <a:p>
            <a:pPr marL="0" marR="0" lvl="0" indent="0" algn="ctr" defTabSz="914400" rtl="0" eaLnBrk="0" fontAlgn="base" latinLnBrk="0" hangingPunct="0">
              <a:lnSpc>
                <a:spcPct val="88000"/>
              </a:lnSpc>
              <a:spcBef>
                <a:spcPct val="0"/>
              </a:spcBef>
              <a:spcAft>
                <a:spcPct val="0"/>
              </a:spcAft>
              <a:buClrTx/>
              <a:buSzTx/>
              <a:buFontTx/>
              <a:buNone/>
              <a:tabLst/>
              <a:defRPr/>
            </a:pPr>
            <a:r>
              <a:rPr kumimoji="0" lang="en-US" altLang="zh-CN" sz="2000" b="1" i="0" u="none" strike="noStrike" kern="1200" cap="none" spc="0" normalizeH="0" baseline="0" noProof="0" dirty="0">
                <a:ln>
                  <a:noFill/>
                </a:ln>
                <a:solidFill>
                  <a:srgbClr val="3333FF"/>
                </a:solidFill>
                <a:effectLst/>
                <a:uLnTx/>
                <a:uFillTx/>
                <a:latin typeface="宋体" pitchFamily="2" charset="-122"/>
                <a:ea typeface="宋体" pitchFamily="2" charset="-122"/>
                <a:cs typeface="+mn-cs"/>
              </a:rPr>
              <a:t>while                do - while                 for</a:t>
            </a:r>
          </a:p>
          <a:p>
            <a:pPr marL="0" marR="0" lvl="0" indent="0" algn="ctr" defTabSz="914400" rtl="0" eaLnBrk="0" fontAlgn="base" latinLnBrk="0" hangingPunct="0">
              <a:lnSpc>
                <a:spcPct val="88000"/>
              </a:lnSpc>
              <a:spcBef>
                <a:spcPct val="0"/>
              </a:spcBef>
              <a:spcAft>
                <a:spcPct val="0"/>
              </a:spcAft>
              <a:buClrTx/>
              <a:buSzTx/>
              <a:buFontTx/>
              <a:buNone/>
              <a:tabLst/>
              <a:defRPr/>
            </a:pPr>
            <a:r>
              <a:rPr kumimoji="0" lang="zh-CN" altLang="en-US" sz="2000" b="1" i="0" u="none" strike="noStrike" kern="1200" cap="none" spc="0" normalizeH="0" baseline="0" noProof="0" dirty="0">
                <a:ln>
                  <a:noFill/>
                </a:ln>
                <a:solidFill>
                  <a:srgbClr val="6600CC"/>
                </a:solidFill>
                <a:effectLst/>
                <a:uLnTx/>
                <a:uFillTx/>
                <a:latin typeface="宋体" pitchFamily="2" charset="-122"/>
                <a:ea typeface="宋体" pitchFamily="2" charset="-122"/>
                <a:cs typeface="+mn-cs"/>
              </a:rPr>
              <a:t>循环中</a:t>
            </a:r>
            <a:r>
              <a:rPr kumimoji="0" lang="en-US" altLang="zh-CN" sz="2000" b="1" i="0" u="none" strike="noStrike" kern="1200" cap="none" spc="0" normalizeH="0" baseline="0" noProof="0" dirty="0">
                <a:ln>
                  <a:noFill/>
                </a:ln>
                <a:solidFill>
                  <a:srgbClr val="6600CC"/>
                </a:solidFill>
                <a:effectLst/>
                <a:uLnTx/>
                <a:uFillTx/>
                <a:latin typeface="宋体" pitchFamily="2" charset="-122"/>
                <a:ea typeface="宋体" pitchFamily="2" charset="-122"/>
                <a:cs typeface="+mn-cs"/>
              </a:rPr>
              <a:t>continue</a:t>
            </a:r>
            <a:r>
              <a:rPr kumimoji="0" lang="zh-CN" altLang="en-US" sz="2000" b="1" i="0" u="none" strike="noStrike" kern="1200" cap="none" spc="0" normalizeH="0" baseline="0" noProof="0" dirty="0">
                <a:ln>
                  <a:noFill/>
                </a:ln>
                <a:solidFill>
                  <a:srgbClr val="6600CC"/>
                </a:solidFill>
                <a:effectLst/>
                <a:uLnTx/>
                <a:uFillTx/>
                <a:latin typeface="宋体" pitchFamily="2" charset="-122"/>
                <a:ea typeface="宋体" pitchFamily="2" charset="-122"/>
                <a:cs typeface="+mn-cs"/>
              </a:rPr>
              <a:t>语句执行流程</a:t>
            </a:r>
            <a:endParaRPr kumimoji="0" lang="zh-CN" altLang="en-US" sz="2000" b="1" i="0" u="none" strike="noStrike" kern="1200" cap="none" spc="0" normalizeH="0" baseline="0" noProof="0" dirty="0">
              <a:ln>
                <a:noFill/>
              </a:ln>
              <a:solidFill>
                <a:srgbClr val="6600CC"/>
              </a:solidFill>
              <a:effectLst/>
              <a:uLnTx/>
              <a:uFillTx/>
              <a:latin typeface="Times New Roman" pitchFamily="18" charset="0"/>
              <a:ea typeface="宋体" pitchFamily="2" charset="-122"/>
              <a:cs typeface="+mn-cs"/>
            </a:endParaRPr>
          </a:p>
        </p:txBody>
      </p:sp>
      <p:sp>
        <p:nvSpPr>
          <p:cNvPr id="12295" name="Rectangle 110"/>
          <p:cNvSpPr>
            <a:spLocks noChangeArrowheads="1"/>
          </p:cNvSpPr>
          <p:nvPr/>
        </p:nvSpPr>
        <p:spPr bwMode="auto">
          <a:xfrm>
            <a:off x="7156457" y="3916363"/>
            <a:ext cx="859367" cy="315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spcBef>
                <a:spcPct val="20000"/>
              </a:spcBef>
              <a:buClr>
                <a:schemeClr val="accent2"/>
              </a:buClr>
              <a:buSzPct val="110000"/>
              <a:buChar char="•"/>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hlink"/>
              </a:buClr>
              <a:buSzPct val="11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folHlink"/>
              </a:buClr>
              <a:buSzPct val="110000"/>
              <a:buChar char="•"/>
              <a:defRPr kumimoji="1" sz="2400" b="1">
                <a:solidFill>
                  <a:schemeClr val="bg2"/>
                </a:solidFill>
                <a:latin typeface="Times New Roman" pitchFamily="18" charset="0"/>
                <a:ea typeface="宋体" pitchFamily="2" charset="-122"/>
              </a:defRPr>
            </a:lvl3pPr>
            <a:lvl4pPr marL="1600200" indent="-228600" eaLnBrk="0" hangingPunct="0">
              <a:spcBef>
                <a:spcPct val="20000"/>
              </a:spcBef>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endParaRPr kumimoji="0" lang="en-US" altLang="zh-CN" sz="16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a:p>
            <a:pPr marL="0" marR="0" lvl="0" indent="0" algn="just" defTabSz="914400" rtl="0" eaLnBrk="0" fontAlgn="base" latinLnBrk="0" hangingPunct="0">
              <a:lnSpc>
                <a:spcPct val="100000"/>
              </a:lnSpc>
              <a:spcBef>
                <a:spcPct val="0"/>
              </a:spcBef>
              <a:spcAft>
                <a:spcPct val="0"/>
              </a:spcAft>
              <a:buClrTx/>
              <a:buSzTx/>
              <a:buFontTx/>
              <a:buNone/>
              <a:tabLst/>
              <a:defRPr/>
            </a:pPr>
            <a:endParaRPr kumimoji="0" lang="en-US" altLang="zh-CN" sz="16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grpSp>
        <p:nvGrpSpPr>
          <p:cNvPr id="16529" name="Group 145"/>
          <p:cNvGrpSpPr>
            <a:grpSpLocks/>
          </p:cNvGrpSpPr>
          <p:nvPr/>
        </p:nvGrpSpPr>
        <p:grpSpPr bwMode="auto">
          <a:xfrm>
            <a:off x="4868336" y="3268663"/>
            <a:ext cx="2592917" cy="2735262"/>
            <a:chOff x="2300" y="2059"/>
            <a:chExt cx="1225" cy="1723"/>
          </a:xfrm>
        </p:grpSpPr>
        <p:grpSp>
          <p:nvGrpSpPr>
            <p:cNvPr id="12349" name="Group 98"/>
            <p:cNvGrpSpPr>
              <a:grpSpLocks/>
            </p:cNvGrpSpPr>
            <p:nvPr/>
          </p:nvGrpSpPr>
          <p:grpSpPr bwMode="auto">
            <a:xfrm>
              <a:off x="2482" y="3102"/>
              <a:ext cx="894" cy="241"/>
              <a:chOff x="3120" y="3535"/>
              <a:chExt cx="1247" cy="340"/>
            </a:xfrm>
          </p:grpSpPr>
          <p:sp>
            <p:nvSpPr>
              <p:cNvPr id="12366" name="AutoShape 99"/>
              <p:cNvSpPr>
                <a:spLocks noChangeArrowheads="1"/>
              </p:cNvSpPr>
              <p:nvPr/>
            </p:nvSpPr>
            <p:spPr bwMode="auto">
              <a:xfrm>
                <a:off x="3120" y="3535"/>
                <a:ext cx="1247" cy="340"/>
              </a:xfrm>
              <a:prstGeom prst="flowChartDecision">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spcBef>
                    <a:spcPct val="20000"/>
                  </a:spcBef>
                  <a:buClr>
                    <a:schemeClr val="accent2"/>
                  </a:buClr>
                  <a:buSzPct val="110000"/>
                  <a:buChar char="•"/>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hlink"/>
                  </a:buClr>
                  <a:buSzPct val="11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folHlink"/>
                  </a:buClr>
                  <a:buSzPct val="110000"/>
                  <a:buChar char="•"/>
                  <a:defRPr kumimoji="1" sz="2400" b="1">
                    <a:solidFill>
                      <a:schemeClr val="bg2"/>
                    </a:solidFill>
                    <a:latin typeface="Times New Roman" pitchFamily="18" charset="0"/>
                    <a:ea typeface="宋体" pitchFamily="2" charset="-122"/>
                  </a:defRPr>
                </a:lvl3pPr>
                <a:lvl4pPr marL="1600200" indent="-228600" eaLnBrk="0" hangingPunct="0">
                  <a:spcBef>
                    <a:spcPct val="20000"/>
                  </a:spcBef>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9pPr>
              </a:lstStyle>
              <a:p>
                <a:pPr marL="0" marR="0" lvl="0" indent="0" algn="ctr" defTabSz="914400" rtl="0" eaLnBrk="0" fontAlgn="base" latinLnBrk="0" hangingPunct="0">
                  <a:lnSpc>
                    <a:spcPct val="72000"/>
                  </a:lnSpc>
                  <a:spcBef>
                    <a:spcPct val="0"/>
                  </a:spcBef>
                  <a:spcAft>
                    <a:spcPct val="0"/>
                  </a:spcAft>
                  <a:buClrTx/>
                  <a:buSzTx/>
                  <a:buFontTx/>
                  <a:buNone/>
                  <a:tabLst/>
                  <a:defRPr/>
                </a:pPr>
                <a:endParaRPr kumimoji="0" lang="en-US" altLang="en-US" sz="16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12367" name="Rectangle 100"/>
              <p:cNvSpPr>
                <a:spLocks noChangeArrowheads="1"/>
              </p:cNvSpPr>
              <p:nvPr/>
            </p:nvSpPr>
            <p:spPr bwMode="auto">
              <a:xfrm>
                <a:off x="3387" y="3619"/>
                <a:ext cx="680" cy="1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spcBef>
                    <a:spcPct val="20000"/>
                  </a:spcBef>
                  <a:buClr>
                    <a:schemeClr val="accent2"/>
                  </a:buClr>
                  <a:buSzPct val="110000"/>
                  <a:buChar char="•"/>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hlink"/>
                  </a:buClr>
                  <a:buSzPct val="11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folHlink"/>
                  </a:buClr>
                  <a:buSzPct val="110000"/>
                  <a:buChar char="•"/>
                  <a:defRPr kumimoji="1" sz="2400" b="1">
                    <a:solidFill>
                      <a:schemeClr val="bg2"/>
                    </a:solidFill>
                    <a:latin typeface="Times New Roman" pitchFamily="18" charset="0"/>
                    <a:ea typeface="宋体" pitchFamily="2" charset="-122"/>
                  </a:defRPr>
                </a:lvl3pPr>
                <a:lvl4pPr marL="1600200" indent="-228600" eaLnBrk="0" hangingPunct="0">
                  <a:spcBef>
                    <a:spcPct val="20000"/>
                  </a:spcBef>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zh-CN" altLang="en-US" sz="16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表达式</a:t>
                </a:r>
              </a:p>
            </p:txBody>
          </p:sp>
        </p:grpSp>
        <p:sp>
          <p:nvSpPr>
            <p:cNvPr id="12350" name="Line 101"/>
            <p:cNvSpPr>
              <a:spLocks noChangeShapeType="1"/>
            </p:cNvSpPr>
            <p:nvPr/>
          </p:nvSpPr>
          <p:spPr bwMode="auto">
            <a:xfrm>
              <a:off x="2935" y="3374"/>
              <a:ext cx="0" cy="408"/>
            </a:xfrm>
            <a:prstGeom prst="line">
              <a:avLst/>
            </a:prstGeom>
            <a:noFill/>
            <a:ln w="9525">
              <a:solidFill>
                <a:schemeClr val="bg2"/>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EAEAEA"/>
                </a:solidFill>
                <a:effectLst/>
                <a:uLnTx/>
                <a:uFillTx/>
                <a:latin typeface="Times New Roman"/>
                <a:ea typeface="宋体"/>
                <a:cs typeface="+mn-cs"/>
              </a:endParaRPr>
            </a:p>
          </p:txBody>
        </p:sp>
        <p:sp>
          <p:nvSpPr>
            <p:cNvPr id="12351" name="Line 102"/>
            <p:cNvSpPr>
              <a:spLocks noChangeShapeType="1"/>
            </p:cNvSpPr>
            <p:nvPr/>
          </p:nvSpPr>
          <p:spPr bwMode="auto">
            <a:xfrm>
              <a:off x="2935" y="2059"/>
              <a:ext cx="2" cy="342"/>
            </a:xfrm>
            <a:prstGeom prst="line">
              <a:avLst/>
            </a:prstGeom>
            <a:noFill/>
            <a:ln w="9525">
              <a:solidFill>
                <a:schemeClr val="bg2"/>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EAEAEA"/>
                </a:solidFill>
                <a:effectLst/>
                <a:uLnTx/>
                <a:uFillTx/>
                <a:latin typeface="Times New Roman"/>
                <a:ea typeface="宋体"/>
                <a:cs typeface="+mn-cs"/>
              </a:endParaRPr>
            </a:p>
          </p:txBody>
        </p:sp>
        <p:sp>
          <p:nvSpPr>
            <p:cNvPr id="12352" name="Rectangle 103"/>
            <p:cNvSpPr>
              <a:spLocks noChangeArrowheads="1"/>
            </p:cNvSpPr>
            <p:nvPr/>
          </p:nvSpPr>
          <p:spPr bwMode="auto">
            <a:xfrm>
              <a:off x="2573" y="2422"/>
              <a:ext cx="726" cy="499"/>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spcBef>
                  <a:spcPct val="20000"/>
                </a:spcBef>
                <a:buClr>
                  <a:schemeClr val="accent2"/>
                </a:buClr>
                <a:buSzPct val="110000"/>
                <a:buChar char="•"/>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hlink"/>
                </a:buClr>
                <a:buSzPct val="11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folHlink"/>
                </a:buClr>
                <a:buSzPct val="110000"/>
                <a:buChar char="•"/>
                <a:defRPr kumimoji="1" sz="2400" b="1">
                  <a:solidFill>
                    <a:schemeClr val="bg2"/>
                  </a:solidFill>
                  <a:latin typeface="Times New Roman" pitchFamily="18" charset="0"/>
                  <a:ea typeface="宋体" pitchFamily="2" charset="-122"/>
                </a:defRPr>
              </a:lvl3pPr>
              <a:lvl4pPr marL="1600200" indent="-228600" eaLnBrk="0" hangingPunct="0">
                <a:spcBef>
                  <a:spcPct val="20000"/>
                </a:spcBef>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语句</a:t>
              </a:r>
              <a:r>
                <a:rPr kumimoji="0"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s1</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continue;</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语句</a:t>
              </a:r>
              <a:r>
                <a:rPr kumimoji="0"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s2</a:t>
              </a:r>
            </a:p>
          </p:txBody>
        </p:sp>
        <p:grpSp>
          <p:nvGrpSpPr>
            <p:cNvPr id="12353" name="Group 104"/>
            <p:cNvGrpSpPr>
              <a:grpSpLocks/>
            </p:cNvGrpSpPr>
            <p:nvPr/>
          </p:nvGrpSpPr>
          <p:grpSpPr bwMode="auto">
            <a:xfrm flipV="1">
              <a:off x="2300" y="2331"/>
              <a:ext cx="609" cy="907"/>
              <a:chOff x="3819" y="4404"/>
              <a:chExt cx="800" cy="853"/>
            </a:xfrm>
          </p:grpSpPr>
          <p:sp>
            <p:nvSpPr>
              <p:cNvPr id="12363" name="Line 105"/>
              <p:cNvSpPr>
                <a:spLocks noChangeShapeType="1"/>
              </p:cNvSpPr>
              <p:nvPr/>
            </p:nvSpPr>
            <p:spPr bwMode="auto">
              <a:xfrm flipV="1">
                <a:off x="3819" y="4404"/>
                <a:ext cx="0" cy="849"/>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EAEAEA"/>
                  </a:solidFill>
                  <a:effectLst/>
                  <a:uLnTx/>
                  <a:uFillTx/>
                  <a:latin typeface="Times New Roman"/>
                  <a:ea typeface="宋体"/>
                  <a:cs typeface="+mn-cs"/>
                </a:endParaRPr>
              </a:p>
            </p:txBody>
          </p:sp>
          <p:sp>
            <p:nvSpPr>
              <p:cNvPr id="12364" name="Line 106"/>
              <p:cNvSpPr>
                <a:spLocks noChangeShapeType="1"/>
              </p:cNvSpPr>
              <p:nvPr/>
            </p:nvSpPr>
            <p:spPr bwMode="auto">
              <a:xfrm flipV="1">
                <a:off x="3819" y="4416"/>
                <a:ext cx="283"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EAEAEA"/>
                  </a:solidFill>
                  <a:effectLst/>
                  <a:uLnTx/>
                  <a:uFillTx/>
                  <a:latin typeface="Times New Roman"/>
                  <a:ea typeface="宋体"/>
                  <a:cs typeface="+mn-cs"/>
                </a:endParaRPr>
              </a:p>
            </p:txBody>
          </p:sp>
          <p:sp>
            <p:nvSpPr>
              <p:cNvPr id="12365" name="Line 107"/>
              <p:cNvSpPr>
                <a:spLocks noChangeShapeType="1"/>
              </p:cNvSpPr>
              <p:nvPr/>
            </p:nvSpPr>
            <p:spPr bwMode="auto">
              <a:xfrm>
                <a:off x="3825" y="5257"/>
                <a:ext cx="794" cy="0"/>
              </a:xfrm>
              <a:prstGeom prst="line">
                <a:avLst/>
              </a:prstGeom>
              <a:noFill/>
              <a:ln w="9525">
                <a:solidFill>
                  <a:schemeClr val="bg2"/>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EAEAEA"/>
                  </a:solidFill>
                  <a:effectLst/>
                  <a:uLnTx/>
                  <a:uFillTx/>
                  <a:latin typeface="Times New Roman"/>
                  <a:ea typeface="宋体"/>
                  <a:cs typeface="+mn-cs"/>
                </a:endParaRPr>
              </a:p>
            </p:txBody>
          </p:sp>
        </p:grpSp>
        <p:sp>
          <p:nvSpPr>
            <p:cNvPr id="12354" name="Text Box 108"/>
            <p:cNvSpPr txBox="1">
              <a:spLocks noChangeArrowheads="1"/>
            </p:cNvSpPr>
            <p:nvPr/>
          </p:nvSpPr>
          <p:spPr bwMode="auto">
            <a:xfrm>
              <a:off x="2436" y="3011"/>
              <a:ext cx="163"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2"/>
                  </a:solidFill>
                  <a:miter lim="800000"/>
                  <a:headEnd/>
                  <a:tailEnd/>
                </a14:hiddenLine>
              </a:ext>
            </a:extLst>
          </p:spPr>
          <p:txBody>
            <a:bodyPr lIns="0" tIns="0" rIns="0" bIns="0"/>
            <a:lstStyle>
              <a:lvl1pPr eaLnBrk="0" hangingPunct="0">
                <a:spcBef>
                  <a:spcPct val="20000"/>
                </a:spcBef>
                <a:buClr>
                  <a:schemeClr val="accent2"/>
                </a:buClr>
                <a:buSzPct val="110000"/>
                <a:buChar char="•"/>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hlink"/>
                </a:buClr>
                <a:buSzPct val="11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folHlink"/>
                </a:buClr>
                <a:buSzPct val="110000"/>
                <a:buChar char="•"/>
                <a:defRPr kumimoji="1" sz="2400" b="1">
                  <a:solidFill>
                    <a:schemeClr val="bg2"/>
                  </a:solidFill>
                  <a:latin typeface="Times New Roman" pitchFamily="18" charset="0"/>
                  <a:ea typeface="宋体" pitchFamily="2" charset="-122"/>
                </a:defRPr>
              </a:lvl3pPr>
              <a:lvl4pPr marL="1600200" indent="-228600" eaLnBrk="0" hangingPunct="0">
                <a:spcBef>
                  <a:spcPct val="20000"/>
                </a:spcBef>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endParaRPr kumimoji="0" lang="en-US" altLang="en-US" sz="16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12355" name="Text Box 109"/>
            <p:cNvSpPr txBox="1">
              <a:spLocks noChangeArrowheads="1"/>
            </p:cNvSpPr>
            <p:nvPr/>
          </p:nvSpPr>
          <p:spPr bwMode="auto">
            <a:xfrm>
              <a:off x="2346" y="3057"/>
              <a:ext cx="122" cy="1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spcBef>
                  <a:spcPct val="20000"/>
                </a:spcBef>
                <a:buClr>
                  <a:schemeClr val="accent2"/>
                </a:buClr>
                <a:buSzPct val="110000"/>
                <a:buChar char="•"/>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hlink"/>
                </a:buClr>
                <a:buSzPct val="11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folHlink"/>
                </a:buClr>
                <a:buSzPct val="110000"/>
                <a:buChar char="•"/>
                <a:defRPr kumimoji="1" sz="2400" b="1">
                  <a:solidFill>
                    <a:schemeClr val="bg2"/>
                  </a:solidFill>
                  <a:latin typeface="Times New Roman" pitchFamily="18" charset="0"/>
                  <a:ea typeface="宋体" pitchFamily="2" charset="-122"/>
                </a:defRPr>
              </a:lvl3pPr>
              <a:lvl4pPr marL="1600200" indent="-228600" eaLnBrk="0" hangingPunct="0">
                <a:spcBef>
                  <a:spcPct val="20000"/>
                </a:spcBef>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zh-CN" altLang="en-US" sz="16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真</a:t>
              </a:r>
            </a:p>
          </p:txBody>
        </p:sp>
        <p:sp>
          <p:nvSpPr>
            <p:cNvPr id="12356" name="Text Box 111"/>
            <p:cNvSpPr txBox="1">
              <a:spLocks noChangeArrowheads="1"/>
            </p:cNvSpPr>
            <p:nvPr/>
          </p:nvSpPr>
          <p:spPr bwMode="auto">
            <a:xfrm>
              <a:off x="2754" y="3419"/>
              <a:ext cx="122" cy="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spcBef>
                  <a:spcPct val="20000"/>
                </a:spcBef>
                <a:buClr>
                  <a:schemeClr val="accent2"/>
                </a:buClr>
                <a:buSzPct val="110000"/>
                <a:buChar char="•"/>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hlink"/>
                </a:buClr>
                <a:buSzPct val="11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folHlink"/>
                </a:buClr>
                <a:buSzPct val="110000"/>
                <a:buChar char="•"/>
                <a:defRPr kumimoji="1" sz="2400" b="1">
                  <a:solidFill>
                    <a:schemeClr val="bg2"/>
                  </a:solidFill>
                  <a:latin typeface="Times New Roman" pitchFamily="18" charset="0"/>
                  <a:ea typeface="宋体" pitchFamily="2" charset="-122"/>
                </a:defRPr>
              </a:lvl3pPr>
              <a:lvl4pPr marL="1600200" indent="-228600" eaLnBrk="0" hangingPunct="0">
                <a:spcBef>
                  <a:spcPct val="20000"/>
                </a:spcBef>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zh-CN" altLang="en-US" sz="16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假</a:t>
              </a:r>
            </a:p>
          </p:txBody>
        </p:sp>
        <p:grpSp>
          <p:nvGrpSpPr>
            <p:cNvPr id="12357" name="Group 112"/>
            <p:cNvGrpSpPr>
              <a:grpSpLocks/>
            </p:cNvGrpSpPr>
            <p:nvPr/>
          </p:nvGrpSpPr>
          <p:grpSpPr bwMode="auto">
            <a:xfrm flipH="1">
              <a:off x="2935" y="2694"/>
              <a:ext cx="559" cy="328"/>
              <a:chOff x="3819" y="4404"/>
              <a:chExt cx="800" cy="853"/>
            </a:xfrm>
          </p:grpSpPr>
          <p:sp>
            <p:nvSpPr>
              <p:cNvPr id="12360" name="Line 113"/>
              <p:cNvSpPr>
                <a:spLocks noChangeShapeType="1"/>
              </p:cNvSpPr>
              <p:nvPr/>
            </p:nvSpPr>
            <p:spPr bwMode="auto">
              <a:xfrm flipV="1">
                <a:off x="3819" y="4404"/>
                <a:ext cx="0" cy="849"/>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EAEAEA"/>
                  </a:solidFill>
                  <a:effectLst/>
                  <a:uLnTx/>
                  <a:uFillTx/>
                  <a:latin typeface="Times New Roman"/>
                  <a:ea typeface="宋体"/>
                  <a:cs typeface="+mn-cs"/>
                </a:endParaRPr>
              </a:p>
            </p:txBody>
          </p:sp>
          <p:sp>
            <p:nvSpPr>
              <p:cNvPr id="12361" name="Line 114"/>
              <p:cNvSpPr>
                <a:spLocks noChangeShapeType="1"/>
              </p:cNvSpPr>
              <p:nvPr/>
            </p:nvSpPr>
            <p:spPr bwMode="auto">
              <a:xfrm flipV="1">
                <a:off x="3819" y="4416"/>
                <a:ext cx="283"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EAEAEA"/>
                  </a:solidFill>
                  <a:effectLst/>
                  <a:uLnTx/>
                  <a:uFillTx/>
                  <a:latin typeface="Times New Roman"/>
                  <a:ea typeface="宋体"/>
                  <a:cs typeface="+mn-cs"/>
                </a:endParaRPr>
              </a:p>
            </p:txBody>
          </p:sp>
          <p:sp>
            <p:nvSpPr>
              <p:cNvPr id="12362" name="Line 115"/>
              <p:cNvSpPr>
                <a:spLocks noChangeShapeType="1"/>
              </p:cNvSpPr>
              <p:nvPr/>
            </p:nvSpPr>
            <p:spPr bwMode="auto">
              <a:xfrm>
                <a:off x="3825" y="5257"/>
                <a:ext cx="794" cy="0"/>
              </a:xfrm>
              <a:prstGeom prst="line">
                <a:avLst/>
              </a:prstGeom>
              <a:noFill/>
              <a:ln w="9525">
                <a:solidFill>
                  <a:schemeClr val="bg2"/>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EAEAEA"/>
                  </a:solidFill>
                  <a:effectLst/>
                  <a:uLnTx/>
                  <a:uFillTx/>
                  <a:latin typeface="Times New Roman"/>
                  <a:ea typeface="宋体"/>
                  <a:cs typeface="+mn-cs"/>
                </a:endParaRPr>
              </a:p>
            </p:txBody>
          </p:sp>
        </p:grpSp>
        <p:sp>
          <p:nvSpPr>
            <p:cNvPr id="12358" name="Line 116"/>
            <p:cNvSpPr>
              <a:spLocks noChangeShapeType="1"/>
            </p:cNvSpPr>
            <p:nvPr/>
          </p:nvSpPr>
          <p:spPr bwMode="auto">
            <a:xfrm>
              <a:off x="2929" y="2941"/>
              <a:ext cx="0" cy="161"/>
            </a:xfrm>
            <a:prstGeom prst="line">
              <a:avLst/>
            </a:prstGeom>
            <a:noFill/>
            <a:ln w="9525">
              <a:solidFill>
                <a:schemeClr val="bg2"/>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EAEAEA"/>
                </a:solidFill>
                <a:effectLst/>
                <a:uLnTx/>
                <a:uFillTx/>
                <a:latin typeface="Times New Roman"/>
                <a:ea typeface="宋体"/>
                <a:cs typeface="+mn-cs"/>
              </a:endParaRPr>
            </a:p>
          </p:txBody>
        </p:sp>
        <p:sp>
          <p:nvSpPr>
            <p:cNvPr id="12359" name="Line 118"/>
            <p:cNvSpPr>
              <a:spLocks noChangeShapeType="1"/>
            </p:cNvSpPr>
            <p:nvPr/>
          </p:nvSpPr>
          <p:spPr bwMode="auto">
            <a:xfrm>
              <a:off x="3162" y="2694"/>
              <a:ext cx="363" cy="0"/>
            </a:xfrm>
            <a:prstGeom prst="line">
              <a:avLst/>
            </a:prstGeom>
            <a:noFill/>
            <a:ln w="38100">
              <a:solidFill>
                <a:srgbClr val="CC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EAEAEA"/>
                </a:solidFill>
                <a:effectLst/>
                <a:uLnTx/>
                <a:uFillTx/>
                <a:latin typeface="Times New Roman"/>
                <a:ea typeface="宋体"/>
                <a:cs typeface="+mn-cs"/>
              </a:endParaRPr>
            </a:p>
          </p:txBody>
        </p:sp>
      </p:grpSp>
      <p:grpSp>
        <p:nvGrpSpPr>
          <p:cNvPr id="16554" name="Group 170"/>
          <p:cNvGrpSpPr>
            <a:grpSpLocks/>
          </p:cNvGrpSpPr>
          <p:nvPr/>
        </p:nvGrpSpPr>
        <p:grpSpPr bwMode="auto">
          <a:xfrm>
            <a:off x="1102785" y="3373438"/>
            <a:ext cx="3071283" cy="2703512"/>
            <a:chOff x="521" y="2125"/>
            <a:chExt cx="1451" cy="1703"/>
          </a:xfrm>
        </p:grpSpPr>
        <p:grpSp>
          <p:nvGrpSpPr>
            <p:cNvPr id="12328" name="Group 130"/>
            <p:cNvGrpSpPr>
              <a:grpSpLocks/>
            </p:cNvGrpSpPr>
            <p:nvPr/>
          </p:nvGrpSpPr>
          <p:grpSpPr bwMode="auto">
            <a:xfrm>
              <a:off x="1211" y="2352"/>
              <a:ext cx="761" cy="1315"/>
              <a:chOff x="2967" y="3554"/>
              <a:chExt cx="1062" cy="1550"/>
            </a:xfrm>
          </p:grpSpPr>
          <p:sp>
            <p:nvSpPr>
              <p:cNvPr id="12343" name="Rectangle 131"/>
              <p:cNvSpPr>
                <a:spLocks noChangeArrowheads="1"/>
              </p:cNvSpPr>
              <p:nvPr/>
            </p:nvSpPr>
            <p:spPr bwMode="auto">
              <a:xfrm>
                <a:off x="3462" y="3554"/>
                <a:ext cx="56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2"/>
                    </a:solidFill>
                    <a:miter lim="800000"/>
                    <a:headEnd/>
                    <a:tailEnd/>
                  </a14:hiddenLine>
                </a:ext>
              </a:extLst>
            </p:spPr>
            <p:txBody>
              <a:bodyPr lIns="0" tIns="0" rIns="0" bIns="0"/>
              <a:lstStyle>
                <a:lvl1pPr eaLnBrk="0" hangingPunct="0">
                  <a:spcBef>
                    <a:spcPct val="20000"/>
                  </a:spcBef>
                  <a:buClr>
                    <a:schemeClr val="accent2"/>
                  </a:buClr>
                  <a:buSzPct val="110000"/>
                  <a:buChar char="•"/>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hlink"/>
                  </a:buClr>
                  <a:buSzPct val="11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folHlink"/>
                  </a:buClr>
                  <a:buSzPct val="110000"/>
                  <a:buChar char="•"/>
                  <a:defRPr kumimoji="1" sz="2400" b="1">
                    <a:solidFill>
                      <a:schemeClr val="bg2"/>
                    </a:solidFill>
                    <a:latin typeface="Times New Roman" pitchFamily="18" charset="0"/>
                    <a:ea typeface="宋体" pitchFamily="2" charset="-122"/>
                  </a:defRPr>
                </a:lvl3pPr>
                <a:lvl4pPr marL="1600200" indent="-228600" eaLnBrk="0" hangingPunct="0">
                  <a:spcBef>
                    <a:spcPct val="20000"/>
                  </a:spcBef>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9pPr>
              </a:lstStyle>
              <a:p>
                <a:pPr marL="0" marR="0" lvl="0" indent="0" algn="ctr" defTabSz="914400" rtl="0" eaLnBrk="0" fontAlgn="base" latinLnBrk="0" hangingPunct="0">
                  <a:lnSpc>
                    <a:spcPct val="88000"/>
                  </a:lnSpc>
                  <a:spcBef>
                    <a:spcPct val="0"/>
                  </a:spcBef>
                  <a:spcAft>
                    <a:spcPct val="0"/>
                  </a:spcAft>
                  <a:buClrTx/>
                  <a:buSzTx/>
                  <a:buFontTx/>
                  <a:buNone/>
                  <a:tabLst/>
                  <a:defRPr/>
                </a:pPr>
                <a:endParaRPr kumimoji="0" lang="en-US" altLang="zh-CN" sz="16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zh-CN" sz="16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12344" name="Text Box 132"/>
              <p:cNvSpPr txBox="1">
                <a:spLocks noChangeArrowheads="1"/>
              </p:cNvSpPr>
              <p:nvPr/>
            </p:nvSpPr>
            <p:spPr bwMode="auto">
              <a:xfrm>
                <a:off x="3462" y="3806"/>
                <a:ext cx="170" cy="2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spcBef>
                    <a:spcPct val="20000"/>
                  </a:spcBef>
                  <a:buClr>
                    <a:schemeClr val="accent2"/>
                  </a:buClr>
                  <a:buSzPct val="110000"/>
                  <a:buChar char="•"/>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hlink"/>
                  </a:buClr>
                  <a:buSzPct val="11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folHlink"/>
                  </a:buClr>
                  <a:buSzPct val="110000"/>
                  <a:buChar char="•"/>
                  <a:defRPr kumimoji="1" sz="2400" b="1">
                    <a:solidFill>
                      <a:schemeClr val="bg2"/>
                    </a:solidFill>
                    <a:latin typeface="Times New Roman" pitchFamily="18" charset="0"/>
                    <a:ea typeface="宋体" pitchFamily="2" charset="-122"/>
                  </a:defRPr>
                </a:lvl3pPr>
                <a:lvl4pPr marL="1600200" indent="-228600" eaLnBrk="0" hangingPunct="0">
                  <a:spcBef>
                    <a:spcPct val="20000"/>
                  </a:spcBef>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9pPr>
              </a:lstStyle>
              <a:p>
                <a:pPr marL="0" marR="0" lvl="0" indent="0" algn="ctr" defTabSz="914400" rtl="0" eaLnBrk="0" fontAlgn="base" latinLnBrk="0" hangingPunct="0">
                  <a:lnSpc>
                    <a:spcPct val="88000"/>
                  </a:lnSpc>
                  <a:spcBef>
                    <a:spcPct val="0"/>
                  </a:spcBef>
                  <a:spcAft>
                    <a:spcPct val="0"/>
                  </a:spcAft>
                  <a:buClrTx/>
                  <a:buSzTx/>
                  <a:buFontTx/>
                  <a:buNone/>
                  <a:tabLst/>
                  <a:defRPr/>
                </a:pPr>
                <a:r>
                  <a:rPr kumimoji="0" lang="zh-CN" altLang="en-US" sz="16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假</a:t>
                </a:r>
              </a:p>
            </p:txBody>
          </p:sp>
          <p:grpSp>
            <p:nvGrpSpPr>
              <p:cNvPr id="12345" name="Group 133"/>
              <p:cNvGrpSpPr>
                <a:grpSpLocks/>
              </p:cNvGrpSpPr>
              <p:nvPr/>
            </p:nvGrpSpPr>
            <p:grpSpPr bwMode="auto">
              <a:xfrm flipH="1">
                <a:off x="2967" y="3743"/>
                <a:ext cx="780" cy="1361"/>
                <a:chOff x="3819" y="4404"/>
                <a:chExt cx="800" cy="853"/>
              </a:xfrm>
            </p:grpSpPr>
            <p:sp>
              <p:nvSpPr>
                <p:cNvPr id="12346" name="Line 134"/>
                <p:cNvSpPr>
                  <a:spLocks noChangeShapeType="1"/>
                </p:cNvSpPr>
                <p:nvPr/>
              </p:nvSpPr>
              <p:spPr bwMode="auto">
                <a:xfrm flipV="1">
                  <a:off x="3819" y="4404"/>
                  <a:ext cx="0" cy="849"/>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EAEAEA"/>
                    </a:solidFill>
                    <a:effectLst/>
                    <a:uLnTx/>
                    <a:uFillTx/>
                    <a:latin typeface="Times New Roman"/>
                    <a:ea typeface="宋体"/>
                    <a:cs typeface="+mn-cs"/>
                  </a:endParaRPr>
                </a:p>
              </p:txBody>
            </p:sp>
            <p:sp>
              <p:nvSpPr>
                <p:cNvPr id="12347" name="Line 135"/>
                <p:cNvSpPr>
                  <a:spLocks noChangeShapeType="1"/>
                </p:cNvSpPr>
                <p:nvPr/>
              </p:nvSpPr>
              <p:spPr bwMode="auto">
                <a:xfrm flipV="1">
                  <a:off x="3819" y="4416"/>
                  <a:ext cx="283"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EAEAEA"/>
                    </a:solidFill>
                    <a:effectLst/>
                    <a:uLnTx/>
                    <a:uFillTx/>
                    <a:latin typeface="Times New Roman"/>
                    <a:ea typeface="宋体"/>
                    <a:cs typeface="+mn-cs"/>
                  </a:endParaRPr>
                </a:p>
              </p:txBody>
            </p:sp>
            <p:sp>
              <p:nvSpPr>
                <p:cNvPr id="12348" name="Line 136"/>
                <p:cNvSpPr>
                  <a:spLocks noChangeShapeType="1"/>
                </p:cNvSpPr>
                <p:nvPr/>
              </p:nvSpPr>
              <p:spPr bwMode="auto">
                <a:xfrm>
                  <a:off x="3825" y="5257"/>
                  <a:ext cx="794" cy="0"/>
                </a:xfrm>
                <a:prstGeom prst="line">
                  <a:avLst/>
                </a:prstGeom>
                <a:noFill/>
                <a:ln w="9525">
                  <a:solidFill>
                    <a:schemeClr val="bg2"/>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EAEAEA"/>
                    </a:solidFill>
                    <a:effectLst/>
                    <a:uLnTx/>
                    <a:uFillTx/>
                    <a:latin typeface="Times New Roman"/>
                    <a:ea typeface="宋体"/>
                    <a:cs typeface="+mn-cs"/>
                  </a:endParaRPr>
                </a:p>
              </p:txBody>
            </p:sp>
          </p:grpSp>
        </p:grpSp>
        <p:grpSp>
          <p:nvGrpSpPr>
            <p:cNvPr id="12329" name="Group 119"/>
            <p:cNvGrpSpPr>
              <a:grpSpLocks/>
            </p:cNvGrpSpPr>
            <p:nvPr/>
          </p:nvGrpSpPr>
          <p:grpSpPr bwMode="auto">
            <a:xfrm>
              <a:off x="706" y="2414"/>
              <a:ext cx="894" cy="241"/>
              <a:chOff x="3120" y="3535"/>
              <a:chExt cx="1247" cy="340"/>
            </a:xfrm>
          </p:grpSpPr>
          <p:sp>
            <p:nvSpPr>
              <p:cNvPr id="12341" name="AutoShape 120"/>
              <p:cNvSpPr>
                <a:spLocks noChangeArrowheads="1"/>
              </p:cNvSpPr>
              <p:nvPr/>
            </p:nvSpPr>
            <p:spPr bwMode="auto">
              <a:xfrm>
                <a:off x="3120" y="3535"/>
                <a:ext cx="1247" cy="340"/>
              </a:xfrm>
              <a:prstGeom prst="flowChartDecision">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spcBef>
                    <a:spcPct val="20000"/>
                  </a:spcBef>
                  <a:buClr>
                    <a:schemeClr val="accent2"/>
                  </a:buClr>
                  <a:buSzPct val="110000"/>
                  <a:buChar char="•"/>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hlink"/>
                  </a:buClr>
                  <a:buSzPct val="11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folHlink"/>
                  </a:buClr>
                  <a:buSzPct val="110000"/>
                  <a:buChar char="•"/>
                  <a:defRPr kumimoji="1" sz="2400" b="1">
                    <a:solidFill>
                      <a:schemeClr val="bg2"/>
                    </a:solidFill>
                    <a:latin typeface="Times New Roman" pitchFamily="18" charset="0"/>
                    <a:ea typeface="宋体" pitchFamily="2" charset="-122"/>
                  </a:defRPr>
                </a:lvl3pPr>
                <a:lvl4pPr marL="1600200" indent="-228600" eaLnBrk="0" hangingPunct="0">
                  <a:spcBef>
                    <a:spcPct val="20000"/>
                  </a:spcBef>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9pPr>
              </a:lstStyle>
              <a:p>
                <a:pPr marL="0" marR="0" lvl="0" indent="0" algn="ctr" defTabSz="914400" rtl="0" eaLnBrk="0" fontAlgn="base" latinLnBrk="0" hangingPunct="0">
                  <a:lnSpc>
                    <a:spcPct val="72000"/>
                  </a:lnSpc>
                  <a:spcBef>
                    <a:spcPct val="0"/>
                  </a:spcBef>
                  <a:spcAft>
                    <a:spcPct val="0"/>
                  </a:spcAft>
                  <a:buClrTx/>
                  <a:buSzTx/>
                  <a:buFontTx/>
                  <a:buNone/>
                  <a:tabLst/>
                  <a:defRPr/>
                </a:pPr>
                <a:endParaRPr kumimoji="0" lang="en-US" altLang="en-US" sz="16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12342" name="Rectangle 121"/>
              <p:cNvSpPr>
                <a:spLocks noChangeArrowheads="1"/>
              </p:cNvSpPr>
              <p:nvPr/>
            </p:nvSpPr>
            <p:spPr bwMode="auto">
              <a:xfrm>
                <a:off x="3387" y="3619"/>
                <a:ext cx="680" cy="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2"/>
                    </a:solidFill>
                    <a:miter lim="800000"/>
                    <a:headEnd/>
                    <a:tailEnd/>
                  </a14:hiddenLine>
                </a:ext>
              </a:extLst>
            </p:spPr>
            <p:txBody>
              <a:bodyPr lIns="0" tIns="0" rIns="0" bIns="0"/>
              <a:lstStyle>
                <a:lvl1pPr eaLnBrk="0" hangingPunct="0">
                  <a:spcBef>
                    <a:spcPct val="20000"/>
                  </a:spcBef>
                  <a:buClr>
                    <a:schemeClr val="accent2"/>
                  </a:buClr>
                  <a:buSzPct val="110000"/>
                  <a:buChar char="•"/>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hlink"/>
                  </a:buClr>
                  <a:buSzPct val="11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folHlink"/>
                  </a:buClr>
                  <a:buSzPct val="110000"/>
                  <a:buChar char="•"/>
                  <a:defRPr kumimoji="1" sz="2400" b="1">
                    <a:solidFill>
                      <a:schemeClr val="bg2"/>
                    </a:solidFill>
                    <a:latin typeface="Times New Roman" pitchFamily="18" charset="0"/>
                    <a:ea typeface="宋体" pitchFamily="2" charset="-122"/>
                  </a:defRPr>
                </a:lvl3pPr>
                <a:lvl4pPr marL="1600200" indent="-228600" eaLnBrk="0" hangingPunct="0">
                  <a:spcBef>
                    <a:spcPct val="20000"/>
                  </a:spcBef>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zh-CN" altLang="en-US" sz="16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表达式</a:t>
                </a:r>
              </a:p>
            </p:txBody>
          </p:sp>
        </p:grpSp>
        <p:sp>
          <p:nvSpPr>
            <p:cNvPr id="12330" name="Line 122"/>
            <p:cNvSpPr>
              <a:spLocks noChangeShapeType="1"/>
            </p:cNvSpPr>
            <p:nvPr/>
          </p:nvSpPr>
          <p:spPr bwMode="auto">
            <a:xfrm>
              <a:off x="1158" y="2650"/>
              <a:ext cx="0" cy="160"/>
            </a:xfrm>
            <a:prstGeom prst="line">
              <a:avLst/>
            </a:prstGeom>
            <a:noFill/>
            <a:ln w="9525">
              <a:solidFill>
                <a:schemeClr val="bg2"/>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EAEAEA"/>
                </a:solidFill>
                <a:effectLst/>
                <a:uLnTx/>
                <a:uFillTx/>
                <a:latin typeface="Times New Roman"/>
                <a:ea typeface="宋体"/>
                <a:cs typeface="+mn-cs"/>
              </a:endParaRPr>
            </a:p>
          </p:txBody>
        </p:sp>
        <p:sp>
          <p:nvSpPr>
            <p:cNvPr id="12331" name="Line 123"/>
            <p:cNvSpPr>
              <a:spLocks noChangeShapeType="1"/>
            </p:cNvSpPr>
            <p:nvPr/>
          </p:nvSpPr>
          <p:spPr bwMode="auto">
            <a:xfrm>
              <a:off x="1156" y="2125"/>
              <a:ext cx="2" cy="297"/>
            </a:xfrm>
            <a:prstGeom prst="line">
              <a:avLst/>
            </a:prstGeom>
            <a:noFill/>
            <a:ln w="9525">
              <a:solidFill>
                <a:schemeClr val="bg2"/>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EAEAEA"/>
                </a:solidFill>
                <a:effectLst/>
                <a:uLnTx/>
                <a:uFillTx/>
                <a:latin typeface="Times New Roman"/>
                <a:ea typeface="宋体"/>
                <a:cs typeface="+mn-cs"/>
              </a:endParaRPr>
            </a:p>
          </p:txBody>
        </p:sp>
        <p:sp>
          <p:nvSpPr>
            <p:cNvPr id="12332" name="Rectangle 124"/>
            <p:cNvSpPr>
              <a:spLocks noChangeArrowheads="1"/>
            </p:cNvSpPr>
            <p:nvPr/>
          </p:nvSpPr>
          <p:spPr bwMode="auto">
            <a:xfrm>
              <a:off x="793" y="2806"/>
              <a:ext cx="726" cy="499"/>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spcBef>
                  <a:spcPct val="20000"/>
                </a:spcBef>
                <a:buClr>
                  <a:schemeClr val="accent2"/>
                </a:buClr>
                <a:buSzPct val="110000"/>
                <a:buChar char="•"/>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hlink"/>
                </a:buClr>
                <a:buSzPct val="11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folHlink"/>
                </a:buClr>
                <a:buSzPct val="110000"/>
                <a:buChar char="•"/>
                <a:defRPr kumimoji="1" sz="2400" b="1">
                  <a:solidFill>
                    <a:schemeClr val="bg2"/>
                  </a:solidFill>
                  <a:latin typeface="Times New Roman" pitchFamily="18" charset="0"/>
                  <a:ea typeface="宋体" pitchFamily="2" charset="-122"/>
                </a:defRPr>
              </a:lvl3pPr>
              <a:lvl4pPr marL="1600200" indent="-228600" eaLnBrk="0" hangingPunct="0">
                <a:spcBef>
                  <a:spcPct val="20000"/>
                </a:spcBef>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语句</a:t>
              </a:r>
              <a:r>
                <a:rPr kumimoji="0"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s1</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continue;</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语句</a:t>
              </a:r>
              <a:r>
                <a:rPr kumimoji="0"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s2</a:t>
              </a:r>
            </a:p>
          </p:txBody>
        </p:sp>
        <p:sp>
          <p:nvSpPr>
            <p:cNvPr id="12333" name="Line 125"/>
            <p:cNvSpPr>
              <a:spLocks noChangeShapeType="1"/>
            </p:cNvSpPr>
            <p:nvPr/>
          </p:nvSpPr>
          <p:spPr bwMode="auto">
            <a:xfrm>
              <a:off x="521" y="2312"/>
              <a:ext cx="0" cy="1219"/>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EAEAEA"/>
                </a:solidFill>
                <a:effectLst/>
                <a:uLnTx/>
                <a:uFillTx/>
                <a:latin typeface="Times New Roman"/>
                <a:ea typeface="宋体"/>
                <a:cs typeface="+mn-cs"/>
              </a:endParaRPr>
            </a:p>
          </p:txBody>
        </p:sp>
        <p:sp>
          <p:nvSpPr>
            <p:cNvPr id="12334" name="Line 126"/>
            <p:cNvSpPr>
              <a:spLocks noChangeShapeType="1"/>
            </p:cNvSpPr>
            <p:nvPr/>
          </p:nvSpPr>
          <p:spPr bwMode="auto">
            <a:xfrm>
              <a:off x="521" y="3514"/>
              <a:ext cx="635" cy="1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EAEAEA"/>
                </a:solidFill>
                <a:effectLst/>
                <a:uLnTx/>
                <a:uFillTx/>
                <a:latin typeface="Times New Roman"/>
                <a:ea typeface="宋体"/>
                <a:cs typeface="+mn-cs"/>
              </a:endParaRPr>
            </a:p>
          </p:txBody>
        </p:sp>
        <p:sp>
          <p:nvSpPr>
            <p:cNvPr id="12335" name="Line 127"/>
            <p:cNvSpPr>
              <a:spLocks noChangeShapeType="1"/>
            </p:cNvSpPr>
            <p:nvPr/>
          </p:nvSpPr>
          <p:spPr bwMode="auto">
            <a:xfrm flipV="1">
              <a:off x="526" y="2306"/>
              <a:ext cx="604" cy="0"/>
            </a:xfrm>
            <a:prstGeom prst="line">
              <a:avLst/>
            </a:prstGeom>
            <a:noFill/>
            <a:ln w="9525">
              <a:solidFill>
                <a:schemeClr val="bg2"/>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EAEAEA"/>
                </a:solidFill>
                <a:effectLst/>
                <a:uLnTx/>
                <a:uFillTx/>
                <a:latin typeface="Times New Roman"/>
                <a:ea typeface="宋体"/>
                <a:cs typeface="+mn-cs"/>
              </a:endParaRPr>
            </a:p>
          </p:txBody>
        </p:sp>
        <p:sp>
          <p:nvSpPr>
            <p:cNvPr id="12336" name="Text Box 128"/>
            <p:cNvSpPr txBox="1">
              <a:spLocks noChangeArrowheads="1"/>
            </p:cNvSpPr>
            <p:nvPr/>
          </p:nvSpPr>
          <p:spPr bwMode="auto">
            <a:xfrm>
              <a:off x="657" y="3032"/>
              <a:ext cx="163" cy="2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spcBef>
                  <a:spcPct val="20000"/>
                </a:spcBef>
                <a:buClr>
                  <a:schemeClr val="accent2"/>
                </a:buClr>
                <a:buSzPct val="110000"/>
                <a:buChar char="•"/>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hlink"/>
                </a:buClr>
                <a:buSzPct val="11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folHlink"/>
                </a:buClr>
                <a:buSzPct val="110000"/>
                <a:buChar char="•"/>
                <a:defRPr kumimoji="1" sz="2400" b="1">
                  <a:solidFill>
                    <a:schemeClr val="bg2"/>
                  </a:solidFill>
                  <a:latin typeface="Times New Roman" pitchFamily="18" charset="0"/>
                  <a:ea typeface="宋体" pitchFamily="2" charset="-122"/>
                </a:defRPr>
              </a:lvl3pPr>
              <a:lvl4pPr marL="1600200" indent="-228600" eaLnBrk="0" hangingPunct="0">
                <a:spcBef>
                  <a:spcPct val="20000"/>
                </a:spcBef>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9pPr>
            </a:lstStyle>
            <a:p>
              <a:pPr marL="0" marR="0" lvl="0" indent="0" algn="ctr" defTabSz="914400" rtl="0" eaLnBrk="0" fontAlgn="base" latinLnBrk="0" hangingPunct="0">
                <a:lnSpc>
                  <a:spcPct val="88000"/>
                </a:lnSpc>
                <a:spcBef>
                  <a:spcPct val="0"/>
                </a:spcBef>
                <a:spcAft>
                  <a:spcPct val="0"/>
                </a:spcAft>
                <a:buClrTx/>
                <a:buSzTx/>
                <a:buFontTx/>
                <a:buNone/>
                <a:tabLst/>
                <a:defRPr/>
              </a:pPr>
              <a:endParaRPr kumimoji="0" lang="en-US" altLang="en-US" sz="16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12337" name="Text Box 129"/>
            <p:cNvSpPr txBox="1">
              <a:spLocks noChangeArrowheads="1"/>
            </p:cNvSpPr>
            <p:nvPr/>
          </p:nvSpPr>
          <p:spPr bwMode="auto">
            <a:xfrm>
              <a:off x="975" y="2624"/>
              <a:ext cx="122" cy="1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spcBef>
                  <a:spcPct val="20000"/>
                </a:spcBef>
                <a:buClr>
                  <a:schemeClr val="accent2"/>
                </a:buClr>
                <a:buSzPct val="110000"/>
                <a:buChar char="•"/>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hlink"/>
                </a:buClr>
                <a:buSzPct val="11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folHlink"/>
                </a:buClr>
                <a:buSzPct val="110000"/>
                <a:buChar char="•"/>
                <a:defRPr kumimoji="1" sz="2400" b="1">
                  <a:solidFill>
                    <a:schemeClr val="bg2"/>
                  </a:solidFill>
                  <a:latin typeface="Times New Roman" pitchFamily="18" charset="0"/>
                  <a:ea typeface="宋体" pitchFamily="2" charset="-122"/>
                </a:defRPr>
              </a:lvl3pPr>
              <a:lvl4pPr marL="1600200" indent="-228600" eaLnBrk="0" hangingPunct="0">
                <a:spcBef>
                  <a:spcPct val="20000"/>
                </a:spcBef>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9pPr>
            </a:lstStyle>
            <a:p>
              <a:pPr marL="0" marR="0" lvl="0" indent="0" algn="ctr" defTabSz="914400" rtl="0" eaLnBrk="0" fontAlgn="base" latinLnBrk="0" hangingPunct="0">
                <a:lnSpc>
                  <a:spcPct val="88000"/>
                </a:lnSpc>
                <a:spcBef>
                  <a:spcPct val="0"/>
                </a:spcBef>
                <a:spcAft>
                  <a:spcPct val="0"/>
                </a:spcAft>
                <a:buClrTx/>
                <a:buSzTx/>
                <a:buFontTx/>
                <a:buNone/>
                <a:tabLst/>
                <a:defRPr/>
              </a:pPr>
              <a:r>
                <a:rPr kumimoji="0" lang="zh-CN" altLang="en-US" sz="16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真</a:t>
              </a:r>
            </a:p>
          </p:txBody>
        </p:sp>
        <p:sp>
          <p:nvSpPr>
            <p:cNvPr id="12338" name="Line 137"/>
            <p:cNvSpPr>
              <a:spLocks noChangeShapeType="1"/>
            </p:cNvSpPr>
            <p:nvPr/>
          </p:nvSpPr>
          <p:spPr bwMode="auto">
            <a:xfrm>
              <a:off x="1150" y="3277"/>
              <a:ext cx="6" cy="254"/>
            </a:xfrm>
            <a:prstGeom prst="line">
              <a:avLst/>
            </a:prstGeom>
            <a:noFill/>
            <a:ln w="9525">
              <a:solidFill>
                <a:schemeClr val="bg2"/>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EAEAEA"/>
                </a:solidFill>
                <a:effectLst/>
                <a:uLnTx/>
                <a:uFillTx/>
                <a:latin typeface="Times New Roman"/>
                <a:ea typeface="宋体"/>
                <a:cs typeface="+mn-cs"/>
              </a:endParaRPr>
            </a:p>
          </p:txBody>
        </p:sp>
        <p:sp>
          <p:nvSpPr>
            <p:cNvPr id="12339" name="Line 138"/>
            <p:cNvSpPr>
              <a:spLocks noChangeShapeType="1"/>
            </p:cNvSpPr>
            <p:nvPr/>
          </p:nvSpPr>
          <p:spPr bwMode="auto">
            <a:xfrm>
              <a:off x="1202" y="3667"/>
              <a:ext cx="0" cy="161"/>
            </a:xfrm>
            <a:prstGeom prst="line">
              <a:avLst/>
            </a:prstGeom>
            <a:noFill/>
            <a:ln w="9525">
              <a:solidFill>
                <a:schemeClr val="bg2"/>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EAEAEA"/>
                </a:solidFill>
                <a:effectLst/>
                <a:uLnTx/>
                <a:uFillTx/>
                <a:latin typeface="Times New Roman"/>
                <a:ea typeface="宋体"/>
                <a:cs typeface="+mn-cs"/>
              </a:endParaRPr>
            </a:p>
          </p:txBody>
        </p:sp>
        <p:sp>
          <p:nvSpPr>
            <p:cNvPr id="12340" name="Line 139"/>
            <p:cNvSpPr>
              <a:spLocks noChangeShapeType="1"/>
            </p:cNvSpPr>
            <p:nvPr/>
          </p:nvSpPr>
          <p:spPr bwMode="auto">
            <a:xfrm flipH="1" flipV="1">
              <a:off x="521" y="3067"/>
              <a:ext cx="318" cy="0"/>
            </a:xfrm>
            <a:prstGeom prst="line">
              <a:avLst/>
            </a:prstGeom>
            <a:noFill/>
            <a:ln w="9525">
              <a:solidFill>
                <a:srgbClr val="CC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EAEAEA"/>
                </a:solidFill>
                <a:effectLst/>
                <a:uLnTx/>
                <a:uFillTx/>
                <a:latin typeface="Times New Roman"/>
                <a:ea typeface="宋体"/>
                <a:cs typeface="+mn-cs"/>
              </a:endParaRPr>
            </a:p>
          </p:txBody>
        </p:sp>
      </p:grpSp>
      <p:grpSp>
        <p:nvGrpSpPr>
          <p:cNvPr id="16530" name="Group 146"/>
          <p:cNvGrpSpPr>
            <a:grpSpLocks/>
          </p:cNvGrpSpPr>
          <p:nvPr/>
        </p:nvGrpSpPr>
        <p:grpSpPr bwMode="auto">
          <a:xfrm>
            <a:off x="8591553" y="3068638"/>
            <a:ext cx="3071283" cy="3168650"/>
            <a:chOff x="4059" y="1933"/>
            <a:chExt cx="1451" cy="1996"/>
          </a:xfrm>
        </p:grpSpPr>
        <p:grpSp>
          <p:nvGrpSpPr>
            <p:cNvPr id="12299" name="Group 74"/>
            <p:cNvGrpSpPr>
              <a:grpSpLocks/>
            </p:cNvGrpSpPr>
            <p:nvPr/>
          </p:nvGrpSpPr>
          <p:grpSpPr bwMode="auto">
            <a:xfrm>
              <a:off x="4244" y="2449"/>
              <a:ext cx="894" cy="241"/>
              <a:chOff x="3120" y="3535"/>
              <a:chExt cx="1247" cy="340"/>
            </a:xfrm>
          </p:grpSpPr>
          <p:sp>
            <p:nvSpPr>
              <p:cNvPr id="12326" name="AutoShape 75"/>
              <p:cNvSpPr>
                <a:spLocks noChangeArrowheads="1"/>
              </p:cNvSpPr>
              <p:nvPr/>
            </p:nvSpPr>
            <p:spPr bwMode="auto">
              <a:xfrm>
                <a:off x="3120" y="3535"/>
                <a:ext cx="1247" cy="340"/>
              </a:xfrm>
              <a:prstGeom prst="flowChartDecision">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spcBef>
                    <a:spcPct val="20000"/>
                  </a:spcBef>
                  <a:buClr>
                    <a:schemeClr val="accent2"/>
                  </a:buClr>
                  <a:buSzPct val="110000"/>
                  <a:buChar char="•"/>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hlink"/>
                  </a:buClr>
                  <a:buSzPct val="11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folHlink"/>
                  </a:buClr>
                  <a:buSzPct val="110000"/>
                  <a:buChar char="•"/>
                  <a:defRPr kumimoji="1" sz="2400" b="1">
                    <a:solidFill>
                      <a:schemeClr val="bg2"/>
                    </a:solidFill>
                    <a:latin typeface="Times New Roman" pitchFamily="18" charset="0"/>
                    <a:ea typeface="宋体" pitchFamily="2" charset="-122"/>
                  </a:defRPr>
                </a:lvl3pPr>
                <a:lvl4pPr marL="1600200" indent="-228600" eaLnBrk="0" hangingPunct="0">
                  <a:spcBef>
                    <a:spcPct val="20000"/>
                  </a:spcBef>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9pPr>
              </a:lstStyle>
              <a:p>
                <a:pPr marL="0" marR="0" lvl="0" indent="0" algn="ctr" defTabSz="914400" rtl="0" eaLnBrk="0" fontAlgn="base" latinLnBrk="0" hangingPunct="0">
                  <a:lnSpc>
                    <a:spcPct val="72000"/>
                  </a:lnSpc>
                  <a:spcBef>
                    <a:spcPct val="0"/>
                  </a:spcBef>
                  <a:spcAft>
                    <a:spcPct val="0"/>
                  </a:spcAft>
                  <a:buClrTx/>
                  <a:buSzTx/>
                  <a:buFontTx/>
                  <a:buNone/>
                  <a:tabLst/>
                  <a:defRPr/>
                </a:pPr>
                <a:endParaRPr kumimoji="0" lang="en-US" altLang="en-US" sz="16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12327" name="Rectangle 76"/>
              <p:cNvSpPr>
                <a:spLocks noChangeArrowheads="1"/>
              </p:cNvSpPr>
              <p:nvPr/>
            </p:nvSpPr>
            <p:spPr bwMode="auto">
              <a:xfrm>
                <a:off x="3387" y="3619"/>
                <a:ext cx="680" cy="1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spcBef>
                    <a:spcPct val="20000"/>
                  </a:spcBef>
                  <a:buClr>
                    <a:schemeClr val="accent2"/>
                  </a:buClr>
                  <a:buSzPct val="110000"/>
                  <a:buChar char="•"/>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hlink"/>
                  </a:buClr>
                  <a:buSzPct val="11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folHlink"/>
                  </a:buClr>
                  <a:buSzPct val="110000"/>
                  <a:buChar char="•"/>
                  <a:defRPr kumimoji="1" sz="2400" b="1">
                    <a:solidFill>
                      <a:schemeClr val="bg2"/>
                    </a:solidFill>
                    <a:latin typeface="Times New Roman" pitchFamily="18" charset="0"/>
                    <a:ea typeface="宋体" pitchFamily="2" charset="-122"/>
                  </a:defRPr>
                </a:lvl3pPr>
                <a:lvl4pPr marL="1600200" indent="-228600" eaLnBrk="0" hangingPunct="0">
                  <a:spcBef>
                    <a:spcPct val="20000"/>
                  </a:spcBef>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9pPr>
              </a:lstStyle>
              <a:p>
                <a:pPr marL="0" marR="0" lvl="0" indent="0" algn="ctr" defTabSz="914400" rtl="0" eaLnBrk="0" fontAlgn="base" latinLnBrk="0" hangingPunct="0">
                  <a:lnSpc>
                    <a:spcPct val="88000"/>
                  </a:lnSpc>
                  <a:spcBef>
                    <a:spcPct val="0"/>
                  </a:spcBef>
                  <a:spcAft>
                    <a:spcPct val="0"/>
                  </a:spcAft>
                  <a:buClrTx/>
                  <a:buSzTx/>
                  <a:buFontTx/>
                  <a:buNone/>
                  <a:tabLst/>
                  <a:defRPr/>
                </a:pPr>
                <a:r>
                  <a:rPr kumimoji="0" lang="zh-CN" altLang="en-US" sz="16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表达式</a:t>
                </a:r>
                <a:r>
                  <a:rPr kumimoji="0" lang="en-US" altLang="zh-CN" sz="16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2</a:t>
                </a:r>
              </a:p>
            </p:txBody>
          </p:sp>
        </p:grpSp>
        <p:sp>
          <p:nvSpPr>
            <p:cNvPr id="12300" name="Line 77"/>
            <p:cNvSpPr>
              <a:spLocks noChangeShapeType="1"/>
            </p:cNvSpPr>
            <p:nvPr/>
          </p:nvSpPr>
          <p:spPr bwMode="auto">
            <a:xfrm>
              <a:off x="4696" y="2685"/>
              <a:ext cx="0" cy="160"/>
            </a:xfrm>
            <a:prstGeom prst="line">
              <a:avLst/>
            </a:prstGeom>
            <a:noFill/>
            <a:ln w="9525">
              <a:solidFill>
                <a:schemeClr val="bg2"/>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EAEAEA"/>
                </a:solidFill>
                <a:effectLst/>
                <a:uLnTx/>
                <a:uFillTx/>
                <a:latin typeface="Times New Roman"/>
                <a:ea typeface="宋体"/>
                <a:cs typeface="+mn-cs"/>
              </a:endParaRPr>
            </a:p>
          </p:txBody>
        </p:sp>
        <p:sp>
          <p:nvSpPr>
            <p:cNvPr id="12301" name="Rectangle 78"/>
            <p:cNvSpPr>
              <a:spLocks noChangeArrowheads="1"/>
            </p:cNvSpPr>
            <p:nvPr/>
          </p:nvSpPr>
          <p:spPr bwMode="auto">
            <a:xfrm>
              <a:off x="4339" y="2097"/>
              <a:ext cx="731" cy="200"/>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spcBef>
                  <a:spcPct val="20000"/>
                </a:spcBef>
                <a:buClr>
                  <a:schemeClr val="accent2"/>
                </a:buClr>
                <a:buSzPct val="110000"/>
                <a:buChar char="•"/>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hlink"/>
                </a:buClr>
                <a:buSzPct val="11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folHlink"/>
                </a:buClr>
                <a:buSzPct val="110000"/>
                <a:buChar char="•"/>
                <a:defRPr kumimoji="1" sz="2400" b="1">
                  <a:solidFill>
                    <a:schemeClr val="bg2"/>
                  </a:solidFill>
                  <a:latin typeface="Times New Roman" pitchFamily="18" charset="0"/>
                  <a:ea typeface="宋体" pitchFamily="2" charset="-122"/>
                </a:defRPr>
              </a:lvl3pPr>
              <a:lvl4pPr marL="1600200" indent="-228600" eaLnBrk="0" hangingPunct="0">
                <a:spcBef>
                  <a:spcPct val="20000"/>
                </a:spcBef>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16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表达式</a:t>
              </a:r>
              <a:r>
                <a:rPr kumimoji="0" lang="en-US" altLang="zh-CN" sz="16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1</a:t>
              </a:r>
            </a:p>
          </p:txBody>
        </p:sp>
        <p:sp>
          <p:nvSpPr>
            <p:cNvPr id="12302" name="Line 79"/>
            <p:cNvSpPr>
              <a:spLocks noChangeShapeType="1"/>
            </p:cNvSpPr>
            <p:nvPr/>
          </p:nvSpPr>
          <p:spPr bwMode="auto">
            <a:xfrm>
              <a:off x="4696" y="2296"/>
              <a:ext cx="0" cy="161"/>
            </a:xfrm>
            <a:prstGeom prst="line">
              <a:avLst/>
            </a:prstGeom>
            <a:noFill/>
            <a:ln w="9525">
              <a:solidFill>
                <a:schemeClr val="bg2"/>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EAEAEA"/>
                </a:solidFill>
                <a:effectLst/>
                <a:uLnTx/>
                <a:uFillTx/>
                <a:latin typeface="Times New Roman"/>
                <a:ea typeface="宋体"/>
                <a:cs typeface="+mn-cs"/>
              </a:endParaRPr>
            </a:p>
          </p:txBody>
        </p:sp>
        <p:sp>
          <p:nvSpPr>
            <p:cNvPr id="12303" name="Line 80"/>
            <p:cNvSpPr>
              <a:spLocks noChangeShapeType="1"/>
            </p:cNvSpPr>
            <p:nvPr/>
          </p:nvSpPr>
          <p:spPr bwMode="auto">
            <a:xfrm>
              <a:off x="4696" y="1933"/>
              <a:ext cx="0" cy="161"/>
            </a:xfrm>
            <a:prstGeom prst="line">
              <a:avLst/>
            </a:prstGeom>
            <a:noFill/>
            <a:ln w="9525">
              <a:solidFill>
                <a:schemeClr val="bg2"/>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EAEAEA"/>
                </a:solidFill>
                <a:effectLst/>
                <a:uLnTx/>
                <a:uFillTx/>
                <a:latin typeface="Times New Roman"/>
                <a:ea typeface="宋体"/>
                <a:cs typeface="+mn-cs"/>
              </a:endParaRPr>
            </a:p>
          </p:txBody>
        </p:sp>
        <p:sp>
          <p:nvSpPr>
            <p:cNvPr id="12304" name="Rectangle 81"/>
            <p:cNvSpPr>
              <a:spLocks noChangeArrowheads="1"/>
            </p:cNvSpPr>
            <p:nvPr/>
          </p:nvSpPr>
          <p:spPr bwMode="auto">
            <a:xfrm>
              <a:off x="4331" y="2841"/>
              <a:ext cx="726" cy="499"/>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spcBef>
                  <a:spcPct val="20000"/>
                </a:spcBef>
                <a:buClr>
                  <a:schemeClr val="accent2"/>
                </a:buClr>
                <a:buSzPct val="110000"/>
                <a:buChar char="•"/>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hlink"/>
                </a:buClr>
                <a:buSzPct val="11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folHlink"/>
                </a:buClr>
                <a:buSzPct val="110000"/>
                <a:buChar char="•"/>
                <a:defRPr kumimoji="1" sz="2400" b="1">
                  <a:solidFill>
                    <a:schemeClr val="bg2"/>
                  </a:solidFill>
                  <a:latin typeface="Times New Roman" pitchFamily="18" charset="0"/>
                  <a:ea typeface="宋体" pitchFamily="2" charset="-122"/>
                </a:defRPr>
              </a:lvl3pPr>
              <a:lvl4pPr marL="1600200" indent="-228600" eaLnBrk="0" hangingPunct="0">
                <a:spcBef>
                  <a:spcPct val="20000"/>
                </a:spcBef>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语句</a:t>
              </a:r>
              <a:r>
                <a:rPr kumimoji="0"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s1</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continue;</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语句</a:t>
              </a:r>
              <a:r>
                <a:rPr kumimoji="0"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s2</a:t>
              </a:r>
            </a:p>
          </p:txBody>
        </p:sp>
        <p:grpSp>
          <p:nvGrpSpPr>
            <p:cNvPr id="12305" name="Group 82"/>
            <p:cNvGrpSpPr>
              <a:grpSpLocks/>
            </p:cNvGrpSpPr>
            <p:nvPr/>
          </p:nvGrpSpPr>
          <p:grpSpPr bwMode="auto">
            <a:xfrm flipV="1">
              <a:off x="4059" y="2387"/>
              <a:ext cx="609" cy="1225"/>
              <a:chOff x="3819" y="4404"/>
              <a:chExt cx="800" cy="853"/>
            </a:xfrm>
          </p:grpSpPr>
          <p:sp>
            <p:nvSpPr>
              <p:cNvPr id="12323" name="Line 83"/>
              <p:cNvSpPr>
                <a:spLocks noChangeShapeType="1"/>
              </p:cNvSpPr>
              <p:nvPr/>
            </p:nvSpPr>
            <p:spPr bwMode="auto">
              <a:xfrm flipV="1">
                <a:off x="3819" y="4404"/>
                <a:ext cx="0" cy="849"/>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EAEAEA"/>
                  </a:solidFill>
                  <a:effectLst/>
                  <a:uLnTx/>
                  <a:uFillTx/>
                  <a:latin typeface="Times New Roman"/>
                  <a:ea typeface="宋体"/>
                  <a:cs typeface="+mn-cs"/>
                </a:endParaRPr>
              </a:p>
            </p:txBody>
          </p:sp>
          <p:sp>
            <p:nvSpPr>
              <p:cNvPr id="12324" name="Line 84"/>
              <p:cNvSpPr>
                <a:spLocks noChangeShapeType="1"/>
              </p:cNvSpPr>
              <p:nvPr/>
            </p:nvSpPr>
            <p:spPr bwMode="auto">
              <a:xfrm flipV="1">
                <a:off x="3819" y="4416"/>
                <a:ext cx="283"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EAEAEA"/>
                  </a:solidFill>
                  <a:effectLst/>
                  <a:uLnTx/>
                  <a:uFillTx/>
                  <a:latin typeface="Times New Roman"/>
                  <a:ea typeface="宋体"/>
                  <a:cs typeface="+mn-cs"/>
                </a:endParaRPr>
              </a:p>
            </p:txBody>
          </p:sp>
          <p:sp>
            <p:nvSpPr>
              <p:cNvPr id="12325" name="Line 85"/>
              <p:cNvSpPr>
                <a:spLocks noChangeShapeType="1"/>
              </p:cNvSpPr>
              <p:nvPr/>
            </p:nvSpPr>
            <p:spPr bwMode="auto">
              <a:xfrm>
                <a:off x="3825" y="5257"/>
                <a:ext cx="794" cy="0"/>
              </a:xfrm>
              <a:prstGeom prst="line">
                <a:avLst/>
              </a:prstGeom>
              <a:noFill/>
              <a:ln w="9525">
                <a:solidFill>
                  <a:schemeClr val="bg2"/>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EAEAEA"/>
                  </a:solidFill>
                  <a:effectLst/>
                  <a:uLnTx/>
                  <a:uFillTx/>
                  <a:latin typeface="Times New Roman"/>
                  <a:ea typeface="宋体"/>
                  <a:cs typeface="+mn-cs"/>
                </a:endParaRPr>
              </a:p>
            </p:txBody>
          </p:sp>
        </p:grpSp>
        <p:sp>
          <p:nvSpPr>
            <p:cNvPr id="12306" name="Text Box 86"/>
            <p:cNvSpPr txBox="1">
              <a:spLocks noChangeArrowheads="1"/>
            </p:cNvSpPr>
            <p:nvPr/>
          </p:nvSpPr>
          <p:spPr bwMode="auto">
            <a:xfrm>
              <a:off x="4195" y="3067"/>
              <a:ext cx="163" cy="2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spcBef>
                  <a:spcPct val="20000"/>
                </a:spcBef>
                <a:buClr>
                  <a:schemeClr val="accent2"/>
                </a:buClr>
                <a:buSzPct val="110000"/>
                <a:buChar char="•"/>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hlink"/>
                </a:buClr>
                <a:buSzPct val="11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folHlink"/>
                </a:buClr>
                <a:buSzPct val="110000"/>
                <a:buChar char="•"/>
                <a:defRPr kumimoji="1" sz="2400" b="1">
                  <a:solidFill>
                    <a:schemeClr val="bg2"/>
                  </a:solidFill>
                  <a:latin typeface="Times New Roman" pitchFamily="18" charset="0"/>
                  <a:ea typeface="宋体" pitchFamily="2" charset="-122"/>
                </a:defRPr>
              </a:lvl3pPr>
              <a:lvl4pPr marL="1600200" indent="-228600" eaLnBrk="0" hangingPunct="0">
                <a:spcBef>
                  <a:spcPct val="20000"/>
                </a:spcBef>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9pPr>
            </a:lstStyle>
            <a:p>
              <a:pPr marL="0" marR="0" lvl="0" indent="0" algn="ctr" defTabSz="914400" rtl="0" eaLnBrk="0" fontAlgn="base" latinLnBrk="0" hangingPunct="0">
                <a:lnSpc>
                  <a:spcPct val="88000"/>
                </a:lnSpc>
                <a:spcBef>
                  <a:spcPct val="0"/>
                </a:spcBef>
                <a:spcAft>
                  <a:spcPct val="0"/>
                </a:spcAft>
                <a:buClrTx/>
                <a:buSzTx/>
                <a:buFontTx/>
                <a:buNone/>
                <a:tabLst/>
                <a:defRPr/>
              </a:pPr>
              <a:endParaRPr kumimoji="0" lang="en-US" altLang="en-US" sz="16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12307" name="Text Box 87"/>
            <p:cNvSpPr txBox="1">
              <a:spLocks noChangeArrowheads="1"/>
            </p:cNvSpPr>
            <p:nvPr/>
          </p:nvSpPr>
          <p:spPr bwMode="auto">
            <a:xfrm>
              <a:off x="4513" y="2659"/>
              <a:ext cx="122" cy="1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spcBef>
                  <a:spcPct val="20000"/>
                </a:spcBef>
                <a:buClr>
                  <a:schemeClr val="accent2"/>
                </a:buClr>
                <a:buSzPct val="110000"/>
                <a:buChar char="•"/>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hlink"/>
                </a:buClr>
                <a:buSzPct val="11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folHlink"/>
                </a:buClr>
                <a:buSzPct val="110000"/>
                <a:buChar char="•"/>
                <a:defRPr kumimoji="1" sz="2400" b="1">
                  <a:solidFill>
                    <a:schemeClr val="bg2"/>
                  </a:solidFill>
                  <a:latin typeface="Times New Roman" pitchFamily="18" charset="0"/>
                  <a:ea typeface="宋体" pitchFamily="2" charset="-122"/>
                </a:defRPr>
              </a:lvl3pPr>
              <a:lvl4pPr marL="1600200" indent="-228600" eaLnBrk="0" hangingPunct="0">
                <a:spcBef>
                  <a:spcPct val="20000"/>
                </a:spcBef>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9pPr>
            </a:lstStyle>
            <a:p>
              <a:pPr marL="0" marR="0" lvl="0" indent="0" algn="ctr" defTabSz="914400" rtl="0" eaLnBrk="0" fontAlgn="base" latinLnBrk="0" hangingPunct="0">
                <a:lnSpc>
                  <a:spcPct val="88000"/>
                </a:lnSpc>
                <a:spcBef>
                  <a:spcPct val="0"/>
                </a:spcBef>
                <a:spcAft>
                  <a:spcPct val="0"/>
                </a:spcAft>
                <a:buClrTx/>
                <a:buSzTx/>
                <a:buFontTx/>
                <a:buNone/>
                <a:tabLst/>
                <a:defRPr/>
              </a:pPr>
              <a:r>
                <a:rPr kumimoji="0" lang="zh-CN" altLang="en-US" sz="16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真</a:t>
              </a:r>
            </a:p>
          </p:txBody>
        </p:sp>
        <p:grpSp>
          <p:nvGrpSpPr>
            <p:cNvPr id="12308" name="Group 88"/>
            <p:cNvGrpSpPr>
              <a:grpSpLocks/>
            </p:cNvGrpSpPr>
            <p:nvPr/>
          </p:nvGrpSpPr>
          <p:grpSpPr bwMode="auto">
            <a:xfrm>
              <a:off x="4749" y="2387"/>
              <a:ext cx="761" cy="1451"/>
              <a:chOff x="2967" y="3554"/>
              <a:chExt cx="1062" cy="1550"/>
            </a:xfrm>
          </p:grpSpPr>
          <p:sp>
            <p:nvSpPr>
              <p:cNvPr id="12317" name="Rectangle 89"/>
              <p:cNvSpPr>
                <a:spLocks noChangeArrowheads="1"/>
              </p:cNvSpPr>
              <p:nvPr/>
            </p:nvSpPr>
            <p:spPr bwMode="auto">
              <a:xfrm>
                <a:off x="3462" y="3554"/>
                <a:ext cx="56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2"/>
                    </a:solidFill>
                    <a:miter lim="800000"/>
                    <a:headEnd/>
                    <a:tailEnd/>
                  </a14:hiddenLine>
                </a:ext>
              </a:extLst>
            </p:spPr>
            <p:txBody>
              <a:bodyPr lIns="0" tIns="0" rIns="0" bIns="0"/>
              <a:lstStyle>
                <a:lvl1pPr eaLnBrk="0" hangingPunct="0">
                  <a:spcBef>
                    <a:spcPct val="20000"/>
                  </a:spcBef>
                  <a:buClr>
                    <a:schemeClr val="accent2"/>
                  </a:buClr>
                  <a:buSzPct val="110000"/>
                  <a:buChar char="•"/>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hlink"/>
                  </a:buClr>
                  <a:buSzPct val="11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folHlink"/>
                  </a:buClr>
                  <a:buSzPct val="110000"/>
                  <a:buChar char="•"/>
                  <a:defRPr kumimoji="1" sz="2400" b="1">
                    <a:solidFill>
                      <a:schemeClr val="bg2"/>
                    </a:solidFill>
                    <a:latin typeface="Times New Roman" pitchFamily="18" charset="0"/>
                    <a:ea typeface="宋体" pitchFamily="2" charset="-122"/>
                  </a:defRPr>
                </a:lvl3pPr>
                <a:lvl4pPr marL="1600200" indent="-228600" eaLnBrk="0" hangingPunct="0">
                  <a:spcBef>
                    <a:spcPct val="20000"/>
                  </a:spcBef>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9pPr>
              </a:lstStyle>
              <a:p>
                <a:pPr marL="0" marR="0" lvl="0" indent="0" algn="ctr" defTabSz="914400" rtl="0" eaLnBrk="0" fontAlgn="base" latinLnBrk="0" hangingPunct="0">
                  <a:lnSpc>
                    <a:spcPct val="88000"/>
                  </a:lnSpc>
                  <a:spcBef>
                    <a:spcPct val="0"/>
                  </a:spcBef>
                  <a:spcAft>
                    <a:spcPct val="0"/>
                  </a:spcAft>
                  <a:buClrTx/>
                  <a:buSzTx/>
                  <a:buFontTx/>
                  <a:buNone/>
                  <a:tabLst/>
                  <a:defRPr/>
                </a:pPr>
                <a:endParaRPr kumimoji="0" lang="en-US" altLang="zh-CN" sz="16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zh-CN" sz="16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12318" name="Text Box 90"/>
              <p:cNvSpPr txBox="1">
                <a:spLocks noChangeArrowheads="1"/>
              </p:cNvSpPr>
              <p:nvPr/>
            </p:nvSpPr>
            <p:spPr bwMode="auto">
              <a:xfrm>
                <a:off x="3462" y="3806"/>
                <a:ext cx="170" cy="2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spcBef>
                    <a:spcPct val="20000"/>
                  </a:spcBef>
                  <a:buClr>
                    <a:schemeClr val="accent2"/>
                  </a:buClr>
                  <a:buSzPct val="110000"/>
                  <a:buChar char="•"/>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hlink"/>
                  </a:buClr>
                  <a:buSzPct val="11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folHlink"/>
                  </a:buClr>
                  <a:buSzPct val="110000"/>
                  <a:buChar char="•"/>
                  <a:defRPr kumimoji="1" sz="2400" b="1">
                    <a:solidFill>
                      <a:schemeClr val="bg2"/>
                    </a:solidFill>
                    <a:latin typeface="Times New Roman" pitchFamily="18" charset="0"/>
                    <a:ea typeface="宋体" pitchFamily="2" charset="-122"/>
                  </a:defRPr>
                </a:lvl3pPr>
                <a:lvl4pPr marL="1600200" indent="-228600" eaLnBrk="0" hangingPunct="0">
                  <a:spcBef>
                    <a:spcPct val="20000"/>
                  </a:spcBef>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9pPr>
              </a:lstStyle>
              <a:p>
                <a:pPr marL="0" marR="0" lvl="0" indent="0" algn="ctr" defTabSz="914400" rtl="0" eaLnBrk="0" fontAlgn="base" latinLnBrk="0" hangingPunct="0">
                  <a:lnSpc>
                    <a:spcPct val="88000"/>
                  </a:lnSpc>
                  <a:spcBef>
                    <a:spcPct val="0"/>
                  </a:spcBef>
                  <a:spcAft>
                    <a:spcPct val="0"/>
                  </a:spcAft>
                  <a:buClrTx/>
                  <a:buSzTx/>
                  <a:buFontTx/>
                  <a:buNone/>
                  <a:tabLst/>
                  <a:defRPr/>
                </a:pPr>
                <a:r>
                  <a:rPr kumimoji="0" lang="zh-CN" altLang="en-US" sz="16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假</a:t>
                </a:r>
              </a:p>
            </p:txBody>
          </p:sp>
          <p:grpSp>
            <p:nvGrpSpPr>
              <p:cNvPr id="12319" name="Group 91"/>
              <p:cNvGrpSpPr>
                <a:grpSpLocks/>
              </p:cNvGrpSpPr>
              <p:nvPr/>
            </p:nvGrpSpPr>
            <p:grpSpPr bwMode="auto">
              <a:xfrm flipH="1">
                <a:off x="2967" y="3743"/>
                <a:ext cx="780" cy="1361"/>
                <a:chOff x="3819" y="4404"/>
                <a:chExt cx="800" cy="853"/>
              </a:xfrm>
            </p:grpSpPr>
            <p:sp>
              <p:nvSpPr>
                <p:cNvPr id="12320" name="Line 92"/>
                <p:cNvSpPr>
                  <a:spLocks noChangeShapeType="1"/>
                </p:cNvSpPr>
                <p:nvPr/>
              </p:nvSpPr>
              <p:spPr bwMode="auto">
                <a:xfrm flipV="1">
                  <a:off x="3819" y="4404"/>
                  <a:ext cx="0" cy="849"/>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EAEAEA"/>
                    </a:solidFill>
                    <a:effectLst/>
                    <a:uLnTx/>
                    <a:uFillTx/>
                    <a:latin typeface="Times New Roman"/>
                    <a:ea typeface="宋体"/>
                    <a:cs typeface="+mn-cs"/>
                  </a:endParaRPr>
                </a:p>
              </p:txBody>
            </p:sp>
            <p:sp>
              <p:nvSpPr>
                <p:cNvPr id="12321" name="Line 93"/>
                <p:cNvSpPr>
                  <a:spLocks noChangeShapeType="1"/>
                </p:cNvSpPr>
                <p:nvPr/>
              </p:nvSpPr>
              <p:spPr bwMode="auto">
                <a:xfrm flipV="1">
                  <a:off x="3819" y="4416"/>
                  <a:ext cx="283"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EAEAEA"/>
                    </a:solidFill>
                    <a:effectLst/>
                    <a:uLnTx/>
                    <a:uFillTx/>
                    <a:latin typeface="Times New Roman"/>
                    <a:ea typeface="宋体"/>
                    <a:cs typeface="+mn-cs"/>
                  </a:endParaRPr>
                </a:p>
              </p:txBody>
            </p:sp>
            <p:sp>
              <p:nvSpPr>
                <p:cNvPr id="12322" name="Line 94"/>
                <p:cNvSpPr>
                  <a:spLocks noChangeShapeType="1"/>
                </p:cNvSpPr>
                <p:nvPr/>
              </p:nvSpPr>
              <p:spPr bwMode="auto">
                <a:xfrm>
                  <a:off x="3825" y="5257"/>
                  <a:ext cx="794" cy="0"/>
                </a:xfrm>
                <a:prstGeom prst="line">
                  <a:avLst/>
                </a:prstGeom>
                <a:noFill/>
                <a:ln w="9525">
                  <a:solidFill>
                    <a:schemeClr val="bg2"/>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EAEAEA"/>
                    </a:solidFill>
                    <a:effectLst/>
                    <a:uLnTx/>
                    <a:uFillTx/>
                    <a:latin typeface="Times New Roman"/>
                    <a:ea typeface="宋体"/>
                    <a:cs typeface="+mn-cs"/>
                  </a:endParaRPr>
                </a:p>
              </p:txBody>
            </p:sp>
          </p:grpSp>
        </p:grpSp>
        <p:sp>
          <p:nvSpPr>
            <p:cNvPr id="12309" name="Rectangle 95"/>
            <p:cNvSpPr>
              <a:spLocks noChangeArrowheads="1"/>
            </p:cNvSpPr>
            <p:nvPr/>
          </p:nvSpPr>
          <p:spPr bwMode="auto">
            <a:xfrm>
              <a:off x="4331" y="3475"/>
              <a:ext cx="731" cy="200"/>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spcBef>
                  <a:spcPct val="20000"/>
                </a:spcBef>
                <a:buClr>
                  <a:schemeClr val="accent2"/>
                </a:buClr>
                <a:buSzPct val="110000"/>
                <a:buChar char="•"/>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hlink"/>
                </a:buClr>
                <a:buSzPct val="11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folHlink"/>
                </a:buClr>
                <a:buSzPct val="110000"/>
                <a:buChar char="•"/>
                <a:defRPr kumimoji="1" sz="2400" b="1">
                  <a:solidFill>
                    <a:schemeClr val="bg2"/>
                  </a:solidFill>
                  <a:latin typeface="Times New Roman" pitchFamily="18" charset="0"/>
                  <a:ea typeface="宋体" pitchFamily="2" charset="-122"/>
                </a:defRPr>
              </a:lvl3pPr>
              <a:lvl4pPr marL="1600200" indent="-228600" eaLnBrk="0" hangingPunct="0">
                <a:spcBef>
                  <a:spcPct val="20000"/>
                </a:spcBef>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16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表达式</a:t>
              </a:r>
              <a:r>
                <a:rPr kumimoji="0" lang="en-US" altLang="zh-CN" sz="16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3</a:t>
              </a:r>
            </a:p>
          </p:txBody>
        </p:sp>
        <p:sp>
          <p:nvSpPr>
            <p:cNvPr id="12310" name="Line 96"/>
            <p:cNvSpPr>
              <a:spLocks noChangeShapeType="1"/>
            </p:cNvSpPr>
            <p:nvPr/>
          </p:nvSpPr>
          <p:spPr bwMode="auto">
            <a:xfrm>
              <a:off x="4688" y="3312"/>
              <a:ext cx="0" cy="161"/>
            </a:xfrm>
            <a:prstGeom prst="line">
              <a:avLst/>
            </a:prstGeom>
            <a:noFill/>
            <a:ln w="9525">
              <a:solidFill>
                <a:schemeClr val="bg2"/>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EAEAEA"/>
                </a:solidFill>
                <a:effectLst/>
                <a:uLnTx/>
                <a:uFillTx/>
                <a:latin typeface="Times New Roman"/>
                <a:ea typeface="宋体"/>
                <a:cs typeface="+mn-cs"/>
              </a:endParaRPr>
            </a:p>
          </p:txBody>
        </p:sp>
        <p:sp>
          <p:nvSpPr>
            <p:cNvPr id="12311" name="Line 97"/>
            <p:cNvSpPr>
              <a:spLocks noChangeShapeType="1"/>
            </p:cNvSpPr>
            <p:nvPr/>
          </p:nvSpPr>
          <p:spPr bwMode="auto">
            <a:xfrm>
              <a:off x="4739" y="3838"/>
              <a:ext cx="1" cy="91"/>
            </a:xfrm>
            <a:prstGeom prst="line">
              <a:avLst/>
            </a:prstGeom>
            <a:noFill/>
            <a:ln w="9525">
              <a:solidFill>
                <a:schemeClr val="bg2"/>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EAEAEA"/>
                </a:solidFill>
                <a:effectLst/>
                <a:uLnTx/>
                <a:uFillTx/>
                <a:latin typeface="Times New Roman"/>
                <a:ea typeface="宋体"/>
                <a:cs typeface="+mn-cs"/>
              </a:endParaRPr>
            </a:p>
          </p:txBody>
        </p:sp>
        <p:grpSp>
          <p:nvGrpSpPr>
            <p:cNvPr id="12312" name="Group 140"/>
            <p:cNvGrpSpPr>
              <a:grpSpLocks/>
            </p:cNvGrpSpPr>
            <p:nvPr/>
          </p:nvGrpSpPr>
          <p:grpSpPr bwMode="auto">
            <a:xfrm flipH="1">
              <a:off x="4680" y="3102"/>
              <a:ext cx="559" cy="283"/>
              <a:chOff x="3819" y="4404"/>
              <a:chExt cx="800" cy="853"/>
            </a:xfrm>
          </p:grpSpPr>
          <p:sp>
            <p:nvSpPr>
              <p:cNvPr id="12314" name="Line 141"/>
              <p:cNvSpPr>
                <a:spLocks noChangeShapeType="1"/>
              </p:cNvSpPr>
              <p:nvPr/>
            </p:nvSpPr>
            <p:spPr bwMode="auto">
              <a:xfrm flipV="1">
                <a:off x="3819" y="4404"/>
                <a:ext cx="0" cy="849"/>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EAEAEA"/>
                  </a:solidFill>
                  <a:effectLst/>
                  <a:uLnTx/>
                  <a:uFillTx/>
                  <a:latin typeface="Times New Roman"/>
                  <a:ea typeface="宋体"/>
                  <a:cs typeface="+mn-cs"/>
                </a:endParaRPr>
              </a:p>
            </p:txBody>
          </p:sp>
          <p:sp>
            <p:nvSpPr>
              <p:cNvPr id="12315" name="Line 142"/>
              <p:cNvSpPr>
                <a:spLocks noChangeShapeType="1"/>
              </p:cNvSpPr>
              <p:nvPr/>
            </p:nvSpPr>
            <p:spPr bwMode="auto">
              <a:xfrm flipV="1">
                <a:off x="3819" y="4416"/>
                <a:ext cx="283"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EAEAEA"/>
                  </a:solidFill>
                  <a:effectLst/>
                  <a:uLnTx/>
                  <a:uFillTx/>
                  <a:latin typeface="Times New Roman"/>
                  <a:ea typeface="宋体"/>
                  <a:cs typeface="+mn-cs"/>
                </a:endParaRPr>
              </a:p>
            </p:txBody>
          </p:sp>
          <p:sp>
            <p:nvSpPr>
              <p:cNvPr id="12316" name="Line 143"/>
              <p:cNvSpPr>
                <a:spLocks noChangeShapeType="1"/>
              </p:cNvSpPr>
              <p:nvPr/>
            </p:nvSpPr>
            <p:spPr bwMode="auto">
              <a:xfrm>
                <a:off x="3825" y="5257"/>
                <a:ext cx="794" cy="0"/>
              </a:xfrm>
              <a:prstGeom prst="line">
                <a:avLst/>
              </a:prstGeom>
              <a:noFill/>
              <a:ln w="9525">
                <a:solidFill>
                  <a:schemeClr val="bg2"/>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EAEAEA"/>
                  </a:solidFill>
                  <a:effectLst/>
                  <a:uLnTx/>
                  <a:uFillTx/>
                  <a:latin typeface="Times New Roman"/>
                  <a:ea typeface="宋体"/>
                  <a:cs typeface="+mn-cs"/>
                </a:endParaRPr>
              </a:p>
            </p:txBody>
          </p:sp>
        </p:grpSp>
        <p:sp>
          <p:nvSpPr>
            <p:cNvPr id="12313" name="Line 117"/>
            <p:cNvSpPr>
              <a:spLocks noChangeShapeType="1"/>
            </p:cNvSpPr>
            <p:nvPr/>
          </p:nvSpPr>
          <p:spPr bwMode="auto">
            <a:xfrm>
              <a:off x="4966" y="3113"/>
              <a:ext cx="273" cy="0"/>
            </a:xfrm>
            <a:prstGeom prst="line">
              <a:avLst/>
            </a:prstGeom>
            <a:noFill/>
            <a:ln w="9525">
              <a:solidFill>
                <a:srgbClr val="CC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EAEAEA"/>
                </a:solidFill>
                <a:effectLst/>
                <a:uLnTx/>
                <a:uFillTx/>
                <a:latin typeface="Times New Roman"/>
                <a:ea typeface="宋体"/>
                <a:cs typeface="+mn-cs"/>
              </a:endParaRPr>
            </a:p>
          </p:txBody>
        </p:sp>
      </p:grpSp>
      <p:sp>
        <p:nvSpPr>
          <p:cNvPr id="81" name="Rectangle 2"/>
          <p:cNvSpPr txBox="1">
            <a:spLocks noChangeArrowheads="1"/>
          </p:cNvSpPr>
          <p:nvPr/>
        </p:nvSpPr>
        <p:spPr>
          <a:xfrm>
            <a:off x="812800" y="304800"/>
            <a:ext cx="10363200" cy="609600"/>
          </a:xfrm>
          <a:prstGeom prst="rect">
            <a:avLst/>
          </a:prstGeom>
        </p:spPr>
        <p:txBody>
          <a:bodyPr vert="horz" wrap="square" lIns="90170" tIns="46990" rIns="90170" bIns="46990" rtlCol="0" anchor="ctr" anchorCtr="0">
            <a:noAutofit/>
          </a:bodyPr>
          <a:lstStyle>
            <a:lvl1pPr marL="0" marR="0" algn="l" defTabSz="914400" rtl="0" eaLnBrk="1" fontAlgn="auto" latinLnBrk="0" hangingPunct="1">
              <a:lnSpc>
                <a:spcPct val="100000"/>
              </a:lnSpc>
              <a:spcBef>
                <a:spcPct val="0"/>
              </a:spcBef>
              <a:buNone/>
              <a:defRPr kumimoji="0" lang="zh-CN" altLang="en-US" sz="36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3600" b="1" i="0" u="none" strike="noStrike" kern="1200" cap="none" spc="200" normalizeH="0" baseline="0" noProof="1">
                <a:ln>
                  <a:noFill/>
                </a:ln>
                <a:solidFill>
                  <a:srgbClr val="000000"/>
                </a:solidFill>
                <a:effectLst/>
                <a:uLnTx/>
                <a:uFillTx/>
                <a:latin typeface="Arial" panose="020B0604020202020204" pitchFamily="34" charset="0"/>
                <a:ea typeface="微软雅黑" panose="020B0503020204020204" charset="-122"/>
                <a:cs typeface="+mj-cs"/>
                <a:sym typeface="+mn-ea"/>
              </a:rPr>
              <a:t>3.3.5 </a:t>
            </a:r>
            <a:r>
              <a:rPr kumimoji="0" lang="zh-CN" altLang="en-US" sz="3600" b="1" i="0" u="none" strike="noStrike" kern="1200" cap="none" spc="200" normalizeH="0" baseline="0" noProof="1">
                <a:ln>
                  <a:noFill/>
                </a:ln>
                <a:solidFill>
                  <a:srgbClr val="000000"/>
                </a:solidFill>
                <a:effectLst/>
                <a:uLnTx/>
                <a:uFillTx/>
                <a:latin typeface="Arial" panose="020B0604020202020204" pitchFamily="34" charset="0"/>
                <a:ea typeface="微软雅黑" panose="020B0503020204020204" charset="-122"/>
                <a:cs typeface="+mj-cs"/>
                <a:sym typeface="+mn-ea"/>
              </a:rPr>
              <a:t>转向语句</a:t>
            </a:r>
          </a:p>
        </p:txBody>
      </p:sp>
    </p:spTree>
    <p:extLst>
      <p:ext uri="{BB962C8B-B14F-4D97-AF65-F5344CB8AC3E}">
        <p14:creationId xmlns:p14="http://schemas.microsoft.com/office/powerpoint/2010/main" val="176966645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1000"/>
                                  </p:stCondLst>
                                  <p:childTnLst>
                                    <p:set>
                                      <p:cBhvr>
                                        <p:cTn id="6" dur="1" fill="hold">
                                          <p:stCondLst>
                                            <p:cond delay="0"/>
                                          </p:stCondLst>
                                        </p:cTn>
                                        <p:tgtEl>
                                          <p:spTgt spid="16554"/>
                                        </p:tgtEl>
                                        <p:attrNameLst>
                                          <p:attrName>style.visibility</p:attrName>
                                        </p:attrNameLst>
                                      </p:cBhvr>
                                      <p:to>
                                        <p:strVal val="visible"/>
                                      </p:to>
                                    </p:set>
                                  </p:childTnLst>
                                </p:cTn>
                              </p:par>
                            </p:childTnLst>
                          </p:cTn>
                        </p:par>
                        <p:par>
                          <p:cTn id="7" fill="hold" nodeType="afterGroup">
                            <p:stCondLst>
                              <p:cond delay="1000"/>
                            </p:stCondLst>
                            <p:childTnLst>
                              <p:par>
                                <p:cTn id="8" presetID="1" presetClass="entr" presetSubtype="0" fill="hold" nodeType="afterEffect">
                                  <p:stCondLst>
                                    <p:cond delay="1000"/>
                                  </p:stCondLst>
                                  <p:childTnLst>
                                    <p:set>
                                      <p:cBhvr>
                                        <p:cTn id="9" dur="1" fill="hold">
                                          <p:stCondLst>
                                            <p:cond delay="0"/>
                                          </p:stCondLst>
                                        </p:cTn>
                                        <p:tgtEl>
                                          <p:spTgt spid="16529"/>
                                        </p:tgtEl>
                                        <p:attrNameLst>
                                          <p:attrName>style.visibility</p:attrName>
                                        </p:attrNameLst>
                                      </p:cBhvr>
                                      <p:to>
                                        <p:strVal val="visible"/>
                                      </p:to>
                                    </p:set>
                                  </p:childTnLst>
                                </p:cTn>
                              </p:par>
                            </p:childTnLst>
                          </p:cTn>
                        </p:par>
                        <p:par>
                          <p:cTn id="10" fill="hold" nodeType="afterGroup">
                            <p:stCondLst>
                              <p:cond delay="2000"/>
                            </p:stCondLst>
                            <p:childTnLst>
                              <p:par>
                                <p:cTn id="11" presetID="1" presetClass="entr" presetSubtype="0" fill="hold" nodeType="afterEffect">
                                  <p:stCondLst>
                                    <p:cond delay="1000"/>
                                  </p:stCondLst>
                                  <p:childTnLst>
                                    <p:set>
                                      <p:cBhvr>
                                        <p:cTn id="12" dur="1" fill="hold">
                                          <p:stCondLst>
                                            <p:cond delay="0"/>
                                          </p:stCondLst>
                                        </p:cTn>
                                        <p:tgtEl>
                                          <p:spTgt spid="165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082" name="Text Box 2"/>
          <p:cNvSpPr txBox="1">
            <a:spLocks noChangeArrowheads="1"/>
          </p:cNvSpPr>
          <p:nvPr/>
        </p:nvSpPr>
        <p:spPr bwMode="auto">
          <a:xfrm>
            <a:off x="527053" y="161927"/>
            <a:ext cx="9488817"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lr>
                <a:schemeClr val="accent2"/>
              </a:buClr>
              <a:buSzPct val="110000"/>
              <a:buChar char="•"/>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chemeClr val="hlink"/>
              </a:buClr>
              <a:buSzPct val="11000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folHlink"/>
              </a:buClr>
              <a:buSzPct val="110000"/>
              <a:buChar char="•"/>
              <a:defRPr kumimoji="1" sz="2400" b="1">
                <a:solidFill>
                  <a:schemeClr val="bg2"/>
                </a:solidFill>
                <a:latin typeface="Times New Roman" pitchFamily="18" charset="0"/>
                <a:ea typeface="宋体" pitchFamily="2" charset="-122"/>
              </a:defRPr>
            </a:lvl3pPr>
            <a:lvl4pPr marL="1600200" indent="-228600" eaLnBrk="0" hangingPunct="0">
              <a:spcBef>
                <a:spcPct val="20000"/>
              </a:spcBef>
              <a:buChar char="–"/>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9pPr>
          </a:lstStyle>
          <a:p>
            <a:pPr lvl="0" eaLnBrk="1" fontAlgn="base" hangingPunct="1">
              <a:spcBef>
                <a:spcPct val="0"/>
              </a:spcBef>
              <a:spcAft>
                <a:spcPct val="0"/>
              </a:spcAft>
              <a:buClrTx/>
              <a:buSzTx/>
              <a:buNone/>
            </a:pPr>
            <a:r>
              <a:rPr lang="en-US" altLang="zh-CN" sz="2400" dirty="0">
                <a:solidFill>
                  <a:srgbClr val="000000"/>
                </a:solidFill>
                <a:cs typeface="Times New Roman" pitchFamily="18" charset="0"/>
              </a:rPr>
              <a:t>【</a:t>
            </a:r>
            <a:r>
              <a:rPr lang="zh-CN" altLang="en-US" sz="2400" dirty="0">
                <a:solidFill>
                  <a:srgbClr val="000000"/>
                </a:solidFill>
                <a:cs typeface="Times New Roman" pitchFamily="18" charset="0"/>
              </a:rPr>
              <a:t>例 </a:t>
            </a:r>
            <a:r>
              <a:rPr lang="en-US" altLang="zh-CN" sz="2400" dirty="0">
                <a:solidFill>
                  <a:srgbClr val="000000"/>
                </a:solidFill>
                <a:cs typeface="Times New Roman" pitchFamily="18" charset="0"/>
              </a:rPr>
              <a:t>3.15】</a:t>
            </a:r>
            <a:r>
              <a:rPr lang="zh-CN" altLang="en-US" sz="2400" dirty="0">
                <a:solidFill>
                  <a:srgbClr val="000000"/>
                </a:solidFill>
                <a:cs typeface="Times New Roman" pitchFamily="18" charset="0"/>
              </a:rPr>
              <a:t>输入 </a:t>
            </a:r>
            <a:r>
              <a:rPr lang="en-US" altLang="zh-CN" sz="2400" dirty="0">
                <a:solidFill>
                  <a:srgbClr val="000000"/>
                </a:solidFill>
                <a:cs typeface="Times New Roman" pitchFamily="18" charset="0"/>
              </a:rPr>
              <a:t>20 </a:t>
            </a:r>
            <a:r>
              <a:rPr lang="zh-CN" altLang="en-US" sz="2400" dirty="0">
                <a:solidFill>
                  <a:srgbClr val="000000"/>
                </a:solidFill>
                <a:cs typeface="Times New Roman" pitchFamily="18" charset="0"/>
              </a:rPr>
              <a:t>个实数，输出其中的非负数，小数位显示 </a:t>
            </a:r>
            <a:r>
              <a:rPr lang="en-US" altLang="zh-CN" sz="2400" dirty="0">
                <a:solidFill>
                  <a:srgbClr val="000000"/>
                </a:solidFill>
                <a:cs typeface="Times New Roman" pitchFamily="18" charset="0"/>
              </a:rPr>
              <a:t>2 </a:t>
            </a:r>
            <a:r>
              <a:rPr lang="zh-CN" altLang="en-US" sz="2400" dirty="0">
                <a:solidFill>
                  <a:srgbClr val="000000"/>
                </a:solidFill>
                <a:cs typeface="Times New Roman" pitchFamily="18" charset="0"/>
              </a:rPr>
              <a:t>位。</a:t>
            </a:r>
          </a:p>
          <a:p>
            <a:pPr lvl="0" eaLnBrk="1" fontAlgn="base" hangingPunct="1">
              <a:spcBef>
                <a:spcPct val="0"/>
              </a:spcBef>
              <a:spcAft>
                <a:spcPct val="0"/>
              </a:spcAft>
              <a:buClrTx/>
              <a:buSzTx/>
              <a:buNone/>
            </a:pPr>
            <a:r>
              <a:rPr lang="en-US" altLang="zh-CN" sz="2400" dirty="0">
                <a:solidFill>
                  <a:srgbClr val="000000"/>
                </a:solidFill>
                <a:cs typeface="Times New Roman" pitchFamily="18" charset="0"/>
              </a:rPr>
              <a:t>#include &lt;</a:t>
            </a:r>
            <a:r>
              <a:rPr lang="en-US" altLang="zh-CN" sz="2400" dirty="0" err="1">
                <a:solidFill>
                  <a:srgbClr val="000000"/>
                </a:solidFill>
                <a:cs typeface="Times New Roman" pitchFamily="18" charset="0"/>
              </a:rPr>
              <a:t>stdio.h</a:t>
            </a:r>
            <a:r>
              <a:rPr lang="en-US" altLang="zh-CN" sz="2400" dirty="0">
                <a:solidFill>
                  <a:srgbClr val="000000"/>
                </a:solidFill>
                <a:cs typeface="Times New Roman" pitchFamily="18" charset="0"/>
              </a:rPr>
              <a:t>&gt;</a:t>
            </a:r>
          </a:p>
          <a:p>
            <a:pPr lvl="0" eaLnBrk="1" fontAlgn="base" hangingPunct="1">
              <a:spcBef>
                <a:spcPct val="0"/>
              </a:spcBef>
              <a:spcAft>
                <a:spcPct val="0"/>
              </a:spcAft>
              <a:buClrTx/>
              <a:buSzTx/>
              <a:buNone/>
            </a:pPr>
            <a:r>
              <a:rPr lang="en-US" altLang="zh-CN" sz="2400" dirty="0">
                <a:solidFill>
                  <a:srgbClr val="000000"/>
                </a:solidFill>
                <a:cs typeface="Times New Roman" pitchFamily="18" charset="0"/>
              </a:rPr>
              <a:t>int main(void) {</a:t>
            </a:r>
          </a:p>
          <a:p>
            <a:pPr lvl="0" eaLnBrk="1" fontAlgn="base" hangingPunct="1">
              <a:spcBef>
                <a:spcPct val="0"/>
              </a:spcBef>
              <a:spcAft>
                <a:spcPct val="0"/>
              </a:spcAft>
              <a:buClrTx/>
              <a:buSzTx/>
              <a:buNone/>
            </a:pPr>
            <a:r>
              <a:rPr lang="zh-CN" altLang="en-US" sz="2400" dirty="0">
                <a:solidFill>
                  <a:srgbClr val="000000"/>
                </a:solidFill>
                <a:cs typeface="Times New Roman" pitchFamily="18" charset="0"/>
              </a:rPr>
              <a:t>　    </a:t>
            </a:r>
            <a:r>
              <a:rPr lang="en-US" altLang="zh-CN" sz="2400" dirty="0">
                <a:solidFill>
                  <a:srgbClr val="000000"/>
                </a:solidFill>
                <a:cs typeface="Times New Roman" pitchFamily="18" charset="0"/>
              </a:rPr>
              <a:t>int </a:t>
            </a:r>
            <a:r>
              <a:rPr lang="en-US" altLang="zh-CN" sz="2400" dirty="0" err="1">
                <a:solidFill>
                  <a:srgbClr val="000000"/>
                </a:solidFill>
                <a:cs typeface="Times New Roman" pitchFamily="18" charset="0"/>
              </a:rPr>
              <a:t>i</a:t>
            </a:r>
            <a:r>
              <a:rPr lang="en-US" altLang="zh-CN" sz="2400" dirty="0">
                <a:solidFill>
                  <a:srgbClr val="000000"/>
                </a:solidFill>
                <a:cs typeface="Times New Roman" pitchFamily="18" charset="0"/>
              </a:rPr>
              <a:t>;</a:t>
            </a:r>
          </a:p>
          <a:p>
            <a:pPr lvl="0" eaLnBrk="1" fontAlgn="base" hangingPunct="1">
              <a:spcBef>
                <a:spcPct val="0"/>
              </a:spcBef>
              <a:spcAft>
                <a:spcPct val="0"/>
              </a:spcAft>
              <a:buClrTx/>
              <a:buSzTx/>
              <a:buNone/>
            </a:pPr>
            <a:r>
              <a:rPr lang="en-US" altLang="zh-CN" sz="2400" dirty="0">
                <a:solidFill>
                  <a:srgbClr val="000000"/>
                </a:solidFill>
                <a:cs typeface="Times New Roman" pitchFamily="18" charset="0"/>
              </a:rPr>
              <a:t>        double x;</a:t>
            </a:r>
          </a:p>
          <a:p>
            <a:pPr lvl="0" eaLnBrk="1" fontAlgn="base" hangingPunct="1">
              <a:spcBef>
                <a:spcPct val="0"/>
              </a:spcBef>
              <a:spcAft>
                <a:spcPct val="0"/>
              </a:spcAft>
              <a:buClrTx/>
              <a:buSzTx/>
              <a:buNone/>
            </a:pPr>
            <a:endParaRPr lang="en-US" altLang="zh-CN" sz="2400" dirty="0">
              <a:solidFill>
                <a:srgbClr val="000000"/>
              </a:solidFill>
              <a:cs typeface="Times New Roman" pitchFamily="18" charset="0"/>
            </a:endParaRPr>
          </a:p>
          <a:p>
            <a:pPr lvl="0" eaLnBrk="1" fontAlgn="base" hangingPunct="1">
              <a:spcBef>
                <a:spcPct val="0"/>
              </a:spcBef>
              <a:spcAft>
                <a:spcPct val="0"/>
              </a:spcAft>
              <a:buClrTx/>
              <a:buSzTx/>
              <a:buNone/>
            </a:pPr>
            <a:r>
              <a:rPr lang="en-US" altLang="zh-CN" sz="2400" dirty="0">
                <a:solidFill>
                  <a:srgbClr val="000000"/>
                </a:solidFill>
                <a:cs typeface="Times New Roman" pitchFamily="18" charset="0"/>
              </a:rPr>
              <a:t>        </a:t>
            </a:r>
            <a:r>
              <a:rPr lang="en-US" altLang="zh-CN" sz="2400" dirty="0" err="1">
                <a:solidFill>
                  <a:srgbClr val="000000"/>
                </a:solidFill>
                <a:cs typeface="Times New Roman" pitchFamily="18" charset="0"/>
              </a:rPr>
              <a:t>printf</a:t>
            </a:r>
            <a:r>
              <a:rPr lang="en-US" altLang="zh-CN" sz="2400" dirty="0">
                <a:solidFill>
                  <a:srgbClr val="000000"/>
                </a:solidFill>
                <a:cs typeface="Times New Roman" pitchFamily="18" charset="0"/>
              </a:rPr>
              <a:t>("Enter 20 real numbers: \n");</a:t>
            </a:r>
          </a:p>
          <a:p>
            <a:pPr lvl="0" eaLnBrk="1" fontAlgn="base" hangingPunct="1">
              <a:spcBef>
                <a:spcPct val="0"/>
              </a:spcBef>
              <a:spcAft>
                <a:spcPct val="0"/>
              </a:spcAft>
              <a:buClrTx/>
              <a:buSzTx/>
              <a:buNone/>
            </a:pPr>
            <a:r>
              <a:rPr lang="zh-CN" altLang="en-US" sz="2400" dirty="0">
                <a:solidFill>
                  <a:srgbClr val="000000"/>
                </a:solidFill>
                <a:cs typeface="Times New Roman" pitchFamily="18" charset="0"/>
              </a:rPr>
              <a:t>　    </a:t>
            </a:r>
            <a:r>
              <a:rPr lang="en-US" altLang="zh-CN" sz="2400" dirty="0">
                <a:solidFill>
                  <a:srgbClr val="000000"/>
                </a:solidFill>
                <a:cs typeface="Times New Roman" pitchFamily="18" charset="0"/>
              </a:rPr>
              <a:t>for (</a:t>
            </a:r>
            <a:r>
              <a:rPr lang="en-US" altLang="zh-CN" sz="2400" dirty="0" err="1">
                <a:solidFill>
                  <a:srgbClr val="000000"/>
                </a:solidFill>
                <a:cs typeface="Times New Roman" pitchFamily="18" charset="0"/>
              </a:rPr>
              <a:t>i</a:t>
            </a:r>
            <a:r>
              <a:rPr lang="en-US" altLang="zh-CN" sz="2400" dirty="0">
                <a:solidFill>
                  <a:srgbClr val="000000"/>
                </a:solidFill>
                <a:cs typeface="Times New Roman" pitchFamily="18" charset="0"/>
              </a:rPr>
              <a:t> = 1; </a:t>
            </a:r>
            <a:r>
              <a:rPr lang="en-US" altLang="zh-CN" sz="2400" dirty="0" err="1">
                <a:solidFill>
                  <a:srgbClr val="000000"/>
                </a:solidFill>
                <a:cs typeface="Times New Roman" pitchFamily="18" charset="0"/>
              </a:rPr>
              <a:t>i</a:t>
            </a:r>
            <a:r>
              <a:rPr lang="en-US" altLang="zh-CN" sz="2400" dirty="0">
                <a:solidFill>
                  <a:srgbClr val="000000"/>
                </a:solidFill>
                <a:cs typeface="Times New Roman" pitchFamily="18" charset="0"/>
              </a:rPr>
              <a:t> &lt;= 20; </a:t>
            </a:r>
            <a:r>
              <a:rPr lang="en-US" altLang="zh-CN" sz="2400" dirty="0" err="1">
                <a:solidFill>
                  <a:srgbClr val="000000"/>
                </a:solidFill>
                <a:cs typeface="Times New Roman" pitchFamily="18" charset="0"/>
              </a:rPr>
              <a:t>i</a:t>
            </a:r>
            <a:r>
              <a:rPr lang="en-US" altLang="zh-CN" sz="2400" dirty="0">
                <a:solidFill>
                  <a:srgbClr val="000000"/>
                </a:solidFill>
                <a:cs typeface="Times New Roman" pitchFamily="18" charset="0"/>
              </a:rPr>
              <a:t>++) {</a:t>
            </a:r>
          </a:p>
          <a:p>
            <a:pPr lvl="0" eaLnBrk="1" fontAlgn="base" hangingPunct="1">
              <a:spcBef>
                <a:spcPct val="0"/>
              </a:spcBef>
              <a:spcAft>
                <a:spcPct val="0"/>
              </a:spcAft>
              <a:buClrTx/>
              <a:buSzTx/>
              <a:buNone/>
            </a:pPr>
            <a:r>
              <a:rPr lang="en-US" altLang="zh-CN" sz="2400" dirty="0">
                <a:solidFill>
                  <a:srgbClr val="000000"/>
                </a:solidFill>
                <a:cs typeface="Times New Roman" pitchFamily="18" charset="0"/>
              </a:rPr>
              <a:t>  </a:t>
            </a:r>
            <a:r>
              <a:rPr lang="zh-CN" altLang="en-US" sz="2400" dirty="0">
                <a:solidFill>
                  <a:srgbClr val="000000"/>
                </a:solidFill>
                <a:cs typeface="Times New Roman" pitchFamily="18" charset="0"/>
              </a:rPr>
              <a:t>　         </a:t>
            </a:r>
            <a:r>
              <a:rPr lang="en-US" altLang="zh-CN" sz="2400" dirty="0" err="1">
                <a:solidFill>
                  <a:srgbClr val="000000"/>
                </a:solidFill>
                <a:cs typeface="Times New Roman" pitchFamily="18" charset="0"/>
              </a:rPr>
              <a:t>scanf</a:t>
            </a:r>
            <a:r>
              <a:rPr lang="en-US" altLang="zh-CN" sz="2400" dirty="0">
                <a:solidFill>
                  <a:srgbClr val="000000"/>
                </a:solidFill>
                <a:cs typeface="Times New Roman" pitchFamily="18" charset="0"/>
              </a:rPr>
              <a:t>(" %</a:t>
            </a:r>
            <a:r>
              <a:rPr lang="en-US" altLang="zh-CN" sz="2400" dirty="0" err="1">
                <a:solidFill>
                  <a:srgbClr val="000000"/>
                </a:solidFill>
                <a:cs typeface="Times New Roman" pitchFamily="18" charset="0"/>
              </a:rPr>
              <a:t>lf</a:t>
            </a:r>
            <a:r>
              <a:rPr lang="en-US" altLang="zh-CN" sz="2400" dirty="0">
                <a:solidFill>
                  <a:srgbClr val="000000"/>
                </a:solidFill>
                <a:cs typeface="Times New Roman" pitchFamily="18" charset="0"/>
              </a:rPr>
              <a:t>", &amp;x);</a:t>
            </a:r>
          </a:p>
          <a:p>
            <a:pPr lvl="0" eaLnBrk="1" fontAlgn="base" hangingPunct="1">
              <a:spcBef>
                <a:spcPct val="0"/>
              </a:spcBef>
              <a:spcAft>
                <a:spcPct val="0"/>
              </a:spcAft>
              <a:buClrTx/>
              <a:buSzTx/>
              <a:buNone/>
            </a:pPr>
            <a:r>
              <a:rPr lang="zh-CN" altLang="en-US" sz="2400" dirty="0">
                <a:solidFill>
                  <a:srgbClr val="000000"/>
                </a:solidFill>
                <a:cs typeface="Times New Roman" pitchFamily="18" charset="0"/>
              </a:rPr>
              <a:t>　　       </a:t>
            </a:r>
            <a:r>
              <a:rPr lang="en-US" altLang="zh-CN" sz="2400" dirty="0">
                <a:solidFill>
                  <a:srgbClr val="000000"/>
                </a:solidFill>
                <a:cs typeface="Times New Roman" pitchFamily="18" charset="0"/>
              </a:rPr>
              <a:t>if (x&lt;0)  {     // </a:t>
            </a:r>
            <a:r>
              <a:rPr lang="zh-CN" altLang="en-US" sz="2400" dirty="0">
                <a:solidFill>
                  <a:srgbClr val="000000"/>
                </a:solidFill>
                <a:cs typeface="Times New Roman" pitchFamily="18" charset="0"/>
              </a:rPr>
              <a:t>若 </a:t>
            </a:r>
            <a:r>
              <a:rPr lang="en-US" altLang="zh-CN" sz="2400" dirty="0">
                <a:solidFill>
                  <a:srgbClr val="000000"/>
                </a:solidFill>
                <a:cs typeface="Times New Roman" pitchFamily="18" charset="0"/>
              </a:rPr>
              <a:t>x&lt;0, </a:t>
            </a:r>
            <a:r>
              <a:rPr lang="zh-CN" altLang="en-US" sz="2400" dirty="0">
                <a:solidFill>
                  <a:srgbClr val="000000"/>
                </a:solidFill>
                <a:cs typeface="Times New Roman" pitchFamily="18" charset="0"/>
              </a:rPr>
              <a:t>则结束本次循环</a:t>
            </a:r>
            <a:r>
              <a:rPr lang="en-US" altLang="zh-CN" sz="2400" dirty="0">
                <a:solidFill>
                  <a:srgbClr val="000000"/>
                </a:solidFill>
                <a:cs typeface="Times New Roman" pitchFamily="18" charset="0"/>
              </a:rPr>
              <a:t>, </a:t>
            </a:r>
            <a:r>
              <a:rPr lang="zh-CN" altLang="en-US" sz="2400" dirty="0">
                <a:solidFill>
                  <a:srgbClr val="000000"/>
                </a:solidFill>
                <a:cs typeface="Times New Roman" pitchFamily="18" charset="0"/>
              </a:rPr>
              <a:t>跳到 </a:t>
            </a:r>
            <a:r>
              <a:rPr lang="en-US" altLang="zh-CN" sz="2400" dirty="0" err="1">
                <a:solidFill>
                  <a:srgbClr val="000000"/>
                </a:solidFill>
                <a:cs typeface="Times New Roman" pitchFamily="18" charset="0"/>
              </a:rPr>
              <a:t>i</a:t>
            </a:r>
            <a:r>
              <a:rPr lang="en-US" altLang="zh-CN" sz="2400" dirty="0">
                <a:solidFill>
                  <a:srgbClr val="000000"/>
                </a:solidFill>
                <a:cs typeface="Times New Roman" pitchFamily="18" charset="0"/>
              </a:rPr>
              <a:t>++</a:t>
            </a:r>
          </a:p>
          <a:p>
            <a:pPr lvl="0" eaLnBrk="1" fontAlgn="base" hangingPunct="1">
              <a:spcBef>
                <a:spcPct val="0"/>
              </a:spcBef>
              <a:spcAft>
                <a:spcPct val="0"/>
              </a:spcAft>
              <a:buClrTx/>
              <a:buSzTx/>
              <a:buNone/>
            </a:pPr>
            <a:r>
              <a:rPr lang="en-US" altLang="zh-CN" sz="2400" dirty="0">
                <a:solidFill>
                  <a:srgbClr val="000000"/>
                </a:solidFill>
                <a:cs typeface="Times New Roman" pitchFamily="18" charset="0"/>
              </a:rPr>
              <a:t>                     continue;</a:t>
            </a:r>
          </a:p>
          <a:p>
            <a:pPr lvl="0" eaLnBrk="1" fontAlgn="base" hangingPunct="1">
              <a:spcBef>
                <a:spcPct val="0"/>
              </a:spcBef>
              <a:spcAft>
                <a:spcPct val="0"/>
              </a:spcAft>
              <a:buClrTx/>
              <a:buSzTx/>
              <a:buNone/>
            </a:pPr>
            <a:r>
              <a:rPr lang="en-US" altLang="zh-CN" sz="2400" dirty="0">
                <a:solidFill>
                  <a:srgbClr val="000000"/>
                </a:solidFill>
                <a:cs typeface="Times New Roman" pitchFamily="18" charset="0"/>
              </a:rPr>
              <a:t>               }</a:t>
            </a:r>
          </a:p>
          <a:p>
            <a:pPr lvl="0" eaLnBrk="1" fontAlgn="base" hangingPunct="1">
              <a:spcBef>
                <a:spcPct val="0"/>
              </a:spcBef>
              <a:spcAft>
                <a:spcPct val="0"/>
              </a:spcAft>
              <a:buClrTx/>
              <a:buSzTx/>
              <a:buNone/>
            </a:pPr>
            <a:r>
              <a:rPr lang="en-US" altLang="zh-CN" sz="2400" dirty="0">
                <a:solidFill>
                  <a:srgbClr val="000000"/>
                </a:solidFill>
                <a:cs typeface="Times New Roman" pitchFamily="18" charset="0"/>
              </a:rPr>
              <a:t>     </a:t>
            </a:r>
            <a:r>
              <a:rPr lang="zh-CN" altLang="en-US" sz="2400" dirty="0">
                <a:solidFill>
                  <a:srgbClr val="000000"/>
                </a:solidFill>
                <a:cs typeface="Times New Roman" pitchFamily="18" charset="0"/>
              </a:rPr>
              <a:t>　      </a:t>
            </a:r>
            <a:r>
              <a:rPr lang="en-US" altLang="zh-CN" sz="2400" dirty="0" err="1">
                <a:solidFill>
                  <a:srgbClr val="000000"/>
                </a:solidFill>
                <a:cs typeface="Times New Roman" pitchFamily="18" charset="0"/>
              </a:rPr>
              <a:t>printf</a:t>
            </a:r>
            <a:r>
              <a:rPr lang="en-US" altLang="zh-CN" sz="2400" dirty="0">
                <a:solidFill>
                  <a:srgbClr val="000000"/>
                </a:solidFill>
                <a:cs typeface="Times New Roman" pitchFamily="18" charset="0"/>
              </a:rPr>
              <a:t>(" x = %. 2f \n", x);</a:t>
            </a:r>
          </a:p>
          <a:p>
            <a:pPr lvl="0" eaLnBrk="1" fontAlgn="base" hangingPunct="1">
              <a:spcBef>
                <a:spcPct val="0"/>
              </a:spcBef>
              <a:spcAft>
                <a:spcPct val="0"/>
              </a:spcAft>
              <a:buClrTx/>
              <a:buSzTx/>
              <a:buNone/>
            </a:pPr>
            <a:r>
              <a:rPr lang="en-US" altLang="zh-CN" sz="2400" dirty="0">
                <a:solidFill>
                  <a:srgbClr val="000000"/>
                </a:solidFill>
                <a:cs typeface="Times New Roman" pitchFamily="18" charset="0"/>
              </a:rPr>
              <a:t>      }</a:t>
            </a:r>
          </a:p>
          <a:p>
            <a:pPr lvl="0" eaLnBrk="1" fontAlgn="base" hangingPunct="1">
              <a:spcBef>
                <a:spcPct val="0"/>
              </a:spcBef>
              <a:spcAft>
                <a:spcPct val="0"/>
              </a:spcAft>
              <a:buClrTx/>
              <a:buSzTx/>
              <a:buNone/>
            </a:pPr>
            <a:r>
              <a:rPr lang="en-US" altLang="zh-CN" sz="2400" dirty="0">
                <a:solidFill>
                  <a:srgbClr val="000000"/>
                </a:solidFill>
                <a:cs typeface="Times New Roman" pitchFamily="18" charset="0"/>
              </a:rPr>
              <a:t>      return 0; </a:t>
            </a:r>
          </a:p>
          <a:p>
            <a:pPr lvl="0" eaLnBrk="1" fontAlgn="base" hangingPunct="1">
              <a:spcBef>
                <a:spcPct val="0"/>
              </a:spcBef>
              <a:spcAft>
                <a:spcPct val="0"/>
              </a:spcAft>
              <a:buClrTx/>
              <a:buSzTx/>
              <a:buNone/>
            </a:pPr>
            <a:r>
              <a:rPr lang="en-US" altLang="zh-CN" sz="2400" dirty="0">
                <a:solidFill>
                  <a:srgbClr val="000000"/>
                </a:solidFill>
                <a:cs typeface="Times New Roman" pitchFamily="18" charset="0"/>
              </a:rPr>
              <a:t>}</a:t>
            </a:r>
          </a:p>
        </p:txBody>
      </p:sp>
    </p:spTree>
    <p:extLst>
      <p:ext uri="{BB962C8B-B14F-4D97-AF65-F5344CB8AC3E}">
        <p14:creationId xmlns:p14="http://schemas.microsoft.com/office/powerpoint/2010/main" val="3052291837"/>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291" name="Rectangle 3"/>
          <p:cNvSpPr>
            <a:spLocks noGrp="1" noChangeArrowheads="1"/>
          </p:cNvSpPr>
          <p:nvPr>
            <p:ph type="body" idx="1"/>
          </p:nvPr>
        </p:nvSpPr>
        <p:spPr>
          <a:xfrm>
            <a:off x="239190" y="1125538"/>
            <a:ext cx="11857567" cy="4648200"/>
          </a:xfrm>
        </p:spPr>
        <p:txBody>
          <a:bodyPr/>
          <a:lstStyle/>
          <a:p>
            <a:pPr algn="just" eaLnBrk="1" hangingPunct="1">
              <a:lnSpc>
                <a:spcPct val="90000"/>
              </a:lnSpc>
              <a:buFontTx/>
              <a:buNone/>
            </a:pPr>
            <a:r>
              <a:rPr lang="zh-CN" altLang="en-US" sz="2000" dirty="0"/>
              <a:t>编程通常应注意如下事项：</a:t>
            </a:r>
          </a:p>
          <a:p>
            <a:pPr algn="just" eaLnBrk="1" hangingPunct="1">
              <a:lnSpc>
                <a:spcPct val="90000"/>
              </a:lnSpc>
              <a:buFontTx/>
              <a:buNone/>
            </a:pPr>
            <a:r>
              <a:rPr lang="zh-CN" altLang="en-US" sz="2000" dirty="0"/>
              <a:t>● 符号常量、变量、函数等应见名知义，便于程序的理解。例如，</a:t>
            </a:r>
            <a:r>
              <a:rPr lang="en-US" altLang="zh-CN" sz="2000" dirty="0"/>
              <a:t>area = 2 * PI * radius * radius</a:t>
            </a:r>
            <a:endParaRPr lang="zh-CN" altLang="en-US" sz="2000" dirty="0"/>
          </a:p>
          <a:p>
            <a:pPr algn="just" eaLnBrk="1" hangingPunct="1">
              <a:lnSpc>
                <a:spcPct val="90000"/>
              </a:lnSpc>
              <a:buFontTx/>
              <a:buNone/>
            </a:pPr>
            <a:r>
              <a:rPr lang="zh-CN" altLang="en-US" sz="2000" dirty="0"/>
              <a:t>● 同类型的多个变量的连续定义，可以拆开写成多个变量的单独定义。例如，“</a:t>
            </a:r>
            <a:r>
              <a:rPr lang="en-US" altLang="zh-CN" sz="2000" dirty="0"/>
              <a:t>int </a:t>
            </a:r>
            <a:r>
              <a:rPr lang="en-US" altLang="zh-CN" sz="2000" dirty="0" err="1"/>
              <a:t>i</a:t>
            </a:r>
            <a:r>
              <a:rPr lang="en-US" altLang="zh-CN" sz="2000" dirty="0"/>
              <a:t>, j;”</a:t>
            </a:r>
            <a:r>
              <a:rPr lang="zh-CN" altLang="en-US" sz="2000" dirty="0"/>
              <a:t>可写为</a:t>
            </a:r>
          </a:p>
          <a:p>
            <a:pPr algn="just" eaLnBrk="1" hangingPunct="1">
              <a:lnSpc>
                <a:spcPct val="90000"/>
              </a:lnSpc>
              <a:buFontTx/>
              <a:buNone/>
            </a:pPr>
            <a:r>
              <a:rPr lang="zh-CN" altLang="en-US" sz="2000" dirty="0"/>
              <a:t>虽占用的行数较多，但便于给各个变量加注释及进行修改。建议在程序较长时，用拆分的形式 。</a:t>
            </a:r>
          </a:p>
          <a:p>
            <a:pPr algn="just" eaLnBrk="1" hangingPunct="1">
              <a:lnSpc>
                <a:spcPct val="90000"/>
              </a:lnSpc>
              <a:buFontTx/>
              <a:buNone/>
            </a:pPr>
            <a:r>
              <a:rPr lang="zh-CN" altLang="en-US" sz="2000" dirty="0"/>
              <a:t>● 输入、输出形式 应尽量简单、明确，给出适当的输入、输出提示信息。</a:t>
            </a:r>
          </a:p>
          <a:p>
            <a:pPr algn="just" eaLnBrk="1" hangingPunct="1">
              <a:lnSpc>
                <a:spcPct val="90000"/>
              </a:lnSpc>
              <a:buFontTx/>
              <a:buNone/>
            </a:pPr>
            <a:r>
              <a:rPr lang="zh-CN" altLang="en-US" sz="2000" dirty="0"/>
              <a:t>● 在表达式中适当使用括号，使运算符的优先级能清晰表达。表达式应尽量简单。在操作符前后使用空格，使运算的结合关系更清晰，提高程序的可读性。</a:t>
            </a:r>
          </a:p>
          <a:p>
            <a:pPr algn="just" eaLnBrk="1" hangingPunct="1">
              <a:lnSpc>
                <a:spcPct val="90000"/>
              </a:lnSpc>
              <a:buFontTx/>
              <a:buNone/>
            </a:pPr>
            <a:r>
              <a:rPr lang="zh-CN" altLang="en-US" sz="2000" dirty="0"/>
              <a:t>● 使用恰当的注释，给语句块（而不是每条语句）加以注释。</a:t>
            </a:r>
          </a:p>
          <a:p>
            <a:pPr algn="just" eaLnBrk="1" hangingPunct="1">
              <a:lnSpc>
                <a:spcPct val="90000"/>
              </a:lnSpc>
              <a:buFontTx/>
              <a:buNone/>
            </a:pPr>
            <a:r>
              <a:rPr lang="zh-CN" altLang="en-US" sz="2000" dirty="0"/>
              <a:t>● 适当使用空行或注释分割语句块，但尽量不要使用过多空行，同一屏可显示的代码越多，通常越容易理解程序的控制流。</a:t>
            </a:r>
          </a:p>
          <a:p>
            <a:pPr algn="just" eaLnBrk="1" hangingPunct="1">
              <a:lnSpc>
                <a:spcPct val="90000"/>
              </a:lnSpc>
              <a:buFontTx/>
              <a:buNone/>
            </a:pPr>
            <a:r>
              <a:rPr lang="zh-CN" altLang="en-US" sz="2000" dirty="0"/>
              <a:t>● 使用递缩形式 ，可以在分支语句和循环语句中突出程序的逻辑结构。</a:t>
            </a:r>
          </a:p>
          <a:p>
            <a:pPr algn="just" eaLnBrk="1" hangingPunct="1">
              <a:lnSpc>
                <a:spcPct val="90000"/>
              </a:lnSpc>
              <a:buFontTx/>
              <a:buNone/>
            </a:pPr>
            <a:r>
              <a:rPr lang="zh-CN" altLang="en-US" sz="2000" dirty="0"/>
              <a:t>● 循环嵌套不要有太多层，最好不超过三层。</a:t>
            </a:r>
          </a:p>
          <a:p>
            <a:pPr algn="just" eaLnBrk="1" hangingPunct="1">
              <a:lnSpc>
                <a:spcPct val="90000"/>
              </a:lnSpc>
              <a:buFontTx/>
              <a:buNone/>
            </a:pPr>
            <a:r>
              <a:rPr lang="zh-CN" altLang="en-US" sz="2000" dirty="0"/>
              <a:t>● 编程应避免不同编译器的差异。不同编译器对依靠方向性的指令（如</a:t>
            </a:r>
            <a:r>
              <a:rPr lang="en-US" altLang="zh-CN" sz="2000" dirty="0"/>
              <a:t>++</a:t>
            </a:r>
            <a:r>
              <a:rPr lang="zh-CN" altLang="en-US" sz="2000" dirty="0"/>
              <a:t>、</a:t>
            </a:r>
            <a:r>
              <a:rPr lang="en-US" altLang="zh-CN" sz="2000" dirty="0"/>
              <a:t>--</a:t>
            </a:r>
            <a:r>
              <a:rPr lang="zh-CN" altLang="en-US" sz="2000" dirty="0"/>
              <a:t>等）的处理顺序不同。为提高程序的可靠性和可移植性，在需要确定计算方向的语句中，</a:t>
            </a:r>
            <a:r>
              <a:rPr lang="en-US" altLang="zh-CN" sz="2000" dirty="0"/>
              <a:t>++</a:t>
            </a:r>
            <a:r>
              <a:rPr lang="zh-CN" altLang="en-US" sz="2000" dirty="0"/>
              <a:t>、</a:t>
            </a:r>
            <a:r>
              <a:rPr lang="en-US" altLang="zh-CN" sz="2000" dirty="0"/>
              <a:t>--</a:t>
            </a:r>
            <a:r>
              <a:rPr lang="zh-CN" altLang="en-US" sz="2000" dirty="0"/>
              <a:t>之类的运算符应尽量单列一行。</a:t>
            </a:r>
          </a:p>
          <a:p>
            <a:pPr algn="just" eaLnBrk="1" hangingPunct="1">
              <a:lnSpc>
                <a:spcPct val="90000"/>
              </a:lnSpc>
              <a:buFontTx/>
              <a:buNone/>
            </a:pPr>
            <a:r>
              <a:rPr lang="zh-CN" altLang="en-US" sz="2000" dirty="0"/>
              <a:t>●  </a:t>
            </a:r>
            <a:r>
              <a:rPr lang="en-US" altLang="zh-CN" sz="2000" dirty="0"/>
              <a:t>switch </a:t>
            </a:r>
            <a:r>
              <a:rPr lang="zh-CN" altLang="en-US" sz="2000" dirty="0"/>
              <a:t>语句中的 </a:t>
            </a:r>
            <a:r>
              <a:rPr lang="en-US" altLang="zh-CN" sz="2000" dirty="0"/>
              <a:t>default </a:t>
            </a:r>
            <a:r>
              <a:rPr lang="zh-CN" altLang="en-US" sz="2000" dirty="0"/>
              <a:t>语句后要加上“</a:t>
            </a:r>
            <a:r>
              <a:rPr lang="en-US" altLang="zh-CN" sz="2000" dirty="0"/>
              <a:t>break;”</a:t>
            </a:r>
            <a:r>
              <a:rPr lang="zh-CN" altLang="en-US" sz="2000" dirty="0"/>
              <a:t>。虽然在逻辑上可以不加，但在需要增加分支时，这样的写法可以降低出错率。</a:t>
            </a:r>
          </a:p>
          <a:p>
            <a:pPr algn="just" eaLnBrk="1" hangingPunct="1">
              <a:lnSpc>
                <a:spcPct val="90000"/>
              </a:lnSpc>
              <a:buFontTx/>
              <a:buNone/>
            </a:pPr>
            <a:r>
              <a:rPr lang="en-US" altLang="zh-CN" sz="2000" dirty="0"/>
              <a:t>            </a:t>
            </a:r>
            <a:endParaRPr lang="zh-CN" altLang="en-US" sz="2000" dirty="0"/>
          </a:p>
        </p:txBody>
      </p:sp>
      <p:sp>
        <p:nvSpPr>
          <p:cNvPr id="81" name="Rectangle 2"/>
          <p:cNvSpPr txBox="1">
            <a:spLocks noChangeArrowheads="1"/>
          </p:cNvSpPr>
          <p:nvPr/>
        </p:nvSpPr>
        <p:spPr>
          <a:xfrm>
            <a:off x="812800" y="304800"/>
            <a:ext cx="10363200" cy="609600"/>
          </a:xfrm>
          <a:prstGeom prst="rect">
            <a:avLst/>
          </a:prstGeom>
        </p:spPr>
        <p:txBody>
          <a:bodyPr vert="horz" wrap="square" lIns="90170" tIns="46990" rIns="90170" bIns="46990" rtlCol="0" anchor="ctr" anchorCtr="0">
            <a:noAutofit/>
          </a:bodyPr>
          <a:lstStyle>
            <a:lvl1pPr marL="0" marR="0" algn="l" defTabSz="914400" rtl="0" eaLnBrk="1" fontAlgn="auto" latinLnBrk="0" hangingPunct="1">
              <a:lnSpc>
                <a:spcPct val="100000"/>
              </a:lnSpc>
              <a:spcBef>
                <a:spcPct val="0"/>
              </a:spcBef>
              <a:buNone/>
              <a:defRPr kumimoji="0" lang="zh-CN" altLang="en-US" sz="36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3600" b="1" i="0" u="none" strike="noStrike" kern="1200" cap="none" spc="200" normalizeH="0" baseline="0" noProof="1">
                <a:ln>
                  <a:noFill/>
                </a:ln>
                <a:solidFill>
                  <a:srgbClr val="000000"/>
                </a:solidFill>
                <a:effectLst/>
                <a:uLnTx/>
                <a:uFillTx/>
                <a:latin typeface="Arial" panose="020B0604020202020204" pitchFamily="34" charset="0"/>
                <a:ea typeface="微软雅黑" panose="020B0503020204020204" charset="-122"/>
                <a:cs typeface="+mj-cs"/>
                <a:sym typeface="+mn-ea"/>
              </a:rPr>
              <a:t>3.4</a:t>
            </a:r>
            <a:r>
              <a:rPr kumimoji="0" lang="zh-CN" altLang="en-US" sz="3600" b="1" i="0" u="none" strike="noStrike" kern="1200" cap="none" spc="200" normalizeH="0" baseline="0" noProof="1">
                <a:ln>
                  <a:noFill/>
                </a:ln>
                <a:solidFill>
                  <a:srgbClr val="000000"/>
                </a:solidFill>
                <a:effectLst/>
                <a:uLnTx/>
                <a:uFillTx/>
                <a:latin typeface="Arial" panose="020B0604020202020204" pitchFamily="34" charset="0"/>
                <a:ea typeface="微软雅黑" panose="020B0503020204020204" charset="-122"/>
                <a:cs typeface="+mj-cs"/>
                <a:sym typeface="+mn-ea"/>
              </a:rPr>
              <a:t>　使用控制结构与语句容易出现的问题</a:t>
            </a:r>
          </a:p>
        </p:txBody>
      </p:sp>
      <p:sp>
        <p:nvSpPr>
          <p:cNvPr id="3" name="文本框 2">
            <a:extLst>
              <a:ext uri="{FF2B5EF4-FFF2-40B4-BE49-F238E27FC236}">
                <a16:creationId xmlns:a16="http://schemas.microsoft.com/office/drawing/2014/main" id="{501F8611-F066-071C-87AA-1A70297842DD}"/>
              </a:ext>
            </a:extLst>
          </p:cNvPr>
          <p:cNvSpPr txBox="1"/>
          <p:nvPr/>
        </p:nvSpPr>
        <p:spPr>
          <a:xfrm>
            <a:off x="11176000" y="1820414"/>
            <a:ext cx="691116" cy="707886"/>
          </a:xfrm>
          <a:prstGeom prst="rect">
            <a:avLst/>
          </a:prstGeom>
          <a:noFill/>
        </p:spPr>
        <p:txBody>
          <a:bodyPr wrap="square">
            <a:spAutoFit/>
          </a:bodyPr>
          <a:lstStyle/>
          <a:p>
            <a:pPr marL="342900" marR="0" lvl="0" indent="-342900" algn="just" defTabSz="914400" rtl="0" eaLnBrk="1" fontAlgn="base" latinLnBrk="0" hangingPunct="1">
              <a:lnSpc>
                <a:spcPct val="90000"/>
              </a:lnSpc>
              <a:spcBef>
                <a:spcPct val="20000"/>
              </a:spcBef>
              <a:spcAft>
                <a:spcPct val="0"/>
              </a:spcAft>
              <a:buClr>
                <a:srgbClr val="99CCFF"/>
              </a:buClr>
              <a:buSzPct val="110000"/>
              <a:buFontTx/>
              <a:buNone/>
              <a:tabLst/>
              <a:defRPr/>
            </a:pPr>
            <a:r>
              <a:rPr kumimoji="1" lang="en-US" altLang="zh-CN" sz="2000" b="1" i="0" u="none" strike="noStrike" kern="0" cap="none" spc="0" normalizeH="0" baseline="0" noProof="0" dirty="0">
                <a:ln>
                  <a:noFill/>
                </a:ln>
                <a:solidFill>
                  <a:srgbClr val="000000"/>
                </a:solidFill>
                <a:effectLst/>
                <a:uLnTx/>
                <a:uFillTx/>
                <a:latin typeface="Times New Roman"/>
                <a:ea typeface="宋体"/>
                <a:cs typeface="+mn-cs"/>
              </a:rPr>
              <a:t>int </a:t>
            </a:r>
            <a:r>
              <a:rPr kumimoji="1" lang="en-US" altLang="zh-CN" sz="2000" b="1" i="0" u="none" strike="noStrike" kern="0" cap="none" spc="0" normalizeH="0" baseline="0" noProof="0" dirty="0" err="1">
                <a:ln>
                  <a:noFill/>
                </a:ln>
                <a:solidFill>
                  <a:srgbClr val="000000"/>
                </a:solidFill>
                <a:effectLst/>
                <a:uLnTx/>
                <a:uFillTx/>
                <a:latin typeface="Times New Roman"/>
                <a:ea typeface="宋体"/>
                <a:cs typeface="+mn-cs"/>
              </a:rPr>
              <a:t>i</a:t>
            </a:r>
            <a:r>
              <a:rPr kumimoji="1" lang="en-US" altLang="zh-CN" sz="2000" b="1" i="0" u="none" strike="noStrike" kern="0" cap="none" spc="0" normalizeH="0" baseline="0" noProof="0" dirty="0">
                <a:ln>
                  <a:noFill/>
                </a:ln>
                <a:solidFill>
                  <a:srgbClr val="000000"/>
                </a:solidFill>
                <a:effectLst/>
                <a:uLnTx/>
                <a:uFillTx/>
                <a:latin typeface="Times New Roman"/>
                <a:ea typeface="宋体"/>
                <a:cs typeface="+mn-cs"/>
              </a:rPr>
              <a:t>; </a:t>
            </a:r>
          </a:p>
          <a:p>
            <a:pPr marL="342900" marR="0" lvl="0" indent="-342900" algn="just" defTabSz="914400" rtl="0" eaLnBrk="1" fontAlgn="base" latinLnBrk="0" hangingPunct="1">
              <a:lnSpc>
                <a:spcPct val="90000"/>
              </a:lnSpc>
              <a:spcBef>
                <a:spcPct val="20000"/>
              </a:spcBef>
              <a:spcAft>
                <a:spcPct val="0"/>
              </a:spcAft>
              <a:buClr>
                <a:srgbClr val="99CCFF"/>
              </a:buClr>
              <a:buSzPct val="110000"/>
              <a:buFontTx/>
              <a:buNone/>
              <a:tabLst/>
              <a:defRPr/>
            </a:pPr>
            <a:r>
              <a:rPr kumimoji="1" lang="en-US" altLang="zh-CN" sz="2000" b="1" i="0" u="none" strike="noStrike" kern="0" cap="none" spc="0" normalizeH="0" baseline="0" noProof="0" dirty="0">
                <a:ln>
                  <a:noFill/>
                </a:ln>
                <a:solidFill>
                  <a:srgbClr val="000000"/>
                </a:solidFill>
                <a:effectLst/>
                <a:uLnTx/>
                <a:uFillTx/>
                <a:latin typeface="Times New Roman"/>
                <a:ea typeface="宋体"/>
                <a:cs typeface="+mn-cs"/>
              </a:rPr>
              <a:t>int j;</a:t>
            </a:r>
          </a:p>
        </p:txBody>
      </p:sp>
    </p:spTree>
    <p:extLst>
      <p:ext uri="{BB962C8B-B14F-4D97-AF65-F5344CB8AC3E}">
        <p14:creationId xmlns:p14="http://schemas.microsoft.com/office/powerpoint/2010/main" val="2935730793"/>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 name="Rectangle 2"/>
          <p:cNvSpPr txBox="1">
            <a:spLocks noChangeArrowheads="1"/>
          </p:cNvSpPr>
          <p:nvPr/>
        </p:nvSpPr>
        <p:spPr>
          <a:xfrm>
            <a:off x="812800" y="304800"/>
            <a:ext cx="10363200" cy="609600"/>
          </a:xfrm>
          <a:prstGeom prst="rect">
            <a:avLst/>
          </a:prstGeom>
        </p:spPr>
        <p:txBody>
          <a:bodyPr vert="horz" wrap="square" lIns="90170" tIns="46990" rIns="90170" bIns="46990" rtlCol="0" anchor="ctr" anchorCtr="0">
            <a:noAutofit/>
          </a:bodyPr>
          <a:lstStyle>
            <a:lvl1pPr marL="0" marR="0" algn="l" defTabSz="914400" rtl="0" eaLnBrk="1" fontAlgn="auto" latinLnBrk="0" hangingPunct="1">
              <a:lnSpc>
                <a:spcPct val="100000"/>
              </a:lnSpc>
              <a:spcBef>
                <a:spcPct val="0"/>
              </a:spcBef>
              <a:buNone/>
              <a:defRPr kumimoji="0" lang="zh-CN" altLang="en-US" sz="36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3600" b="1" i="0" u="none" strike="noStrike" kern="1200" cap="none" spc="200" normalizeH="0" baseline="0" noProof="1">
                <a:ln>
                  <a:noFill/>
                </a:ln>
                <a:solidFill>
                  <a:srgbClr val="000000"/>
                </a:solidFill>
                <a:effectLst/>
                <a:uLnTx/>
                <a:uFillTx/>
                <a:latin typeface="Arial" panose="020B0604020202020204" pitchFamily="34" charset="0"/>
                <a:ea typeface="微软雅黑" panose="020B0503020204020204" charset="-122"/>
                <a:cs typeface="+mj-cs"/>
                <a:sym typeface="+mn-ea"/>
              </a:rPr>
              <a:t>3.4</a:t>
            </a:r>
            <a:r>
              <a:rPr kumimoji="0" lang="zh-CN" altLang="en-US" sz="3600" b="1" i="0" u="none" strike="noStrike" kern="1200" cap="none" spc="200" normalizeH="0" baseline="0" noProof="1">
                <a:ln>
                  <a:noFill/>
                </a:ln>
                <a:solidFill>
                  <a:srgbClr val="000000"/>
                </a:solidFill>
                <a:effectLst/>
                <a:uLnTx/>
                <a:uFillTx/>
                <a:latin typeface="Arial" panose="020B0604020202020204" pitchFamily="34" charset="0"/>
                <a:ea typeface="微软雅黑" panose="020B0503020204020204" charset="-122"/>
                <a:cs typeface="+mj-cs"/>
                <a:sym typeface="+mn-ea"/>
              </a:rPr>
              <a:t>　使用控制结构与语句容易出现的问题</a:t>
            </a:r>
          </a:p>
        </p:txBody>
      </p:sp>
      <p:graphicFrame>
        <p:nvGraphicFramePr>
          <p:cNvPr id="4" name="表格 3">
            <a:extLst>
              <a:ext uri="{FF2B5EF4-FFF2-40B4-BE49-F238E27FC236}">
                <a16:creationId xmlns:a16="http://schemas.microsoft.com/office/drawing/2014/main" id="{C61E7F58-1016-212B-11A9-5204205475C8}"/>
              </a:ext>
            </a:extLst>
          </p:cNvPr>
          <p:cNvGraphicFramePr>
            <a:graphicFrameLocks noGrp="1"/>
          </p:cNvGraphicFramePr>
          <p:nvPr>
            <p:extLst>
              <p:ext uri="{D42A27DB-BD31-4B8C-83A1-F6EECF244321}">
                <p14:modId xmlns:p14="http://schemas.microsoft.com/office/powerpoint/2010/main" val="394253398"/>
              </p:ext>
            </p:extLst>
          </p:nvPr>
        </p:nvGraphicFramePr>
        <p:xfrm>
          <a:off x="1183408" y="1302805"/>
          <a:ext cx="9778759" cy="1785047"/>
        </p:xfrm>
        <a:graphic>
          <a:graphicData uri="http://schemas.openxmlformats.org/drawingml/2006/table">
            <a:tbl>
              <a:tblPr firstRow="1" firstCol="1" bandRow="1">
                <a:tableStyleId>{5C22544A-7EE6-4342-B048-85BDC9FD1C3A}</a:tableStyleId>
              </a:tblPr>
              <a:tblGrid>
                <a:gridCol w="1474416">
                  <a:extLst>
                    <a:ext uri="{9D8B030D-6E8A-4147-A177-3AD203B41FA5}">
                      <a16:colId xmlns:a16="http://schemas.microsoft.com/office/drawing/2014/main" val="684186382"/>
                    </a:ext>
                  </a:extLst>
                </a:gridCol>
                <a:gridCol w="2265050">
                  <a:extLst>
                    <a:ext uri="{9D8B030D-6E8A-4147-A177-3AD203B41FA5}">
                      <a16:colId xmlns:a16="http://schemas.microsoft.com/office/drawing/2014/main" val="194423712"/>
                    </a:ext>
                  </a:extLst>
                </a:gridCol>
                <a:gridCol w="6039293">
                  <a:extLst>
                    <a:ext uri="{9D8B030D-6E8A-4147-A177-3AD203B41FA5}">
                      <a16:colId xmlns:a16="http://schemas.microsoft.com/office/drawing/2014/main" val="2891176249"/>
                    </a:ext>
                  </a:extLst>
                </a:gridCol>
              </a:tblGrid>
              <a:tr h="264857">
                <a:tc>
                  <a:txBody>
                    <a:bodyPr/>
                    <a:lstStyle/>
                    <a:p>
                      <a:pPr algn="ctr" hangingPunct="0">
                        <a:lnSpc>
                          <a:spcPts val="1200"/>
                        </a:lnSpc>
                        <a:tabLst>
                          <a:tab pos="2000250" algn="r"/>
                          <a:tab pos="2867025" algn="l"/>
                          <a:tab pos="4133850" algn="l"/>
                        </a:tabLst>
                      </a:pPr>
                      <a:r>
                        <a:rPr lang="zh-CN" sz="1600" kern="100" dirty="0">
                          <a:effectLst/>
                        </a:rPr>
                        <a:t>错误</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36195" marR="36195" marT="28575" marB="28575" anchor="ctr"/>
                </a:tc>
                <a:tc>
                  <a:txBody>
                    <a:bodyPr/>
                    <a:lstStyle/>
                    <a:p>
                      <a:pPr algn="ctr" hangingPunct="0">
                        <a:lnSpc>
                          <a:spcPts val="1200"/>
                        </a:lnSpc>
                        <a:tabLst>
                          <a:tab pos="2000250" algn="r"/>
                          <a:tab pos="2867025" algn="l"/>
                          <a:tab pos="4133850" algn="l"/>
                        </a:tabLst>
                      </a:pPr>
                      <a:r>
                        <a:rPr lang="zh-CN" sz="1600" kern="100">
                          <a:effectLst/>
                        </a:rPr>
                        <a:t>示例</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36195" marR="36195" marT="28575" marB="28575" anchor="ctr"/>
                </a:tc>
                <a:tc>
                  <a:txBody>
                    <a:bodyPr/>
                    <a:lstStyle/>
                    <a:p>
                      <a:pPr algn="ctr" hangingPunct="0">
                        <a:lnSpc>
                          <a:spcPts val="1200"/>
                        </a:lnSpc>
                        <a:tabLst>
                          <a:tab pos="2000250" algn="r"/>
                          <a:tab pos="2867025" algn="l"/>
                          <a:tab pos="4133850" algn="l"/>
                        </a:tabLst>
                      </a:pPr>
                      <a:r>
                        <a:rPr lang="zh-CN" sz="1600" kern="100" dirty="0">
                          <a:effectLst/>
                        </a:rPr>
                        <a:t>结果</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36195" marR="36195" marT="28575" marB="28575" anchor="ctr"/>
                </a:tc>
                <a:extLst>
                  <a:ext uri="{0D108BD9-81ED-4DB2-BD59-A6C34878D82A}">
                    <a16:rowId xmlns:a16="http://schemas.microsoft.com/office/drawing/2014/main" val="3739547305"/>
                  </a:ext>
                </a:extLst>
              </a:tr>
              <a:tr h="1508238">
                <a:tc>
                  <a:txBody>
                    <a:bodyPr/>
                    <a:lstStyle/>
                    <a:p>
                      <a:pPr algn="just" hangingPunct="0">
                        <a:lnSpc>
                          <a:spcPct val="100000"/>
                        </a:lnSpc>
                        <a:tabLst>
                          <a:tab pos="2000250" algn="r"/>
                          <a:tab pos="2867025" algn="l"/>
                          <a:tab pos="4133850" algn="l"/>
                        </a:tabLst>
                      </a:pPr>
                      <a:r>
                        <a:rPr lang="en-US" sz="1600" kern="100" dirty="0" err="1">
                          <a:effectLst/>
                        </a:rPr>
                        <a:t>scanf</a:t>
                      </a:r>
                      <a:r>
                        <a:rPr lang="en-US" sz="1600" kern="100" dirty="0">
                          <a:effectLst/>
                        </a:rPr>
                        <a:t> </a:t>
                      </a:r>
                      <a:r>
                        <a:rPr lang="zh-CN" sz="1600" kern="100" dirty="0">
                          <a:effectLst/>
                        </a:rPr>
                        <a:t>函数的参数漏写了</a:t>
                      </a:r>
                      <a:r>
                        <a:rPr lang="en-US" sz="1600" kern="100" dirty="0">
                          <a:effectLst/>
                        </a:rPr>
                        <a:t>&amp;</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36195" marR="36195" marT="28575" marB="28575" anchor="ctr"/>
                </a:tc>
                <a:tc>
                  <a:txBody>
                    <a:bodyPr/>
                    <a:lstStyle/>
                    <a:p>
                      <a:pPr algn="just" hangingPunct="0">
                        <a:lnSpc>
                          <a:spcPct val="100000"/>
                        </a:lnSpc>
                        <a:tabLst>
                          <a:tab pos="2000250" algn="r"/>
                          <a:tab pos="2867025" algn="l"/>
                          <a:tab pos="4133850" algn="l"/>
                        </a:tabLst>
                      </a:pPr>
                      <a:r>
                        <a:rPr lang="en-US" sz="1600" kern="100" dirty="0">
                          <a:effectLst/>
                        </a:rPr>
                        <a:t>float x;</a:t>
                      </a:r>
                      <a:endParaRPr lang="zh-CN" sz="1600" kern="100" dirty="0">
                        <a:effectLst/>
                      </a:endParaRPr>
                    </a:p>
                    <a:p>
                      <a:pPr algn="just" hangingPunct="0">
                        <a:lnSpc>
                          <a:spcPct val="100000"/>
                        </a:lnSpc>
                        <a:tabLst>
                          <a:tab pos="2000250" algn="r"/>
                          <a:tab pos="2867025" algn="l"/>
                          <a:tab pos="4133850" algn="l"/>
                        </a:tabLst>
                      </a:pPr>
                      <a:r>
                        <a:rPr lang="en-US" sz="1600" kern="100" dirty="0">
                          <a:effectLst/>
                        </a:rPr>
                        <a:t>double y;</a:t>
                      </a:r>
                      <a:endParaRPr lang="zh-CN" sz="1600" kern="100" dirty="0">
                        <a:effectLst/>
                      </a:endParaRPr>
                    </a:p>
                    <a:p>
                      <a:pPr algn="just" hangingPunct="0">
                        <a:lnSpc>
                          <a:spcPct val="100000"/>
                        </a:lnSpc>
                        <a:tabLst>
                          <a:tab pos="2000250" algn="r"/>
                          <a:tab pos="2867025" algn="l"/>
                          <a:tab pos="4133850" algn="l"/>
                        </a:tabLst>
                      </a:pPr>
                      <a:r>
                        <a:rPr lang="en-US" sz="1600" kern="100" dirty="0" err="1">
                          <a:effectLst/>
                        </a:rPr>
                        <a:t>scanf</a:t>
                      </a:r>
                      <a:r>
                        <a:rPr lang="en-US" sz="1600" kern="100" dirty="0">
                          <a:effectLst/>
                        </a:rPr>
                        <a:t>("%f %</a:t>
                      </a:r>
                      <a:r>
                        <a:rPr lang="en-US" sz="1600" kern="100" dirty="0" err="1">
                          <a:effectLst/>
                        </a:rPr>
                        <a:t>lf</a:t>
                      </a:r>
                      <a:r>
                        <a:rPr lang="en-US" sz="1600" kern="100" dirty="0">
                          <a:effectLst/>
                        </a:rPr>
                        <a:t>", x, y);</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36195" marR="36195" marT="28575" marB="28575" anchor="ctr"/>
                </a:tc>
                <a:tc>
                  <a:txBody>
                    <a:bodyPr/>
                    <a:lstStyle/>
                    <a:p>
                      <a:pPr algn="just" hangingPunct="0">
                        <a:lnSpc>
                          <a:spcPct val="100000"/>
                        </a:lnSpc>
                        <a:tabLst>
                          <a:tab pos="2000250" algn="r"/>
                          <a:tab pos="2867025" algn="l"/>
                          <a:tab pos="4133850" algn="l"/>
                        </a:tabLst>
                      </a:pPr>
                      <a:r>
                        <a:rPr lang="zh-CN" sz="1600" kern="100" dirty="0">
                          <a:effectLst/>
                        </a:rPr>
                        <a:t>正确代码：</a:t>
                      </a:r>
                    </a:p>
                    <a:p>
                      <a:pPr algn="just" hangingPunct="0">
                        <a:lnSpc>
                          <a:spcPct val="100000"/>
                        </a:lnSpc>
                        <a:tabLst>
                          <a:tab pos="2000250" algn="r"/>
                          <a:tab pos="2867025" algn="l"/>
                          <a:tab pos="4133850" algn="l"/>
                        </a:tabLst>
                      </a:pPr>
                      <a:r>
                        <a:rPr lang="en-US" sz="1600" kern="100" dirty="0">
                          <a:effectLst/>
                        </a:rPr>
                        <a:t>float x;</a:t>
                      </a:r>
                      <a:endParaRPr lang="zh-CN" sz="1600" kern="100" dirty="0">
                        <a:effectLst/>
                      </a:endParaRPr>
                    </a:p>
                    <a:p>
                      <a:pPr algn="just" hangingPunct="0">
                        <a:lnSpc>
                          <a:spcPct val="100000"/>
                        </a:lnSpc>
                        <a:tabLst>
                          <a:tab pos="2000250" algn="r"/>
                          <a:tab pos="2867025" algn="l"/>
                          <a:tab pos="4133850" algn="l"/>
                        </a:tabLst>
                      </a:pPr>
                      <a:r>
                        <a:rPr lang="en-US" sz="1600" kern="100" dirty="0">
                          <a:effectLst/>
                        </a:rPr>
                        <a:t>double y;</a:t>
                      </a:r>
                      <a:endParaRPr lang="zh-CN" sz="1600" kern="100" dirty="0">
                        <a:effectLst/>
                      </a:endParaRPr>
                    </a:p>
                    <a:p>
                      <a:pPr algn="just" hangingPunct="0">
                        <a:lnSpc>
                          <a:spcPct val="100000"/>
                        </a:lnSpc>
                        <a:tabLst>
                          <a:tab pos="2000250" algn="r"/>
                          <a:tab pos="2867025" algn="l"/>
                          <a:tab pos="4133850" algn="l"/>
                        </a:tabLst>
                      </a:pPr>
                      <a:r>
                        <a:rPr lang="en-US" sz="1600" kern="100" dirty="0" err="1">
                          <a:effectLst/>
                        </a:rPr>
                        <a:t>scanf</a:t>
                      </a:r>
                      <a:r>
                        <a:rPr lang="en-US" sz="1600" kern="100" dirty="0">
                          <a:effectLst/>
                        </a:rPr>
                        <a:t>("%f %</a:t>
                      </a:r>
                      <a:r>
                        <a:rPr lang="en-US" sz="1600" kern="100" dirty="0" err="1">
                          <a:effectLst/>
                        </a:rPr>
                        <a:t>lf</a:t>
                      </a:r>
                      <a:r>
                        <a:rPr lang="en-US" sz="1600" kern="100" dirty="0">
                          <a:effectLst/>
                        </a:rPr>
                        <a:t>", &amp;x, &amp;y);</a:t>
                      </a:r>
                      <a:endParaRPr lang="zh-CN" sz="1600" kern="100" dirty="0">
                        <a:effectLst/>
                      </a:endParaRPr>
                    </a:p>
                    <a:p>
                      <a:pPr algn="just" hangingPunct="0">
                        <a:lnSpc>
                          <a:spcPct val="100000"/>
                        </a:lnSpc>
                        <a:tabLst>
                          <a:tab pos="2000250" algn="r"/>
                          <a:tab pos="2867025" algn="l"/>
                          <a:tab pos="4133850" algn="l"/>
                        </a:tabLst>
                      </a:pPr>
                      <a:r>
                        <a:rPr lang="en-US" sz="1600" kern="100" spc="-20" dirty="0" err="1">
                          <a:effectLst/>
                          <a:highlight>
                            <a:srgbClr val="D3D3D3"/>
                          </a:highlight>
                        </a:rPr>
                        <a:t>scanf</a:t>
                      </a:r>
                      <a:r>
                        <a:rPr lang="en-US" sz="1600" kern="100" spc="-20" dirty="0">
                          <a:effectLst/>
                          <a:highlight>
                            <a:srgbClr val="D3D3D3"/>
                          </a:highlight>
                        </a:rPr>
                        <a:t> </a:t>
                      </a:r>
                      <a:r>
                        <a:rPr lang="zh-CN" sz="1600" kern="100" spc="-20" dirty="0">
                          <a:effectLst/>
                          <a:highlight>
                            <a:srgbClr val="D3D3D3"/>
                          </a:highlight>
                        </a:rPr>
                        <a:t>函数的第二个参数是地址，变量前应有地址符（</a:t>
                      </a:r>
                      <a:r>
                        <a:rPr lang="en-US" sz="1600" kern="100" spc="-20" dirty="0">
                          <a:effectLst/>
                          <a:highlight>
                            <a:srgbClr val="D3D3D3"/>
                          </a:highlight>
                        </a:rPr>
                        <a:t>&amp;</a:t>
                      </a:r>
                      <a:r>
                        <a:rPr lang="zh-CN" sz="1600" kern="100" spc="-20" dirty="0">
                          <a:effectLst/>
                          <a:highlight>
                            <a:srgbClr val="D3D3D3"/>
                          </a:highlight>
                        </a:rPr>
                        <a:t>），如果漏写了，则编译时检测不出这类错误，但运行时会出错</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36195" marR="36195" marT="28575" marB="28575" anchor="ctr"/>
                </a:tc>
                <a:extLst>
                  <a:ext uri="{0D108BD9-81ED-4DB2-BD59-A6C34878D82A}">
                    <a16:rowId xmlns:a16="http://schemas.microsoft.com/office/drawing/2014/main" val="3671667880"/>
                  </a:ext>
                </a:extLst>
              </a:tr>
            </a:tbl>
          </a:graphicData>
        </a:graphic>
      </p:graphicFrame>
      <p:graphicFrame>
        <p:nvGraphicFramePr>
          <p:cNvPr id="5" name="表格 4">
            <a:extLst>
              <a:ext uri="{FF2B5EF4-FFF2-40B4-BE49-F238E27FC236}">
                <a16:creationId xmlns:a16="http://schemas.microsoft.com/office/drawing/2014/main" id="{EC584C36-53CF-4421-9CE4-B3598315E9E9}"/>
              </a:ext>
            </a:extLst>
          </p:cNvPr>
          <p:cNvGraphicFramePr>
            <a:graphicFrameLocks noGrp="1"/>
          </p:cNvGraphicFramePr>
          <p:nvPr>
            <p:extLst>
              <p:ext uri="{D42A27DB-BD31-4B8C-83A1-F6EECF244321}">
                <p14:modId xmlns:p14="http://schemas.microsoft.com/office/powerpoint/2010/main" val="3844467558"/>
              </p:ext>
            </p:extLst>
          </p:nvPr>
        </p:nvGraphicFramePr>
        <p:xfrm>
          <a:off x="1194042" y="3087852"/>
          <a:ext cx="9800024" cy="3349494"/>
        </p:xfrm>
        <a:graphic>
          <a:graphicData uri="http://schemas.openxmlformats.org/drawingml/2006/table">
            <a:tbl>
              <a:tblPr firstRow="1" firstCol="1" bandRow="1">
                <a:tableStyleId>{5C22544A-7EE6-4342-B048-85BDC9FD1C3A}</a:tableStyleId>
              </a:tblPr>
              <a:tblGrid>
                <a:gridCol w="1441500">
                  <a:extLst>
                    <a:ext uri="{9D8B030D-6E8A-4147-A177-3AD203B41FA5}">
                      <a16:colId xmlns:a16="http://schemas.microsoft.com/office/drawing/2014/main" val="3773607274"/>
                    </a:ext>
                  </a:extLst>
                </a:gridCol>
                <a:gridCol w="2323610">
                  <a:extLst>
                    <a:ext uri="{9D8B030D-6E8A-4147-A177-3AD203B41FA5}">
                      <a16:colId xmlns:a16="http://schemas.microsoft.com/office/drawing/2014/main" val="3269706876"/>
                    </a:ext>
                  </a:extLst>
                </a:gridCol>
                <a:gridCol w="6034914">
                  <a:extLst>
                    <a:ext uri="{9D8B030D-6E8A-4147-A177-3AD203B41FA5}">
                      <a16:colId xmlns:a16="http://schemas.microsoft.com/office/drawing/2014/main" val="887240794"/>
                    </a:ext>
                  </a:extLst>
                </a:gridCol>
              </a:tblGrid>
              <a:tr h="171406">
                <a:tc>
                  <a:txBody>
                    <a:bodyPr/>
                    <a:lstStyle/>
                    <a:p>
                      <a:pPr algn="ctr" hangingPunct="0">
                        <a:lnSpc>
                          <a:spcPct val="100000"/>
                        </a:lnSpc>
                        <a:tabLst>
                          <a:tab pos="2000250" algn="r"/>
                          <a:tab pos="2867025" algn="l"/>
                          <a:tab pos="4133850" algn="l"/>
                        </a:tabLst>
                      </a:pPr>
                      <a:r>
                        <a:rPr lang="zh-CN" sz="1600" kern="100" dirty="0">
                          <a:effectLst/>
                        </a:rPr>
                        <a:t>错误</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17959" marR="17959" marT="14178" marB="14178" anchor="ctr"/>
                </a:tc>
                <a:tc>
                  <a:txBody>
                    <a:bodyPr/>
                    <a:lstStyle/>
                    <a:p>
                      <a:pPr algn="ctr" hangingPunct="0">
                        <a:lnSpc>
                          <a:spcPct val="100000"/>
                        </a:lnSpc>
                        <a:tabLst>
                          <a:tab pos="2000250" algn="r"/>
                          <a:tab pos="2867025" algn="l"/>
                          <a:tab pos="4133850" algn="l"/>
                        </a:tabLst>
                      </a:pPr>
                      <a:r>
                        <a:rPr lang="zh-CN" sz="1600" kern="100">
                          <a:effectLst/>
                        </a:rPr>
                        <a:t>示例</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17959" marR="17959" marT="14178" marB="14178" anchor="ctr"/>
                </a:tc>
                <a:tc>
                  <a:txBody>
                    <a:bodyPr/>
                    <a:lstStyle/>
                    <a:p>
                      <a:pPr algn="ctr" hangingPunct="0">
                        <a:lnSpc>
                          <a:spcPct val="100000"/>
                        </a:lnSpc>
                        <a:tabLst>
                          <a:tab pos="2000250" algn="r"/>
                          <a:tab pos="2867025" algn="l"/>
                          <a:tab pos="4133850" algn="l"/>
                        </a:tabLst>
                      </a:pPr>
                      <a:r>
                        <a:rPr lang="zh-CN" sz="1600" kern="100">
                          <a:effectLst/>
                        </a:rPr>
                        <a:t>结果</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17959" marR="17959" marT="14178" marB="14178" anchor="ctr"/>
                </a:tc>
                <a:extLst>
                  <a:ext uri="{0D108BD9-81ED-4DB2-BD59-A6C34878D82A}">
                    <a16:rowId xmlns:a16="http://schemas.microsoft.com/office/drawing/2014/main" val="3541869034"/>
                  </a:ext>
                </a:extLst>
              </a:tr>
              <a:tr h="1585902">
                <a:tc>
                  <a:txBody>
                    <a:bodyPr/>
                    <a:lstStyle/>
                    <a:p>
                      <a:pPr algn="just" hangingPunct="0">
                        <a:lnSpc>
                          <a:spcPct val="100000"/>
                        </a:lnSpc>
                        <a:tabLst>
                          <a:tab pos="2000250" algn="r"/>
                          <a:tab pos="2867025" algn="l"/>
                          <a:tab pos="4133850" algn="l"/>
                        </a:tabLst>
                      </a:pPr>
                      <a:r>
                        <a:rPr lang="en-US" sz="1600" kern="100" dirty="0" err="1">
                          <a:effectLst/>
                        </a:rPr>
                        <a:t>scanf</a:t>
                      </a:r>
                      <a:r>
                        <a:rPr lang="en-US" sz="1600" kern="100" dirty="0">
                          <a:effectLst/>
                        </a:rPr>
                        <a:t> </a:t>
                      </a:r>
                      <a:r>
                        <a:rPr lang="zh-CN" sz="1600" kern="100" dirty="0">
                          <a:effectLst/>
                        </a:rPr>
                        <a:t>函数的形式控制字符串中加了</a:t>
                      </a:r>
                      <a:r>
                        <a:rPr lang="en-US" sz="1600" kern="100" dirty="0">
                          <a:effectLst/>
                        </a:rPr>
                        <a:t>\n</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17959" marR="17959" marT="14178" marB="14178" anchor="ctr"/>
                </a:tc>
                <a:tc>
                  <a:txBody>
                    <a:bodyPr/>
                    <a:lstStyle/>
                    <a:p>
                      <a:pPr algn="just" hangingPunct="0">
                        <a:lnSpc>
                          <a:spcPct val="100000"/>
                        </a:lnSpc>
                        <a:tabLst>
                          <a:tab pos="2000250" algn="r"/>
                          <a:tab pos="2867025" algn="l"/>
                          <a:tab pos="4133850" algn="l"/>
                        </a:tabLst>
                      </a:pPr>
                      <a:r>
                        <a:rPr lang="en-US" sz="1600" kern="100" dirty="0">
                          <a:effectLst/>
                        </a:rPr>
                        <a:t>float x;</a:t>
                      </a:r>
                      <a:endParaRPr lang="zh-CN" sz="1600" kern="100" dirty="0">
                        <a:effectLst/>
                      </a:endParaRPr>
                    </a:p>
                    <a:p>
                      <a:pPr algn="just" hangingPunct="0">
                        <a:lnSpc>
                          <a:spcPct val="100000"/>
                        </a:lnSpc>
                        <a:tabLst>
                          <a:tab pos="2000250" algn="r"/>
                          <a:tab pos="2867025" algn="l"/>
                          <a:tab pos="4133850" algn="l"/>
                        </a:tabLst>
                      </a:pPr>
                      <a:r>
                        <a:rPr lang="en-US" sz="1600" kern="100" dirty="0">
                          <a:effectLst/>
                        </a:rPr>
                        <a:t>double y;</a:t>
                      </a:r>
                      <a:endParaRPr lang="zh-CN" sz="1600" kern="100" dirty="0">
                        <a:effectLst/>
                      </a:endParaRPr>
                    </a:p>
                    <a:p>
                      <a:pPr algn="just" hangingPunct="0">
                        <a:lnSpc>
                          <a:spcPct val="100000"/>
                        </a:lnSpc>
                        <a:tabLst>
                          <a:tab pos="2000250" algn="r"/>
                          <a:tab pos="2867025" algn="l"/>
                          <a:tab pos="4133850" algn="l"/>
                        </a:tabLst>
                      </a:pPr>
                      <a:r>
                        <a:rPr lang="en-US" sz="1600" kern="100" dirty="0" err="1">
                          <a:effectLst/>
                        </a:rPr>
                        <a:t>scanf</a:t>
                      </a:r>
                      <a:r>
                        <a:rPr lang="en-US" sz="1600" kern="100" dirty="0">
                          <a:effectLst/>
                        </a:rPr>
                        <a:t>("%f %</a:t>
                      </a:r>
                      <a:r>
                        <a:rPr lang="en-US" sz="1600" kern="100" dirty="0" err="1">
                          <a:effectLst/>
                        </a:rPr>
                        <a:t>lf</a:t>
                      </a:r>
                      <a:r>
                        <a:rPr lang="en-US" sz="1600" kern="100" dirty="0">
                          <a:effectLst/>
                        </a:rPr>
                        <a:t>\n", &amp;x, &amp;y);</a:t>
                      </a:r>
                      <a:endParaRPr lang="zh-CN" sz="1600" kern="100" dirty="0">
                        <a:effectLst/>
                      </a:endParaRPr>
                    </a:p>
                    <a:p>
                      <a:pPr algn="just" hangingPunct="0">
                        <a:lnSpc>
                          <a:spcPct val="100000"/>
                        </a:lnSpc>
                        <a:tabLst>
                          <a:tab pos="2000250" algn="r"/>
                          <a:tab pos="2867025" algn="l"/>
                          <a:tab pos="4133850" algn="l"/>
                        </a:tabLst>
                      </a:pPr>
                      <a:r>
                        <a:rPr lang="en-US" sz="1600" kern="100" dirty="0" err="1">
                          <a:effectLst/>
                        </a:rPr>
                        <a:t>printf</a:t>
                      </a:r>
                      <a:r>
                        <a:rPr lang="en-US" sz="1600" kern="100" dirty="0">
                          <a:effectLst/>
                        </a:rPr>
                        <a:t>("%f, %</a:t>
                      </a:r>
                      <a:r>
                        <a:rPr lang="en-US" sz="1600" kern="100" dirty="0" err="1">
                          <a:effectLst/>
                        </a:rPr>
                        <a:t>lf</a:t>
                      </a:r>
                      <a:r>
                        <a:rPr lang="en-US" sz="1600" kern="100" dirty="0">
                          <a:effectLst/>
                        </a:rPr>
                        <a:t>\n", x, y);</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17959" marR="17959" marT="14178" marB="14178" anchor="ctr"/>
                </a:tc>
                <a:tc>
                  <a:txBody>
                    <a:bodyPr/>
                    <a:lstStyle/>
                    <a:p>
                      <a:pPr algn="just" hangingPunct="0">
                        <a:lnSpc>
                          <a:spcPct val="100000"/>
                        </a:lnSpc>
                        <a:tabLst>
                          <a:tab pos="2000250" algn="r"/>
                          <a:tab pos="2867025" algn="l"/>
                          <a:tab pos="4133850" algn="l"/>
                        </a:tabLst>
                      </a:pPr>
                      <a:r>
                        <a:rPr lang="zh-CN" sz="1600" kern="100" dirty="0">
                          <a:effectLst/>
                        </a:rPr>
                        <a:t>正确代码：</a:t>
                      </a:r>
                    </a:p>
                    <a:p>
                      <a:pPr algn="just" hangingPunct="0">
                        <a:lnSpc>
                          <a:spcPct val="100000"/>
                        </a:lnSpc>
                        <a:tabLst>
                          <a:tab pos="2000250" algn="r"/>
                          <a:tab pos="2867025" algn="l"/>
                          <a:tab pos="4133850" algn="l"/>
                        </a:tabLst>
                      </a:pPr>
                      <a:r>
                        <a:rPr lang="en-US" sz="1600" kern="100" dirty="0">
                          <a:effectLst/>
                        </a:rPr>
                        <a:t>float x;</a:t>
                      </a:r>
                      <a:endParaRPr lang="zh-CN" sz="1600" kern="100" dirty="0">
                        <a:effectLst/>
                      </a:endParaRPr>
                    </a:p>
                    <a:p>
                      <a:pPr algn="just" hangingPunct="0">
                        <a:lnSpc>
                          <a:spcPct val="100000"/>
                        </a:lnSpc>
                        <a:tabLst>
                          <a:tab pos="2000250" algn="r"/>
                          <a:tab pos="2867025" algn="l"/>
                          <a:tab pos="4133850" algn="l"/>
                        </a:tabLst>
                      </a:pPr>
                      <a:r>
                        <a:rPr lang="en-US" sz="1600" kern="100" dirty="0">
                          <a:effectLst/>
                        </a:rPr>
                        <a:t>double y;</a:t>
                      </a:r>
                      <a:endParaRPr lang="zh-CN" sz="1600" kern="100" dirty="0">
                        <a:effectLst/>
                      </a:endParaRPr>
                    </a:p>
                    <a:p>
                      <a:pPr algn="just" hangingPunct="0">
                        <a:lnSpc>
                          <a:spcPct val="100000"/>
                        </a:lnSpc>
                        <a:tabLst>
                          <a:tab pos="2000250" algn="r"/>
                          <a:tab pos="2867025" algn="l"/>
                          <a:tab pos="4133850" algn="l"/>
                        </a:tabLst>
                      </a:pPr>
                      <a:r>
                        <a:rPr lang="en-US" sz="1600" kern="100" dirty="0" err="1">
                          <a:effectLst/>
                        </a:rPr>
                        <a:t>scanf</a:t>
                      </a:r>
                      <a:r>
                        <a:rPr lang="en-US" sz="1600" kern="100" dirty="0">
                          <a:effectLst/>
                        </a:rPr>
                        <a:t>("%f %</a:t>
                      </a:r>
                      <a:r>
                        <a:rPr lang="en-US" sz="1600" kern="100" dirty="0" err="1">
                          <a:effectLst/>
                        </a:rPr>
                        <a:t>lf</a:t>
                      </a:r>
                      <a:r>
                        <a:rPr lang="en-US" sz="1600" kern="100" dirty="0">
                          <a:effectLst/>
                        </a:rPr>
                        <a:t>", &amp;x, &amp;y);</a:t>
                      </a:r>
                      <a:endParaRPr lang="zh-CN" sz="1600" kern="100" dirty="0">
                        <a:effectLst/>
                      </a:endParaRPr>
                    </a:p>
                    <a:p>
                      <a:pPr algn="just" hangingPunct="0">
                        <a:lnSpc>
                          <a:spcPct val="100000"/>
                        </a:lnSpc>
                        <a:tabLst>
                          <a:tab pos="2000250" algn="r"/>
                          <a:tab pos="2867025" algn="l"/>
                          <a:tab pos="4133850" algn="l"/>
                        </a:tabLst>
                      </a:pPr>
                      <a:r>
                        <a:rPr lang="en-US" sz="1600" kern="100" dirty="0" err="1">
                          <a:effectLst/>
                        </a:rPr>
                        <a:t>printf</a:t>
                      </a:r>
                      <a:r>
                        <a:rPr lang="en-US" sz="1600" kern="100" dirty="0">
                          <a:effectLst/>
                        </a:rPr>
                        <a:t>("%f, %</a:t>
                      </a:r>
                      <a:r>
                        <a:rPr lang="en-US" sz="1600" kern="100" dirty="0" err="1">
                          <a:effectLst/>
                        </a:rPr>
                        <a:t>lf</a:t>
                      </a:r>
                      <a:r>
                        <a:rPr lang="en-US" sz="1600" kern="100" dirty="0">
                          <a:effectLst/>
                        </a:rPr>
                        <a:t>\n", x, y);</a:t>
                      </a:r>
                      <a:endParaRPr lang="zh-CN" sz="1600" kern="100" dirty="0">
                        <a:effectLst/>
                      </a:endParaRPr>
                    </a:p>
                    <a:p>
                      <a:pPr algn="just" hangingPunct="0">
                        <a:lnSpc>
                          <a:spcPct val="100000"/>
                        </a:lnSpc>
                        <a:tabLst>
                          <a:tab pos="2000250" algn="r"/>
                          <a:tab pos="2867025" algn="l"/>
                          <a:tab pos="4133850" algn="l"/>
                        </a:tabLst>
                      </a:pPr>
                      <a:r>
                        <a:rPr lang="en-US" sz="1600" kern="100" dirty="0" err="1">
                          <a:effectLst/>
                        </a:rPr>
                        <a:t>scanf</a:t>
                      </a:r>
                      <a:r>
                        <a:rPr lang="en-US" sz="1600" kern="100" dirty="0">
                          <a:effectLst/>
                        </a:rPr>
                        <a:t> </a:t>
                      </a:r>
                      <a:r>
                        <a:rPr lang="zh-CN" sz="1600" kern="100" dirty="0">
                          <a:effectLst/>
                        </a:rPr>
                        <a:t>函数的形式控制字符串中没有转义字符</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17959" marR="17959" marT="14178" marB="14178" anchor="ctr"/>
                </a:tc>
                <a:extLst>
                  <a:ext uri="{0D108BD9-81ED-4DB2-BD59-A6C34878D82A}">
                    <a16:rowId xmlns:a16="http://schemas.microsoft.com/office/drawing/2014/main" val="1025465028"/>
                  </a:ext>
                </a:extLst>
              </a:tr>
              <a:tr h="1416163">
                <a:tc>
                  <a:txBody>
                    <a:bodyPr/>
                    <a:lstStyle/>
                    <a:p>
                      <a:pPr algn="just" hangingPunct="0">
                        <a:lnSpc>
                          <a:spcPct val="100000"/>
                        </a:lnSpc>
                        <a:tabLst>
                          <a:tab pos="2000250" algn="r"/>
                          <a:tab pos="2867025" algn="l"/>
                          <a:tab pos="4133850" algn="l"/>
                        </a:tabLst>
                      </a:pPr>
                      <a:r>
                        <a:rPr lang="en-US" sz="1600" kern="100" spc="30">
                          <a:effectLst/>
                        </a:rPr>
                        <a:t>float </a:t>
                      </a:r>
                      <a:r>
                        <a:rPr lang="zh-CN" sz="1600" kern="100" spc="30">
                          <a:effectLst/>
                        </a:rPr>
                        <a:t>和</a:t>
                      </a:r>
                      <a:r>
                        <a:rPr lang="en-US" sz="1600" kern="100" spc="30">
                          <a:effectLst/>
                        </a:rPr>
                        <a:t> double </a:t>
                      </a:r>
                      <a:r>
                        <a:rPr lang="zh-CN" sz="1600" kern="100" spc="30">
                          <a:effectLst/>
                        </a:rPr>
                        <a:t>的输入形式控制字符混淆</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17959" marR="17959" marT="14178" marB="14178" anchor="ctr"/>
                </a:tc>
                <a:tc>
                  <a:txBody>
                    <a:bodyPr/>
                    <a:lstStyle/>
                    <a:p>
                      <a:pPr algn="just" hangingPunct="0">
                        <a:lnSpc>
                          <a:spcPct val="100000"/>
                        </a:lnSpc>
                        <a:tabLst>
                          <a:tab pos="2000250" algn="r"/>
                          <a:tab pos="2867025" algn="l"/>
                          <a:tab pos="4133850" algn="l"/>
                        </a:tabLst>
                      </a:pPr>
                      <a:r>
                        <a:rPr lang="en-US" sz="1600" kern="100" dirty="0">
                          <a:effectLst/>
                        </a:rPr>
                        <a:t>float x;</a:t>
                      </a:r>
                      <a:endParaRPr lang="zh-CN" sz="1600" kern="100" dirty="0">
                        <a:effectLst/>
                      </a:endParaRPr>
                    </a:p>
                    <a:p>
                      <a:pPr algn="just" hangingPunct="0">
                        <a:lnSpc>
                          <a:spcPct val="100000"/>
                        </a:lnSpc>
                        <a:tabLst>
                          <a:tab pos="2000250" algn="r"/>
                          <a:tab pos="2867025" algn="l"/>
                          <a:tab pos="4133850" algn="l"/>
                        </a:tabLst>
                      </a:pPr>
                      <a:r>
                        <a:rPr lang="en-US" sz="1600" kern="100" dirty="0">
                          <a:effectLst/>
                        </a:rPr>
                        <a:t>double y;</a:t>
                      </a:r>
                      <a:endParaRPr lang="zh-CN" sz="1600" kern="100" dirty="0">
                        <a:effectLst/>
                      </a:endParaRPr>
                    </a:p>
                    <a:p>
                      <a:pPr algn="just" hangingPunct="0">
                        <a:lnSpc>
                          <a:spcPct val="100000"/>
                        </a:lnSpc>
                        <a:tabLst>
                          <a:tab pos="2000250" algn="r"/>
                          <a:tab pos="2867025" algn="l"/>
                          <a:tab pos="4133850" algn="l"/>
                        </a:tabLst>
                      </a:pPr>
                      <a:r>
                        <a:rPr lang="en-US" sz="1600" kern="100" dirty="0" err="1">
                          <a:effectLst/>
                        </a:rPr>
                        <a:t>scanf</a:t>
                      </a:r>
                      <a:r>
                        <a:rPr lang="en-US" sz="1600" kern="100" dirty="0">
                          <a:effectLst/>
                        </a:rPr>
                        <a:t>("%f %f", &amp;x, &amp;y);</a:t>
                      </a:r>
                      <a:endParaRPr lang="zh-CN" sz="1600" kern="100" dirty="0">
                        <a:effectLst/>
                      </a:endParaRPr>
                    </a:p>
                    <a:p>
                      <a:pPr algn="just" hangingPunct="0">
                        <a:lnSpc>
                          <a:spcPct val="100000"/>
                        </a:lnSpc>
                        <a:tabLst>
                          <a:tab pos="2000250" algn="r"/>
                          <a:tab pos="2867025" algn="l"/>
                          <a:tab pos="4133850" algn="l"/>
                        </a:tabLst>
                      </a:pPr>
                      <a:r>
                        <a:rPr lang="en-US" sz="1600" kern="100" dirty="0" err="1">
                          <a:effectLst/>
                        </a:rPr>
                        <a:t>printf</a:t>
                      </a:r>
                      <a:r>
                        <a:rPr lang="en-US" sz="1600" kern="100" dirty="0">
                          <a:effectLst/>
                        </a:rPr>
                        <a:t>("%f, %f\n", x, y);</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17959" marR="17959" marT="14178" marB="14178" anchor="ctr"/>
                </a:tc>
                <a:tc>
                  <a:txBody>
                    <a:bodyPr/>
                    <a:lstStyle/>
                    <a:p>
                      <a:pPr algn="just" hangingPunct="0">
                        <a:lnSpc>
                          <a:spcPct val="100000"/>
                        </a:lnSpc>
                        <a:tabLst>
                          <a:tab pos="2000250" algn="r"/>
                          <a:tab pos="2867025" algn="l"/>
                          <a:tab pos="4133850" algn="l"/>
                        </a:tabLst>
                      </a:pPr>
                      <a:r>
                        <a:rPr lang="zh-CN" sz="1600" kern="100" dirty="0">
                          <a:effectLst/>
                        </a:rPr>
                        <a:t>正确代码：</a:t>
                      </a:r>
                    </a:p>
                    <a:p>
                      <a:pPr algn="just" hangingPunct="0">
                        <a:lnSpc>
                          <a:spcPct val="100000"/>
                        </a:lnSpc>
                        <a:tabLst>
                          <a:tab pos="2000250" algn="r"/>
                          <a:tab pos="2867025" algn="l"/>
                          <a:tab pos="4133850" algn="l"/>
                        </a:tabLst>
                      </a:pPr>
                      <a:r>
                        <a:rPr lang="en-US" sz="1600" kern="100" dirty="0">
                          <a:effectLst/>
                        </a:rPr>
                        <a:t>float x;</a:t>
                      </a:r>
                      <a:endParaRPr lang="zh-CN" sz="1600" kern="100" dirty="0">
                        <a:effectLst/>
                      </a:endParaRPr>
                    </a:p>
                    <a:p>
                      <a:pPr algn="just" hangingPunct="0">
                        <a:lnSpc>
                          <a:spcPct val="100000"/>
                        </a:lnSpc>
                        <a:tabLst>
                          <a:tab pos="2000250" algn="r"/>
                          <a:tab pos="2867025" algn="l"/>
                          <a:tab pos="4133850" algn="l"/>
                        </a:tabLst>
                      </a:pPr>
                      <a:r>
                        <a:rPr lang="en-US" sz="1600" kern="100" dirty="0">
                          <a:effectLst/>
                        </a:rPr>
                        <a:t>double y;</a:t>
                      </a:r>
                      <a:endParaRPr lang="zh-CN" sz="1600" kern="100" dirty="0">
                        <a:effectLst/>
                      </a:endParaRPr>
                    </a:p>
                    <a:p>
                      <a:pPr algn="just" hangingPunct="0">
                        <a:lnSpc>
                          <a:spcPct val="100000"/>
                        </a:lnSpc>
                        <a:tabLst>
                          <a:tab pos="2000250" algn="r"/>
                          <a:tab pos="2867025" algn="l"/>
                          <a:tab pos="4133850" algn="l"/>
                        </a:tabLst>
                      </a:pPr>
                      <a:r>
                        <a:rPr lang="en-US" sz="1600" kern="100" dirty="0" err="1">
                          <a:effectLst/>
                        </a:rPr>
                        <a:t>scanf</a:t>
                      </a:r>
                      <a:r>
                        <a:rPr lang="en-US" sz="1600" kern="100" dirty="0">
                          <a:effectLst/>
                        </a:rPr>
                        <a:t>("%f %</a:t>
                      </a:r>
                      <a:r>
                        <a:rPr lang="en-US" sz="1600" kern="100" dirty="0" err="1">
                          <a:effectLst/>
                        </a:rPr>
                        <a:t>lf</a:t>
                      </a:r>
                      <a:r>
                        <a:rPr lang="en-US" sz="1600" kern="100" dirty="0">
                          <a:effectLst/>
                        </a:rPr>
                        <a:t>", &amp;x, &amp;y);</a:t>
                      </a:r>
                      <a:endParaRPr lang="zh-CN" sz="1600" kern="100" dirty="0">
                        <a:effectLst/>
                      </a:endParaRPr>
                    </a:p>
                    <a:p>
                      <a:pPr algn="just" hangingPunct="0">
                        <a:lnSpc>
                          <a:spcPct val="100000"/>
                        </a:lnSpc>
                        <a:tabLst>
                          <a:tab pos="2000250" algn="r"/>
                          <a:tab pos="2867025" algn="l"/>
                          <a:tab pos="4133850" algn="l"/>
                        </a:tabLst>
                      </a:pPr>
                      <a:r>
                        <a:rPr lang="en-US" sz="1600" kern="100" dirty="0" err="1">
                          <a:effectLst/>
                        </a:rPr>
                        <a:t>printf</a:t>
                      </a:r>
                      <a:r>
                        <a:rPr lang="en-US" sz="1600" kern="100" dirty="0">
                          <a:effectLst/>
                        </a:rPr>
                        <a:t>("%f, %f\n", x, y);</a:t>
                      </a:r>
                      <a:endParaRPr lang="zh-CN" sz="1600" kern="100" dirty="0">
                        <a:effectLst/>
                      </a:endParaRPr>
                    </a:p>
                    <a:p>
                      <a:pPr algn="just" hangingPunct="0">
                        <a:lnSpc>
                          <a:spcPct val="100000"/>
                        </a:lnSpc>
                        <a:tabLst>
                          <a:tab pos="2000250" algn="r"/>
                          <a:tab pos="2867025" algn="l"/>
                          <a:tab pos="4133850" algn="l"/>
                        </a:tabLst>
                      </a:pPr>
                      <a:r>
                        <a:rPr lang="en-US" sz="1600" kern="100" spc="-20" dirty="0">
                          <a:effectLst/>
                          <a:highlight>
                            <a:srgbClr val="D3D3D3"/>
                          </a:highlight>
                        </a:rPr>
                        <a:t> float </a:t>
                      </a:r>
                      <a:r>
                        <a:rPr lang="zh-CN" sz="1600" kern="100" spc="-20" dirty="0">
                          <a:effectLst/>
                          <a:highlight>
                            <a:srgbClr val="D3D3D3"/>
                          </a:highlight>
                        </a:rPr>
                        <a:t>和</a:t>
                      </a:r>
                      <a:r>
                        <a:rPr lang="en-US" sz="1600" kern="100" spc="-20" dirty="0">
                          <a:effectLst/>
                          <a:highlight>
                            <a:srgbClr val="D3D3D3"/>
                          </a:highlight>
                        </a:rPr>
                        <a:t> double </a:t>
                      </a:r>
                      <a:r>
                        <a:rPr lang="zh-CN" sz="1600" kern="100" spc="-20" dirty="0">
                          <a:effectLst/>
                          <a:highlight>
                            <a:srgbClr val="D3D3D3"/>
                          </a:highlight>
                        </a:rPr>
                        <a:t>的输入</a:t>
                      </a:r>
                      <a:r>
                        <a:rPr lang="zh-CN" altLang="en-US" sz="1600" kern="100" spc="-20" dirty="0">
                          <a:effectLst/>
                          <a:highlight>
                            <a:srgbClr val="D3D3D3"/>
                          </a:highlight>
                        </a:rPr>
                        <a:t>格</a:t>
                      </a:r>
                      <a:r>
                        <a:rPr lang="zh-CN" sz="1600" kern="100" spc="-20" dirty="0">
                          <a:effectLst/>
                          <a:highlight>
                            <a:srgbClr val="D3D3D3"/>
                          </a:highlight>
                        </a:rPr>
                        <a:t>式控制字符不同</a:t>
                      </a:r>
                      <a:r>
                        <a:rPr lang="zh-CN" altLang="en-US" sz="1600" kern="100" spc="-20" dirty="0">
                          <a:effectLst/>
                          <a:highlight>
                            <a:srgbClr val="D3D3D3"/>
                          </a:highlight>
                        </a:rPr>
                        <a:t>，</a:t>
                      </a:r>
                      <a:r>
                        <a:rPr lang="zh-CN" sz="1600" kern="100" spc="-20" dirty="0">
                          <a:effectLst/>
                          <a:highlight>
                            <a:srgbClr val="D3D3D3"/>
                          </a:highlight>
                        </a:rPr>
                        <a:t>不可混用</a:t>
                      </a:r>
                      <a:r>
                        <a:rPr lang="en-US" altLang="zh-CN" sz="1600" kern="100" spc="-20" dirty="0">
                          <a:effectLst/>
                          <a:highlight>
                            <a:srgbClr val="D3D3D3"/>
                          </a:highlight>
                        </a:rPr>
                        <a:t>;</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17959" marR="17959" marT="14178" marB="14178" anchor="ctr"/>
                </a:tc>
                <a:extLst>
                  <a:ext uri="{0D108BD9-81ED-4DB2-BD59-A6C34878D82A}">
                    <a16:rowId xmlns:a16="http://schemas.microsoft.com/office/drawing/2014/main" val="2549350807"/>
                  </a:ext>
                </a:extLst>
              </a:tr>
            </a:tbl>
          </a:graphicData>
        </a:graphic>
      </p:graphicFrame>
      <p:sp>
        <p:nvSpPr>
          <p:cNvPr id="8" name="Rectangle 2">
            <a:extLst>
              <a:ext uri="{FF2B5EF4-FFF2-40B4-BE49-F238E27FC236}">
                <a16:creationId xmlns:a16="http://schemas.microsoft.com/office/drawing/2014/main" id="{FA21AC65-4DCD-4B8E-DFF2-255AA4843805}"/>
              </a:ext>
            </a:extLst>
          </p:cNvPr>
          <p:cNvSpPr>
            <a:spLocks noChangeArrowheads="1"/>
          </p:cNvSpPr>
          <p:nvPr/>
        </p:nvSpPr>
        <p:spPr bwMode="auto">
          <a:xfrm>
            <a:off x="3261242" y="2699159"/>
            <a:ext cx="4022725" cy="4762"/>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841416402"/>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 name="Rectangle 2"/>
          <p:cNvSpPr txBox="1">
            <a:spLocks noChangeArrowheads="1"/>
          </p:cNvSpPr>
          <p:nvPr/>
        </p:nvSpPr>
        <p:spPr>
          <a:xfrm>
            <a:off x="812800" y="304800"/>
            <a:ext cx="10363200" cy="609600"/>
          </a:xfrm>
          <a:prstGeom prst="rect">
            <a:avLst/>
          </a:prstGeom>
        </p:spPr>
        <p:txBody>
          <a:bodyPr vert="horz" wrap="square" lIns="90170" tIns="46990" rIns="90170" bIns="46990" rtlCol="0" anchor="ctr" anchorCtr="0">
            <a:noAutofit/>
          </a:bodyPr>
          <a:lstStyle>
            <a:lvl1pPr marL="0" marR="0" algn="l" defTabSz="914400" rtl="0" eaLnBrk="1" fontAlgn="auto" latinLnBrk="0" hangingPunct="1">
              <a:lnSpc>
                <a:spcPct val="100000"/>
              </a:lnSpc>
              <a:spcBef>
                <a:spcPct val="0"/>
              </a:spcBef>
              <a:buNone/>
              <a:defRPr kumimoji="0" lang="zh-CN" altLang="en-US" sz="36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3600" b="1" i="0" u="none" strike="noStrike" kern="1200" cap="none" spc="200" normalizeH="0" baseline="0" noProof="1">
                <a:ln>
                  <a:noFill/>
                </a:ln>
                <a:solidFill>
                  <a:srgbClr val="000000"/>
                </a:solidFill>
                <a:effectLst/>
                <a:uLnTx/>
                <a:uFillTx/>
                <a:latin typeface="Arial" panose="020B0604020202020204" pitchFamily="34" charset="0"/>
                <a:ea typeface="微软雅黑" panose="020B0503020204020204" charset="-122"/>
                <a:cs typeface="+mj-cs"/>
                <a:sym typeface="+mn-ea"/>
              </a:rPr>
              <a:t>3.4</a:t>
            </a:r>
            <a:r>
              <a:rPr kumimoji="0" lang="zh-CN" altLang="en-US" sz="3600" b="1" i="0" u="none" strike="noStrike" kern="1200" cap="none" spc="200" normalizeH="0" baseline="0" noProof="1">
                <a:ln>
                  <a:noFill/>
                </a:ln>
                <a:solidFill>
                  <a:srgbClr val="000000"/>
                </a:solidFill>
                <a:effectLst/>
                <a:uLnTx/>
                <a:uFillTx/>
                <a:latin typeface="Arial" panose="020B0604020202020204" pitchFamily="34" charset="0"/>
                <a:ea typeface="微软雅黑" panose="020B0503020204020204" charset="-122"/>
                <a:cs typeface="+mj-cs"/>
                <a:sym typeface="+mn-ea"/>
              </a:rPr>
              <a:t>　使用控制结构与语句容易出现的问题</a:t>
            </a:r>
          </a:p>
        </p:txBody>
      </p:sp>
      <p:graphicFrame>
        <p:nvGraphicFramePr>
          <p:cNvPr id="5" name="表格 4">
            <a:extLst>
              <a:ext uri="{FF2B5EF4-FFF2-40B4-BE49-F238E27FC236}">
                <a16:creationId xmlns:a16="http://schemas.microsoft.com/office/drawing/2014/main" id="{EC584C36-53CF-4421-9CE4-B3598315E9E9}"/>
              </a:ext>
            </a:extLst>
          </p:cNvPr>
          <p:cNvGraphicFramePr>
            <a:graphicFrameLocks noGrp="1"/>
          </p:cNvGraphicFramePr>
          <p:nvPr>
            <p:extLst>
              <p:ext uri="{D42A27DB-BD31-4B8C-83A1-F6EECF244321}">
                <p14:modId xmlns:p14="http://schemas.microsoft.com/office/powerpoint/2010/main" val="2114070365"/>
              </p:ext>
            </p:extLst>
          </p:nvPr>
        </p:nvGraphicFramePr>
        <p:xfrm>
          <a:off x="1094388" y="1190843"/>
          <a:ext cx="9800024" cy="4043220"/>
        </p:xfrm>
        <a:graphic>
          <a:graphicData uri="http://schemas.openxmlformats.org/drawingml/2006/table">
            <a:tbl>
              <a:tblPr firstRow="1" firstCol="1" bandRow="1">
                <a:tableStyleId>{5C22544A-7EE6-4342-B048-85BDC9FD1C3A}</a:tableStyleId>
              </a:tblPr>
              <a:tblGrid>
                <a:gridCol w="1441500">
                  <a:extLst>
                    <a:ext uri="{9D8B030D-6E8A-4147-A177-3AD203B41FA5}">
                      <a16:colId xmlns:a16="http://schemas.microsoft.com/office/drawing/2014/main" val="3773607274"/>
                    </a:ext>
                  </a:extLst>
                </a:gridCol>
                <a:gridCol w="2323610">
                  <a:extLst>
                    <a:ext uri="{9D8B030D-6E8A-4147-A177-3AD203B41FA5}">
                      <a16:colId xmlns:a16="http://schemas.microsoft.com/office/drawing/2014/main" val="3269706876"/>
                    </a:ext>
                  </a:extLst>
                </a:gridCol>
                <a:gridCol w="6034914">
                  <a:extLst>
                    <a:ext uri="{9D8B030D-6E8A-4147-A177-3AD203B41FA5}">
                      <a16:colId xmlns:a16="http://schemas.microsoft.com/office/drawing/2014/main" val="887240794"/>
                    </a:ext>
                  </a:extLst>
                </a:gridCol>
              </a:tblGrid>
              <a:tr h="171406">
                <a:tc>
                  <a:txBody>
                    <a:bodyPr/>
                    <a:lstStyle/>
                    <a:p>
                      <a:pPr algn="ctr" hangingPunct="0">
                        <a:lnSpc>
                          <a:spcPct val="100000"/>
                        </a:lnSpc>
                        <a:tabLst>
                          <a:tab pos="2000250" algn="r"/>
                          <a:tab pos="2867025" algn="l"/>
                          <a:tab pos="4133850" algn="l"/>
                        </a:tabLst>
                      </a:pPr>
                      <a:r>
                        <a:rPr lang="zh-CN" sz="1600" kern="100" dirty="0">
                          <a:effectLst/>
                        </a:rPr>
                        <a:t>错误</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17959" marR="17959" marT="14178" marB="14178" anchor="ctr"/>
                </a:tc>
                <a:tc>
                  <a:txBody>
                    <a:bodyPr/>
                    <a:lstStyle/>
                    <a:p>
                      <a:pPr algn="ctr" hangingPunct="0">
                        <a:lnSpc>
                          <a:spcPct val="100000"/>
                        </a:lnSpc>
                        <a:tabLst>
                          <a:tab pos="2000250" algn="r"/>
                          <a:tab pos="2867025" algn="l"/>
                          <a:tab pos="4133850" algn="l"/>
                        </a:tabLst>
                      </a:pPr>
                      <a:r>
                        <a:rPr lang="zh-CN" sz="1600" kern="100">
                          <a:effectLst/>
                        </a:rPr>
                        <a:t>示例</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17959" marR="17959" marT="14178" marB="14178" anchor="ctr"/>
                </a:tc>
                <a:tc>
                  <a:txBody>
                    <a:bodyPr/>
                    <a:lstStyle/>
                    <a:p>
                      <a:pPr algn="ctr" hangingPunct="0">
                        <a:lnSpc>
                          <a:spcPct val="100000"/>
                        </a:lnSpc>
                        <a:tabLst>
                          <a:tab pos="2000250" algn="r"/>
                          <a:tab pos="2867025" algn="l"/>
                          <a:tab pos="4133850" algn="l"/>
                        </a:tabLst>
                      </a:pPr>
                      <a:r>
                        <a:rPr lang="zh-CN" sz="1600" kern="100">
                          <a:effectLst/>
                        </a:rPr>
                        <a:t>结果</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17959" marR="17959" marT="14178" marB="14178" anchor="ctr"/>
                </a:tc>
                <a:extLst>
                  <a:ext uri="{0D108BD9-81ED-4DB2-BD59-A6C34878D82A}">
                    <a16:rowId xmlns:a16="http://schemas.microsoft.com/office/drawing/2014/main" val="3541869034"/>
                  </a:ext>
                </a:extLst>
              </a:tr>
              <a:tr h="341146">
                <a:tc rowSpan="4">
                  <a:txBody>
                    <a:bodyPr/>
                    <a:lstStyle/>
                    <a:p>
                      <a:pPr algn="just" hangingPunct="0">
                        <a:lnSpc>
                          <a:spcPct val="100000"/>
                        </a:lnSpc>
                        <a:tabLst>
                          <a:tab pos="2000250" algn="r"/>
                          <a:tab pos="2867025" algn="l"/>
                          <a:tab pos="4133850" algn="l"/>
                        </a:tabLst>
                      </a:pPr>
                      <a:r>
                        <a:rPr lang="zh-CN" sz="1600" kern="100" spc="-30" dirty="0">
                          <a:effectLst/>
                        </a:rPr>
                        <a:t>在分支和循环语句中的错误位置加分号，导致在循环条件成立时执行空语句，把其后的在循环条件成立时才执行的下一级别语句变成后继的同级语句</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17959" marR="17959" marT="14178" marB="14178" anchor="ctr"/>
                </a:tc>
                <a:tc>
                  <a:txBody>
                    <a:bodyPr/>
                    <a:lstStyle/>
                    <a:p>
                      <a:pPr algn="just" hangingPunct="0">
                        <a:lnSpc>
                          <a:spcPct val="100000"/>
                        </a:lnSpc>
                        <a:tabLst>
                          <a:tab pos="2000250" algn="r"/>
                          <a:tab pos="2867025" algn="l"/>
                          <a:tab pos="4133850" algn="l"/>
                        </a:tabLst>
                      </a:pPr>
                      <a:r>
                        <a:rPr lang="en-US" sz="1600" kern="100" dirty="0">
                          <a:effectLst/>
                        </a:rPr>
                        <a:t>if ( score &gt; =60 ) ; </a:t>
                      </a:r>
                      <a:endParaRPr lang="zh-CN" sz="1600" kern="100" dirty="0">
                        <a:effectLst/>
                      </a:endParaRPr>
                    </a:p>
                    <a:p>
                      <a:pPr algn="just" hangingPunct="0">
                        <a:lnSpc>
                          <a:spcPct val="100000"/>
                        </a:lnSpc>
                        <a:tabLst>
                          <a:tab pos="2000250" algn="r"/>
                          <a:tab pos="2867025" algn="l"/>
                          <a:tab pos="4133850" algn="l"/>
                        </a:tabLst>
                      </a:pPr>
                      <a:r>
                        <a:rPr lang="en-US" sz="1600" kern="100" dirty="0">
                          <a:effectLst/>
                        </a:rPr>
                        <a:t>       </a:t>
                      </a:r>
                      <a:r>
                        <a:rPr lang="en-US" sz="1600" kern="100" dirty="0" err="1">
                          <a:effectLst/>
                        </a:rPr>
                        <a:t>printf</a:t>
                      </a:r>
                      <a:r>
                        <a:rPr lang="en-US" sz="1600" kern="100" dirty="0">
                          <a:effectLst/>
                        </a:rPr>
                        <a:t>("pass");</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17959" marR="17959" marT="14178" marB="14178" anchor="ctr"/>
                </a:tc>
                <a:tc>
                  <a:txBody>
                    <a:bodyPr/>
                    <a:lstStyle/>
                    <a:p>
                      <a:pPr algn="just" hangingPunct="0">
                        <a:lnSpc>
                          <a:spcPct val="100000"/>
                        </a:lnSpc>
                        <a:tabLst>
                          <a:tab pos="2000250" algn="r"/>
                          <a:tab pos="2867025" algn="l"/>
                          <a:tab pos="4133850" algn="l"/>
                        </a:tabLst>
                      </a:pPr>
                      <a:r>
                        <a:rPr lang="zh-CN" sz="1600" kern="100" dirty="0">
                          <a:effectLst/>
                        </a:rPr>
                        <a:t>误加分号，导致无论循环条件是否成立，都输出“</a:t>
                      </a:r>
                      <a:r>
                        <a:rPr lang="en-US" sz="1600" kern="100" dirty="0">
                          <a:effectLst/>
                        </a:rPr>
                        <a:t>pass</a:t>
                      </a:r>
                      <a:r>
                        <a:rPr lang="zh-CN" sz="1600" kern="100" dirty="0">
                          <a:effectLst/>
                        </a:rPr>
                        <a:t>”</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17959" marR="17959" marT="14178" marB="14178" anchor="ctr"/>
                </a:tc>
                <a:extLst>
                  <a:ext uri="{0D108BD9-81ED-4DB2-BD59-A6C34878D82A}">
                    <a16:rowId xmlns:a16="http://schemas.microsoft.com/office/drawing/2014/main" val="2983771832"/>
                  </a:ext>
                </a:extLst>
              </a:tr>
              <a:tr h="575245">
                <a:tc vMerge="1">
                  <a:txBody>
                    <a:bodyPr/>
                    <a:lstStyle/>
                    <a:p>
                      <a:endParaRPr lang="zh-CN" altLang="en-US"/>
                    </a:p>
                  </a:txBody>
                  <a:tcPr/>
                </a:tc>
                <a:tc>
                  <a:txBody>
                    <a:bodyPr/>
                    <a:lstStyle/>
                    <a:p>
                      <a:pPr algn="just" hangingPunct="0">
                        <a:lnSpc>
                          <a:spcPct val="100000"/>
                        </a:lnSpc>
                        <a:tabLst>
                          <a:tab pos="2000250" algn="r"/>
                          <a:tab pos="2867025" algn="l"/>
                          <a:tab pos="4133850" algn="l"/>
                        </a:tabLst>
                      </a:pPr>
                      <a:r>
                        <a:rPr lang="en-US" sz="1600" kern="100" dirty="0">
                          <a:effectLst/>
                        </a:rPr>
                        <a:t>if ( score &gt; =60 ) ; </a:t>
                      </a:r>
                      <a:endParaRPr lang="zh-CN" sz="1600" kern="100" dirty="0">
                        <a:effectLst/>
                      </a:endParaRPr>
                    </a:p>
                    <a:p>
                      <a:pPr algn="just" hangingPunct="0">
                        <a:lnSpc>
                          <a:spcPct val="100000"/>
                        </a:lnSpc>
                        <a:tabLst>
                          <a:tab pos="2000250" algn="r"/>
                          <a:tab pos="2867025" algn="l"/>
                          <a:tab pos="4133850" algn="l"/>
                        </a:tabLst>
                      </a:pPr>
                      <a:r>
                        <a:rPr lang="en-US" sz="1600" kern="100" dirty="0">
                          <a:effectLst/>
                        </a:rPr>
                        <a:t>       </a:t>
                      </a:r>
                      <a:r>
                        <a:rPr lang="en-US" sz="1600" kern="100" dirty="0" err="1">
                          <a:effectLst/>
                        </a:rPr>
                        <a:t>printf</a:t>
                      </a:r>
                      <a:r>
                        <a:rPr lang="en-US" sz="1600" kern="100" dirty="0">
                          <a:effectLst/>
                        </a:rPr>
                        <a:t>("pass"); </a:t>
                      </a:r>
                      <a:endParaRPr lang="zh-CN" sz="1600" kern="100" dirty="0">
                        <a:effectLst/>
                      </a:endParaRPr>
                    </a:p>
                    <a:p>
                      <a:pPr algn="just" hangingPunct="0">
                        <a:lnSpc>
                          <a:spcPct val="100000"/>
                        </a:lnSpc>
                        <a:tabLst>
                          <a:tab pos="2000250" algn="r"/>
                          <a:tab pos="2867025" algn="l"/>
                          <a:tab pos="4133850" algn="l"/>
                        </a:tabLst>
                      </a:pPr>
                      <a:r>
                        <a:rPr lang="en-US" sz="1600" kern="100" dirty="0">
                          <a:effectLst/>
                        </a:rPr>
                        <a:t>else </a:t>
                      </a:r>
                      <a:endParaRPr lang="zh-CN" sz="1600" kern="100" dirty="0">
                        <a:effectLst/>
                      </a:endParaRPr>
                    </a:p>
                    <a:p>
                      <a:pPr algn="just" hangingPunct="0">
                        <a:lnSpc>
                          <a:spcPct val="100000"/>
                        </a:lnSpc>
                        <a:tabLst>
                          <a:tab pos="2000250" algn="r"/>
                          <a:tab pos="2867025" algn="l"/>
                          <a:tab pos="4133850" algn="l"/>
                        </a:tabLst>
                      </a:pPr>
                      <a:r>
                        <a:rPr lang="en-US" sz="1600" kern="100" dirty="0">
                          <a:effectLst/>
                        </a:rPr>
                        <a:t>       </a:t>
                      </a:r>
                      <a:r>
                        <a:rPr lang="en-US" sz="1600" kern="100" dirty="0" err="1">
                          <a:effectLst/>
                        </a:rPr>
                        <a:t>printf</a:t>
                      </a:r>
                      <a:r>
                        <a:rPr lang="en-US" sz="1600" kern="100" dirty="0">
                          <a:effectLst/>
                        </a:rPr>
                        <a:t>("fail");</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17959" marR="17959" marT="14178" marB="14178" anchor="ctr"/>
                </a:tc>
                <a:tc>
                  <a:txBody>
                    <a:bodyPr/>
                    <a:lstStyle/>
                    <a:p>
                      <a:pPr algn="just" hangingPunct="0">
                        <a:lnSpc>
                          <a:spcPct val="100000"/>
                        </a:lnSpc>
                        <a:tabLst>
                          <a:tab pos="2000250" algn="r"/>
                          <a:tab pos="2867025" algn="l"/>
                          <a:tab pos="4133850" algn="l"/>
                        </a:tabLst>
                      </a:pPr>
                      <a:r>
                        <a:rPr lang="zh-CN" sz="1600" kern="100" dirty="0">
                          <a:effectLst/>
                        </a:rPr>
                        <a:t>误加分号，导致后面的</a:t>
                      </a:r>
                      <a:r>
                        <a:rPr lang="en-US" sz="1600" kern="100" dirty="0">
                          <a:effectLst/>
                        </a:rPr>
                        <a:t> else </a:t>
                      </a:r>
                      <a:r>
                        <a:rPr lang="zh-CN" sz="1600" kern="100" dirty="0">
                          <a:effectLst/>
                        </a:rPr>
                        <a:t>找不到匹配的</a:t>
                      </a:r>
                      <a:r>
                        <a:rPr lang="en-US" sz="1600" kern="100" dirty="0">
                          <a:effectLst/>
                        </a:rPr>
                        <a:t> if</a:t>
                      </a:r>
                      <a:r>
                        <a:rPr lang="zh-CN" sz="1600" kern="100" dirty="0">
                          <a:effectLst/>
                        </a:rPr>
                        <a:t>，在编译时提示语法错误</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17959" marR="17959" marT="14178" marB="14178" anchor="ctr"/>
                </a:tc>
                <a:extLst>
                  <a:ext uri="{0D108BD9-81ED-4DB2-BD59-A6C34878D82A}">
                    <a16:rowId xmlns:a16="http://schemas.microsoft.com/office/drawing/2014/main" val="3595563926"/>
                  </a:ext>
                </a:extLst>
              </a:tr>
              <a:tr h="858144">
                <a:tc vMerge="1">
                  <a:txBody>
                    <a:bodyPr/>
                    <a:lstStyle/>
                    <a:p>
                      <a:endParaRPr lang="zh-CN" altLang="en-US"/>
                    </a:p>
                  </a:txBody>
                  <a:tcPr/>
                </a:tc>
                <a:tc>
                  <a:txBody>
                    <a:bodyPr/>
                    <a:lstStyle/>
                    <a:p>
                      <a:pPr algn="just" hangingPunct="0">
                        <a:lnSpc>
                          <a:spcPct val="100000"/>
                        </a:lnSpc>
                        <a:tabLst>
                          <a:tab pos="2000250" algn="r"/>
                          <a:tab pos="2867025" algn="l"/>
                          <a:tab pos="4133850" algn="l"/>
                        </a:tabLst>
                      </a:pPr>
                      <a:r>
                        <a:rPr lang="en-US" sz="1600" kern="100" dirty="0" err="1">
                          <a:effectLst/>
                        </a:rPr>
                        <a:t>i</a:t>
                      </a:r>
                      <a:r>
                        <a:rPr lang="en-US" sz="1600" kern="100" dirty="0">
                          <a:effectLst/>
                        </a:rPr>
                        <a:t> = 0;</a:t>
                      </a:r>
                      <a:endParaRPr lang="zh-CN" sz="1600" kern="100" dirty="0">
                        <a:effectLst/>
                      </a:endParaRPr>
                    </a:p>
                    <a:p>
                      <a:pPr algn="just" hangingPunct="0">
                        <a:lnSpc>
                          <a:spcPct val="100000"/>
                        </a:lnSpc>
                        <a:tabLst>
                          <a:tab pos="2000250" algn="r"/>
                          <a:tab pos="2867025" algn="l"/>
                          <a:tab pos="4133850" algn="l"/>
                        </a:tabLst>
                      </a:pPr>
                      <a:r>
                        <a:rPr lang="en-US" sz="1600" kern="100" dirty="0">
                          <a:effectLst/>
                        </a:rPr>
                        <a:t>while ( </a:t>
                      </a:r>
                      <a:r>
                        <a:rPr lang="en-US" sz="1600" kern="100" dirty="0" err="1">
                          <a:effectLst/>
                        </a:rPr>
                        <a:t>i</a:t>
                      </a:r>
                      <a:r>
                        <a:rPr lang="en-US" sz="1600" kern="100" dirty="0">
                          <a:effectLst/>
                        </a:rPr>
                        <a:t> &lt; 100 ) ; </a:t>
                      </a:r>
                      <a:endParaRPr lang="zh-CN" sz="1600" kern="100" dirty="0">
                        <a:effectLst/>
                      </a:endParaRPr>
                    </a:p>
                    <a:p>
                      <a:pPr algn="just" hangingPunct="0">
                        <a:lnSpc>
                          <a:spcPct val="100000"/>
                        </a:lnSpc>
                        <a:tabLst>
                          <a:tab pos="2000250" algn="r"/>
                          <a:tab pos="2867025" algn="l"/>
                          <a:tab pos="4133850" algn="l"/>
                        </a:tabLst>
                      </a:pPr>
                      <a:r>
                        <a:rPr lang="en-US" sz="1600" kern="100" dirty="0">
                          <a:effectLst/>
                        </a:rPr>
                        <a:t>{             </a:t>
                      </a:r>
                      <a:endParaRPr lang="zh-CN" sz="1600" kern="100" dirty="0">
                        <a:effectLst/>
                      </a:endParaRPr>
                    </a:p>
                    <a:p>
                      <a:pPr algn="just" hangingPunct="0">
                        <a:lnSpc>
                          <a:spcPct val="100000"/>
                        </a:lnSpc>
                        <a:tabLst>
                          <a:tab pos="2000250" algn="r"/>
                          <a:tab pos="2867025" algn="l"/>
                          <a:tab pos="4133850" algn="l"/>
                        </a:tabLst>
                      </a:pPr>
                      <a:r>
                        <a:rPr lang="en-US" sz="1600" kern="100" dirty="0">
                          <a:effectLst/>
                        </a:rPr>
                        <a:t>       sum = sum + </a:t>
                      </a:r>
                      <a:r>
                        <a:rPr lang="en-US" sz="1600" kern="100" dirty="0" err="1">
                          <a:effectLst/>
                        </a:rPr>
                        <a:t>i</a:t>
                      </a:r>
                      <a:r>
                        <a:rPr lang="en-US" sz="1600" kern="100" dirty="0">
                          <a:effectLst/>
                        </a:rPr>
                        <a:t>;</a:t>
                      </a:r>
                      <a:endParaRPr lang="zh-CN" sz="1600" kern="100" dirty="0">
                        <a:effectLst/>
                      </a:endParaRPr>
                    </a:p>
                    <a:p>
                      <a:pPr algn="just" hangingPunct="0">
                        <a:lnSpc>
                          <a:spcPct val="100000"/>
                        </a:lnSpc>
                        <a:tabLst>
                          <a:tab pos="2000250" algn="r"/>
                          <a:tab pos="2867025" algn="l"/>
                          <a:tab pos="4133850" algn="l"/>
                        </a:tabLst>
                      </a:pPr>
                      <a:r>
                        <a:rPr lang="en-US" sz="1600" kern="100" dirty="0">
                          <a:effectLst/>
                        </a:rPr>
                        <a:t>       </a:t>
                      </a:r>
                      <a:r>
                        <a:rPr lang="en-US" sz="1600" kern="100" dirty="0" err="1">
                          <a:effectLst/>
                        </a:rPr>
                        <a:t>i</a:t>
                      </a:r>
                      <a:r>
                        <a:rPr lang="en-US" sz="1600" kern="100" dirty="0">
                          <a:effectLst/>
                        </a:rPr>
                        <a:t>++;</a:t>
                      </a:r>
                      <a:endParaRPr lang="zh-CN" sz="1600" kern="100" dirty="0">
                        <a:effectLst/>
                      </a:endParaRPr>
                    </a:p>
                    <a:p>
                      <a:pPr algn="just" hangingPunct="0">
                        <a:lnSpc>
                          <a:spcPct val="100000"/>
                        </a:lnSpc>
                        <a:tabLst>
                          <a:tab pos="2000250" algn="r"/>
                          <a:tab pos="2867025" algn="l"/>
                          <a:tab pos="4133850" algn="l"/>
                        </a:tabLst>
                      </a:pPr>
                      <a:r>
                        <a:rPr lang="en-US" sz="1600" kern="100" dirty="0">
                          <a:effectLst/>
                        </a:rPr>
                        <a:t>}</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17959" marR="17959" marT="14178" marB="14178" anchor="ctr"/>
                </a:tc>
                <a:tc>
                  <a:txBody>
                    <a:bodyPr/>
                    <a:lstStyle/>
                    <a:p>
                      <a:pPr algn="just" hangingPunct="0">
                        <a:lnSpc>
                          <a:spcPct val="100000"/>
                        </a:lnSpc>
                        <a:tabLst>
                          <a:tab pos="2000250" algn="r"/>
                          <a:tab pos="2867025" algn="l"/>
                          <a:tab pos="4133850" algn="l"/>
                        </a:tabLst>
                      </a:pPr>
                      <a:r>
                        <a:rPr lang="zh-CN" sz="1600" kern="100" dirty="0">
                          <a:effectLst/>
                          <a:highlight>
                            <a:srgbClr val="D3D3D3"/>
                          </a:highlight>
                        </a:rPr>
                        <a:t>误加分号，导致循环体变成循环之后的语句，与循环条件相关的 </a:t>
                      </a:r>
                      <a:r>
                        <a:rPr lang="en-US" sz="1600" kern="100" dirty="0" err="1">
                          <a:effectLst/>
                          <a:highlight>
                            <a:srgbClr val="D3D3D3"/>
                          </a:highlight>
                        </a:rPr>
                        <a:t>i</a:t>
                      </a:r>
                      <a:r>
                        <a:rPr lang="en-US" sz="1600" kern="100" dirty="0">
                          <a:effectLst/>
                          <a:highlight>
                            <a:srgbClr val="D3D3D3"/>
                          </a:highlight>
                        </a:rPr>
                        <a:t> </a:t>
                      </a:r>
                      <a:r>
                        <a:rPr lang="zh-CN" sz="1600" kern="100" dirty="0">
                          <a:effectLst/>
                          <a:highlight>
                            <a:srgbClr val="D3D3D3"/>
                          </a:highlight>
                        </a:rPr>
                        <a:t>值无法修改，出现死循环</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17959" marR="17959" marT="14178" marB="14178" anchor="ctr"/>
                </a:tc>
                <a:extLst>
                  <a:ext uri="{0D108BD9-81ED-4DB2-BD59-A6C34878D82A}">
                    <a16:rowId xmlns:a16="http://schemas.microsoft.com/office/drawing/2014/main" val="1458177354"/>
                  </a:ext>
                </a:extLst>
              </a:tr>
              <a:tr h="680625">
                <a:tc vMerge="1">
                  <a:txBody>
                    <a:bodyPr/>
                    <a:lstStyle/>
                    <a:p>
                      <a:endParaRPr lang="zh-CN" altLang="en-US"/>
                    </a:p>
                  </a:txBody>
                  <a:tcPr/>
                </a:tc>
                <a:tc>
                  <a:txBody>
                    <a:bodyPr/>
                    <a:lstStyle/>
                    <a:p>
                      <a:pPr algn="just" hangingPunct="0">
                        <a:lnSpc>
                          <a:spcPct val="100000"/>
                        </a:lnSpc>
                        <a:tabLst>
                          <a:tab pos="2000250" algn="r"/>
                          <a:tab pos="2867025" algn="l"/>
                          <a:tab pos="4133850" algn="l"/>
                        </a:tabLst>
                      </a:pPr>
                      <a:r>
                        <a:rPr lang="en-US" sz="1600" kern="100" dirty="0">
                          <a:effectLst/>
                        </a:rPr>
                        <a:t>sum = 0;</a:t>
                      </a:r>
                      <a:endParaRPr lang="zh-CN" sz="1600" kern="100" dirty="0">
                        <a:effectLst/>
                      </a:endParaRPr>
                    </a:p>
                    <a:p>
                      <a:pPr algn="just" hangingPunct="0">
                        <a:lnSpc>
                          <a:spcPct val="100000"/>
                        </a:lnSpc>
                        <a:tabLst>
                          <a:tab pos="2000250" algn="r"/>
                          <a:tab pos="2867025" algn="l"/>
                          <a:tab pos="4133850" algn="l"/>
                        </a:tabLst>
                      </a:pPr>
                      <a:r>
                        <a:rPr lang="en-US" sz="1600" kern="100" dirty="0">
                          <a:effectLst/>
                        </a:rPr>
                        <a:t>for ( </a:t>
                      </a:r>
                      <a:r>
                        <a:rPr lang="en-US" sz="1600" kern="100" dirty="0" err="1">
                          <a:effectLst/>
                        </a:rPr>
                        <a:t>i</a:t>
                      </a:r>
                      <a:r>
                        <a:rPr lang="en-US" sz="1600" kern="100" dirty="0">
                          <a:effectLst/>
                        </a:rPr>
                        <a:t> = 0; </a:t>
                      </a:r>
                      <a:r>
                        <a:rPr lang="en-US" sz="1600" kern="100" dirty="0" err="1">
                          <a:effectLst/>
                        </a:rPr>
                        <a:t>i</a:t>
                      </a:r>
                      <a:r>
                        <a:rPr lang="en-US" sz="1600" kern="100" dirty="0">
                          <a:effectLst/>
                        </a:rPr>
                        <a:t> &lt; 100; </a:t>
                      </a:r>
                      <a:r>
                        <a:rPr lang="en-US" sz="1600" kern="100" dirty="0" err="1">
                          <a:effectLst/>
                        </a:rPr>
                        <a:t>i</a:t>
                      </a:r>
                      <a:r>
                        <a:rPr lang="en-US" sz="1600" kern="100" dirty="0">
                          <a:effectLst/>
                        </a:rPr>
                        <a:t>++) ; </a:t>
                      </a:r>
                      <a:endParaRPr lang="zh-CN" sz="1600" kern="100" dirty="0">
                        <a:effectLst/>
                      </a:endParaRPr>
                    </a:p>
                    <a:p>
                      <a:pPr algn="just" hangingPunct="0">
                        <a:lnSpc>
                          <a:spcPct val="100000"/>
                        </a:lnSpc>
                        <a:tabLst>
                          <a:tab pos="2000250" algn="r"/>
                          <a:tab pos="2867025" algn="l"/>
                          <a:tab pos="4133850" algn="l"/>
                        </a:tabLst>
                      </a:pPr>
                      <a:r>
                        <a:rPr lang="en-US" sz="1600" kern="100" dirty="0">
                          <a:effectLst/>
                        </a:rPr>
                        <a:t>    sum = sum + </a:t>
                      </a:r>
                      <a:r>
                        <a:rPr lang="en-US" sz="1600" kern="100" dirty="0" err="1">
                          <a:effectLst/>
                        </a:rPr>
                        <a:t>i</a:t>
                      </a:r>
                      <a:r>
                        <a:rPr lang="en-US" sz="1600" kern="100" dirty="0">
                          <a:effectLst/>
                        </a:rPr>
                        <a:t>;    </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17959" marR="17959" marT="14178" marB="14178" anchor="ctr"/>
                </a:tc>
                <a:tc>
                  <a:txBody>
                    <a:bodyPr/>
                    <a:lstStyle/>
                    <a:p>
                      <a:pPr algn="just" hangingPunct="0">
                        <a:lnSpc>
                          <a:spcPct val="100000"/>
                        </a:lnSpc>
                        <a:tabLst>
                          <a:tab pos="2000250" algn="r"/>
                          <a:tab pos="2867025" algn="l"/>
                          <a:tab pos="4133850" algn="l"/>
                        </a:tabLst>
                      </a:pPr>
                      <a:r>
                        <a:rPr lang="zh-CN" sz="1600" kern="100" spc="10" dirty="0">
                          <a:effectLst/>
                        </a:rPr>
                        <a:t>误加分号，导致循环体变成循环之后的语句，无法累加</a:t>
                      </a:r>
                      <a:r>
                        <a:rPr lang="en-US" sz="1600" kern="100" spc="10" dirty="0">
                          <a:effectLst/>
                        </a:rPr>
                        <a:t> 0 </a:t>
                      </a:r>
                      <a:r>
                        <a:rPr lang="zh-CN" sz="1600" kern="100" spc="10" dirty="0">
                          <a:effectLst/>
                        </a:rPr>
                        <a:t>到</a:t>
                      </a:r>
                      <a:r>
                        <a:rPr lang="en-US" sz="1600" kern="100" spc="10" dirty="0">
                          <a:effectLst/>
                        </a:rPr>
                        <a:t> 99 </a:t>
                      </a:r>
                      <a:r>
                        <a:rPr lang="zh-CN" sz="1600" kern="100" spc="10" dirty="0">
                          <a:effectLst/>
                        </a:rPr>
                        <a:t>的</a:t>
                      </a:r>
                      <a:r>
                        <a:rPr lang="en-US" sz="1600" kern="100" spc="10" dirty="0">
                          <a:effectLst/>
                        </a:rPr>
                        <a:t> </a:t>
                      </a:r>
                      <a:r>
                        <a:rPr lang="en-US" sz="1600" kern="100" spc="10" dirty="0" err="1">
                          <a:effectLst/>
                        </a:rPr>
                        <a:t>i</a:t>
                      </a:r>
                      <a:r>
                        <a:rPr lang="en-US" sz="1600" kern="100" spc="10" dirty="0">
                          <a:effectLst/>
                        </a:rPr>
                        <a:t> </a:t>
                      </a:r>
                      <a:r>
                        <a:rPr lang="zh-CN" sz="1600" kern="100" spc="10" dirty="0">
                          <a:effectLst/>
                        </a:rPr>
                        <a:t>值到</a:t>
                      </a:r>
                      <a:r>
                        <a:rPr lang="en-US" sz="1600" kern="100" spc="10" dirty="0">
                          <a:effectLst/>
                        </a:rPr>
                        <a:t> sum </a:t>
                      </a:r>
                      <a:r>
                        <a:rPr lang="zh-CN" sz="1600" kern="100" spc="10" dirty="0">
                          <a:effectLst/>
                        </a:rPr>
                        <a:t>中，“</a:t>
                      </a:r>
                      <a:r>
                        <a:rPr lang="en-US" sz="1600" kern="100" spc="10" dirty="0">
                          <a:effectLst/>
                        </a:rPr>
                        <a:t>sum = sum + </a:t>
                      </a:r>
                      <a:r>
                        <a:rPr lang="en-US" sz="1600" kern="100" spc="10" dirty="0" err="1">
                          <a:effectLst/>
                        </a:rPr>
                        <a:t>i</a:t>
                      </a:r>
                      <a:r>
                        <a:rPr lang="en-US" sz="1600" kern="100" spc="10" dirty="0">
                          <a:effectLst/>
                        </a:rPr>
                        <a:t>;</a:t>
                      </a:r>
                      <a:r>
                        <a:rPr lang="zh-CN" sz="1600" kern="100" spc="10" dirty="0">
                          <a:effectLst/>
                        </a:rPr>
                        <a:t>”变成和</a:t>
                      </a:r>
                      <a:r>
                        <a:rPr lang="en-US" sz="1600" kern="100" spc="10" dirty="0">
                          <a:effectLst/>
                        </a:rPr>
                        <a:t>for</a:t>
                      </a:r>
                      <a:r>
                        <a:rPr lang="zh-CN" sz="1600" kern="100" spc="10" dirty="0">
                          <a:effectLst/>
                        </a:rPr>
                        <a:t>同级的语句，只执行了一次，加了一个</a:t>
                      </a:r>
                      <a:r>
                        <a:rPr lang="en-US" sz="1600" kern="100" spc="10" dirty="0">
                          <a:effectLst/>
                        </a:rPr>
                        <a:t> </a:t>
                      </a:r>
                      <a:r>
                        <a:rPr lang="en-US" sz="1600" kern="100" spc="10" dirty="0" err="1">
                          <a:effectLst/>
                        </a:rPr>
                        <a:t>i</a:t>
                      </a:r>
                      <a:r>
                        <a:rPr lang="en-US" sz="1600" kern="100" spc="10" dirty="0">
                          <a:effectLst/>
                        </a:rPr>
                        <a:t> </a:t>
                      </a:r>
                      <a:r>
                        <a:rPr lang="zh-CN" sz="1600" kern="100" spc="10" dirty="0">
                          <a:effectLst/>
                        </a:rPr>
                        <a:t>值</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17959" marR="17959" marT="14178" marB="14178" anchor="ctr"/>
                </a:tc>
                <a:extLst>
                  <a:ext uri="{0D108BD9-81ED-4DB2-BD59-A6C34878D82A}">
                    <a16:rowId xmlns:a16="http://schemas.microsoft.com/office/drawing/2014/main" val="3061161764"/>
                  </a:ext>
                </a:extLst>
              </a:tr>
            </a:tbl>
          </a:graphicData>
        </a:graphic>
      </p:graphicFrame>
      <p:sp>
        <p:nvSpPr>
          <p:cNvPr id="8" name="Rectangle 2">
            <a:extLst>
              <a:ext uri="{FF2B5EF4-FFF2-40B4-BE49-F238E27FC236}">
                <a16:creationId xmlns:a16="http://schemas.microsoft.com/office/drawing/2014/main" id="{FA21AC65-4DCD-4B8E-DFF2-255AA4843805}"/>
              </a:ext>
            </a:extLst>
          </p:cNvPr>
          <p:cNvSpPr>
            <a:spLocks noChangeArrowheads="1"/>
          </p:cNvSpPr>
          <p:nvPr/>
        </p:nvSpPr>
        <p:spPr bwMode="auto">
          <a:xfrm>
            <a:off x="3261242" y="2699159"/>
            <a:ext cx="4022725" cy="4762"/>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EAEAEA"/>
              </a:solidFill>
              <a:effectLst/>
              <a:uLnTx/>
              <a:uFillTx/>
              <a:latin typeface="Times New Roman"/>
              <a:ea typeface="宋体"/>
              <a:cs typeface="+mn-cs"/>
            </a:endParaRPr>
          </a:p>
        </p:txBody>
      </p:sp>
    </p:spTree>
    <p:extLst>
      <p:ext uri="{BB962C8B-B14F-4D97-AF65-F5344CB8AC3E}">
        <p14:creationId xmlns:p14="http://schemas.microsoft.com/office/powerpoint/2010/main" val="3426571690"/>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 name="Rectangle 2"/>
          <p:cNvSpPr txBox="1">
            <a:spLocks noChangeArrowheads="1"/>
          </p:cNvSpPr>
          <p:nvPr/>
        </p:nvSpPr>
        <p:spPr>
          <a:xfrm>
            <a:off x="812800" y="304800"/>
            <a:ext cx="10363200" cy="609600"/>
          </a:xfrm>
          <a:prstGeom prst="rect">
            <a:avLst/>
          </a:prstGeom>
        </p:spPr>
        <p:txBody>
          <a:bodyPr vert="horz" wrap="square" lIns="90170" tIns="46990" rIns="90170" bIns="46990" rtlCol="0" anchor="ctr" anchorCtr="0">
            <a:noAutofit/>
          </a:bodyPr>
          <a:lstStyle>
            <a:lvl1pPr marL="0" marR="0" algn="l" defTabSz="914400" rtl="0" eaLnBrk="1" fontAlgn="auto" latinLnBrk="0" hangingPunct="1">
              <a:lnSpc>
                <a:spcPct val="100000"/>
              </a:lnSpc>
              <a:spcBef>
                <a:spcPct val="0"/>
              </a:spcBef>
              <a:buNone/>
              <a:defRPr kumimoji="0" lang="zh-CN" altLang="en-US" sz="36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3600" b="1" i="0" u="none" strike="noStrike" kern="1200" cap="none" spc="200" normalizeH="0" baseline="0" noProof="1">
                <a:ln>
                  <a:noFill/>
                </a:ln>
                <a:solidFill>
                  <a:srgbClr val="000000"/>
                </a:solidFill>
                <a:effectLst/>
                <a:uLnTx/>
                <a:uFillTx/>
                <a:latin typeface="Arial" panose="020B0604020202020204" pitchFamily="34" charset="0"/>
                <a:ea typeface="微软雅黑" panose="020B0503020204020204" charset="-122"/>
                <a:cs typeface="+mj-cs"/>
                <a:sym typeface="+mn-ea"/>
              </a:rPr>
              <a:t>3.4</a:t>
            </a:r>
            <a:r>
              <a:rPr kumimoji="0" lang="zh-CN" altLang="en-US" sz="3600" b="1" i="0" u="none" strike="noStrike" kern="1200" cap="none" spc="200" normalizeH="0" baseline="0" noProof="1">
                <a:ln>
                  <a:noFill/>
                </a:ln>
                <a:solidFill>
                  <a:srgbClr val="000000"/>
                </a:solidFill>
                <a:effectLst/>
                <a:uLnTx/>
                <a:uFillTx/>
                <a:latin typeface="Arial" panose="020B0604020202020204" pitchFamily="34" charset="0"/>
                <a:ea typeface="微软雅黑" panose="020B0503020204020204" charset="-122"/>
                <a:cs typeface="+mj-cs"/>
                <a:sym typeface="+mn-ea"/>
              </a:rPr>
              <a:t>　使用控制结构与语句容易出现的问题</a:t>
            </a:r>
          </a:p>
        </p:txBody>
      </p:sp>
      <p:graphicFrame>
        <p:nvGraphicFramePr>
          <p:cNvPr id="5" name="表格 4">
            <a:extLst>
              <a:ext uri="{FF2B5EF4-FFF2-40B4-BE49-F238E27FC236}">
                <a16:creationId xmlns:a16="http://schemas.microsoft.com/office/drawing/2014/main" id="{EC584C36-53CF-4421-9CE4-B3598315E9E9}"/>
              </a:ext>
            </a:extLst>
          </p:cNvPr>
          <p:cNvGraphicFramePr>
            <a:graphicFrameLocks noGrp="1"/>
          </p:cNvGraphicFramePr>
          <p:nvPr>
            <p:extLst>
              <p:ext uri="{D42A27DB-BD31-4B8C-83A1-F6EECF244321}">
                <p14:modId xmlns:p14="http://schemas.microsoft.com/office/powerpoint/2010/main" val="2088304938"/>
              </p:ext>
            </p:extLst>
          </p:nvPr>
        </p:nvGraphicFramePr>
        <p:xfrm>
          <a:off x="1094388" y="930349"/>
          <a:ext cx="9800024" cy="4746384"/>
        </p:xfrm>
        <a:graphic>
          <a:graphicData uri="http://schemas.openxmlformats.org/drawingml/2006/table">
            <a:tbl>
              <a:tblPr firstRow="1" firstCol="1" bandRow="1">
                <a:tableStyleId>{5C22544A-7EE6-4342-B048-85BDC9FD1C3A}</a:tableStyleId>
              </a:tblPr>
              <a:tblGrid>
                <a:gridCol w="1441500">
                  <a:extLst>
                    <a:ext uri="{9D8B030D-6E8A-4147-A177-3AD203B41FA5}">
                      <a16:colId xmlns:a16="http://schemas.microsoft.com/office/drawing/2014/main" val="3773607274"/>
                    </a:ext>
                  </a:extLst>
                </a:gridCol>
                <a:gridCol w="2323610">
                  <a:extLst>
                    <a:ext uri="{9D8B030D-6E8A-4147-A177-3AD203B41FA5}">
                      <a16:colId xmlns:a16="http://schemas.microsoft.com/office/drawing/2014/main" val="3269706876"/>
                    </a:ext>
                  </a:extLst>
                </a:gridCol>
                <a:gridCol w="6034914">
                  <a:extLst>
                    <a:ext uri="{9D8B030D-6E8A-4147-A177-3AD203B41FA5}">
                      <a16:colId xmlns:a16="http://schemas.microsoft.com/office/drawing/2014/main" val="887240794"/>
                    </a:ext>
                  </a:extLst>
                </a:gridCol>
              </a:tblGrid>
              <a:tr h="171406">
                <a:tc>
                  <a:txBody>
                    <a:bodyPr/>
                    <a:lstStyle/>
                    <a:p>
                      <a:pPr algn="ctr" hangingPunct="0">
                        <a:lnSpc>
                          <a:spcPct val="100000"/>
                        </a:lnSpc>
                        <a:tabLst>
                          <a:tab pos="2000250" algn="r"/>
                          <a:tab pos="2867025" algn="l"/>
                          <a:tab pos="4133850" algn="l"/>
                        </a:tabLst>
                      </a:pPr>
                      <a:r>
                        <a:rPr lang="zh-CN" sz="1600" kern="100" dirty="0">
                          <a:effectLst/>
                        </a:rPr>
                        <a:t>错误</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17959" marR="17959" marT="14178" marB="14178" anchor="ctr"/>
                </a:tc>
                <a:tc>
                  <a:txBody>
                    <a:bodyPr/>
                    <a:lstStyle/>
                    <a:p>
                      <a:pPr algn="ctr" hangingPunct="0">
                        <a:lnSpc>
                          <a:spcPct val="100000"/>
                        </a:lnSpc>
                        <a:tabLst>
                          <a:tab pos="2000250" algn="r"/>
                          <a:tab pos="2867025" algn="l"/>
                          <a:tab pos="4133850" algn="l"/>
                        </a:tabLst>
                      </a:pPr>
                      <a:r>
                        <a:rPr lang="zh-CN" sz="1600" kern="100">
                          <a:effectLst/>
                        </a:rPr>
                        <a:t>示例</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17959" marR="17959" marT="14178" marB="14178" anchor="ctr"/>
                </a:tc>
                <a:tc>
                  <a:txBody>
                    <a:bodyPr/>
                    <a:lstStyle/>
                    <a:p>
                      <a:pPr algn="ctr" hangingPunct="0">
                        <a:lnSpc>
                          <a:spcPct val="100000"/>
                        </a:lnSpc>
                        <a:tabLst>
                          <a:tab pos="2000250" algn="r"/>
                          <a:tab pos="2867025" algn="l"/>
                          <a:tab pos="4133850" algn="l"/>
                        </a:tabLst>
                      </a:pPr>
                      <a:r>
                        <a:rPr lang="zh-CN" sz="1600" kern="100" dirty="0">
                          <a:effectLst/>
                        </a:rPr>
                        <a:t>结果</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17959" marR="17959" marT="14178" marB="14178" anchor="ctr"/>
                </a:tc>
                <a:extLst>
                  <a:ext uri="{0D108BD9-81ED-4DB2-BD59-A6C34878D82A}">
                    <a16:rowId xmlns:a16="http://schemas.microsoft.com/office/drawing/2014/main" val="3541869034"/>
                  </a:ext>
                </a:extLst>
              </a:tr>
              <a:tr h="341146">
                <a:tc rowSpan="2">
                  <a:txBody>
                    <a:bodyPr/>
                    <a:lstStyle/>
                    <a:p>
                      <a:pPr algn="just" hangingPunct="0">
                        <a:lnSpc>
                          <a:spcPct val="100000"/>
                        </a:lnSpc>
                        <a:tabLst>
                          <a:tab pos="2000250" algn="r"/>
                          <a:tab pos="2867025" algn="l"/>
                          <a:tab pos="4133850" algn="l"/>
                        </a:tabLst>
                      </a:pPr>
                      <a:r>
                        <a:rPr lang="zh-CN" sz="1600" kern="100">
                          <a:effectLst/>
                        </a:rPr>
                        <a:t>代码风格不规范</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17959" marR="17959" marT="14178" marB="14178" anchor="ctr"/>
                </a:tc>
                <a:tc>
                  <a:txBody>
                    <a:bodyPr/>
                    <a:lstStyle/>
                    <a:p>
                      <a:pPr algn="just" hangingPunct="0">
                        <a:lnSpc>
                          <a:spcPct val="100000"/>
                        </a:lnSpc>
                        <a:tabLst>
                          <a:tab pos="2000250" algn="r"/>
                          <a:tab pos="2867025" algn="l"/>
                          <a:tab pos="4133850" algn="l"/>
                        </a:tabLst>
                      </a:pPr>
                      <a:r>
                        <a:rPr lang="en-US" sz="1600" kern="100" dirty="0">
                          <a:effectLst/>
                        </a:rPr>
                        <a:t>for ( </a:t>
                      </a:r>
                      <a:r>
                        <a:rPr lang="en-US" sz="1600" kern="100" dirty="0" err="1">
                          <a:effectLst/>
                        </a:rPr>
                        <a:t>i</a:t>
                      </a:r>
                      <a:r>
                        <a:rPr lang="en-US" sz="1600" kern="100" dirty="0">
                          <a:effectLst/>
                        </a:rPr>
                        <a:t> = 0; </a:t>
                      </a:r>
                      <a:r>
                        <a:rPr lang="en-US" sz="1600" kern="100" dirty="0" err="1">
                          <a:effectLst/>
                        </a:rPr>
                        <a:t>i</a:t>
                      </a:r>
                      <a:r>
                        <a:rPr lang="en-US" sz="1600" kern="100" dirty="0">
                          <a:effectLst/>
                        </a:rPr>
                        <a:t>&lt; 100; </a:t>
                      </a:r>
                      <a:r>
                        <a:rPr lang="en-US" sz="1600" kern="100" dirty="0" err="1">
                          <a:effectLst/>
                        </a:rPr>
                        <a:t>i</a:t>
                      </a:r>
                      <a:r>
                        <a:rPr lang="en-US" sz="1600" kern="100" dirty="0">
                          <a:effectLst/>
                        </a:rPr>
                        <a:t>++) ;</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17959" marR="17959" marT="14178" marB="14178" anchor="ctr"/>
                </a:tc>
                <a:tc>
                  <a:txBody>
                    <a:bodyPr/>
                    <a:lstStyle/>
                    <a:p>
                      <a:pPr algn="just" hangingPunct="0">
                        <a:lnSpc>
                          <a:spcPct val="100000"/>
                        </a:lnSpc>
                        <a:tabLst>
                          <a:tab pos="2000250" algn="r"/>
                          <a:tab pos="2867025" algn="l"/>
                          <a:tab pos="4133850" algn="l"/>
                        </a:tabLst>
                      </a:pPr>
                      <a:r>
                        <a:rPr lang="zh-CN" sz="1600" kern="100" spc="20" dirty="0">
                          <a:effectLst/>
                        </a:rPr>
                        <a:t>空循环体建议使用</a:t>
                      </a:r>
                      <a:r>
                        <a:rPr lang="en-US" sz="1600" kern="100" spc="20" dirty="0">
                          <a:effectLst/>
                        </a:rPr>
                        <a:t>{}</a:t>
                      </a:r>
                      <a:r>
                        <a:rPr lang="zh-CN" sz="1600" kern="100" spc="20" dirty="0">
                          <a:effectLst/>
                        </a:rPr>
                        <a:t>，而不是一个简单的分号，即</a:t>
                      </a:r>
                      <a:r>
                        <a:rPr lang="en-US" sz="1600" kern="100" spc="20" dirty="0">
                          <a:effectLst/>
                        </a:rPr>
                        <a:t> for (</a:t>
                      </a:r>
                      <a:r>
                        <a:rPr lang="en-US" sz="1600" kern="100" spc="20" dirty="0" err="1">
                          <a:effectLst/>
                        </a:rPr>
                        <a:t>i</a:t>
                      </a:r>
                      <a:r>
                        <a:rPr lang="en-US" sz="1600" kern="100" spc="20" dirty="0">
                          <a:effectLst/>
                        </a:rPr>
                        <a:t> = 0; </a:t>
                      </a:r>
                      <a:r>
                        <a:rPr lang="en-US" sz="1600" kern="100" spc="20" dirty="0" err="1">
                          <a:effectLst/>
                        </a:rPr>
                        <a:t>i</a:t>
                      </a:r>
                      <a:r>
                        <a:rPr lang="en-US" sz="1600" kern="100" spc="20" dirty="0">
                          <a:effectLst/>
                        </a:rPr>
                        <a:t>&lt; 100; </a:t>
                      </a:r>
                      <a:r>
                        <a:rPr lang="en-US" sz="1600" kern="100" spc="20" dirty="0" err="1">
                          <a:effectLst/>
                        </a:rPr>
                        <a:t>i</a:t>
                      </a:r>
                      <a:r>
                        <a:rPr lang="en-US" sz="1600" kern="100" spc="20" dirty="0">
                          <a:effectLst/>
                        </a:rPr>
                        <a:t>++) {}</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17959" marR="17959" marT="14178" marB="14178" anchor="ctr"/>
                </a:tc>
                <a:extLst>
                  <a:ext uri="{0D108BD9-81ED-4DB2-BD59-A6C34878D82A}">
                    <a16:rowId xmlns:a16="http://schemas.microsoft.com/office/drawing/2014/main" val="2811508061"/>
                  </a:ext>
                </a:extLst>
              </a:tr>
              <a:tr h="858144">
                <a:tc vMerge="1">
                  <a:txBody>
                    <a:bodyPr/>
                    <a:lstStyle/>
                    <a:p>
                      <a:endParaRPr lang="zh-CN" altLang="en-US"/>
                    </a:p>
                  </a:txBody>
                  <a:tcPr/>
                </a:tc>
                <a:tc>
                  <a:txBody>
                    <a:bodyPr/>
                    <a:lstStyle/>
                    <a:p>
                      <a:pPr algn="just" hangingPunct="0">
                        <a:lnSpc>
                          <a:spcPct val="100000"/>
                        </a:lnSpc>
                        <a:tabLst>
                          <a:tab pos="2000250" algn="r"/>
                          <a:tab pos="2867025" algn="l"/>
                          <a:tab pos="4133850" algn="l"/>
                        </a:tabLst>
                      </a:pPr>
                      <a:r>
                        <a:rPr lang="en-US" sz="1600" kern="100" dirty="0" err="1">
                          <a:effectLst/>
                        </a:rPr>
                        <a:t>i</a:t>
                      </a:r>
                      <a:r>
                        <a:rPr lang="en-US" sz="1600" kern="100" dirty="0">
                          <a:effectLst/>
                        </a:rPr>
                        <a:t> = 0;</a:t>
                      </a:r>
                      <a:endParaRPr lang="zh-CN" sz="1600" kern="100" dirty="0">
                        <a:effectLst/>
                      </a:endParaRPr>
                    </a:p>
                    <a:p>
                      <a:pPr algn="just" hangingPunct="0">
                        <a:lnSpc>
                          <a:spcPct val="100000"/>
                        </a:lnSpc>
                        <a:tabLst>
                          <a:tab pos="2000250" algn="r"/>
                          <a:tab pos="2867025" algn="l"/>
                          <a:tab pos="4133850" algn="l"/>
                        </a:tabLst>
                      </a:pPr>
                      <a:r>
                        <a:rPr lang="en-US" sz="1600" kern="100" dirty="0">
                          <a:effectLst/>
                        </a:rPr>
                        <a:t>while( </a:t>
                      </a:r>
                      <a:r>
                        <a:rPr lang="en-US" sz="1600" kern="100" dirty="0" err="1">
                          <a:effectLst/>
                        </a:rPr>
                        <a:t>i</a:t>
                      </a:r>
                      <a:r>
                        <a:rPr lang="en-US" sz="1600" kern="100" dirty="0">
                          <a:effectLst/>
                        </a:rPr>
                        <a:t> &lt; 100 )</a:t>
                      </a:r>
                      <a:endParaRPr lang="zh-CN" sz="1600" kern="100" dirty="0">
                        <a:effectLst/>
                      </a:endParaRPr>
                    </a:p>
                    <a:p>
                      <a:pPr algn="just" hangingPunct="0">
                        <a:lnSpc>
                          <a:spcPct val="100000"/>
                        </a:lnSpc>
                        <a:tabLst>
                          <a:tab pos="2000250" algn="r"/>
                          <a:tab pos="2867025" algn="l"/>
                          <a:tab pos="4133850" algn="l"/>
                        </a:tabLst>
                      </a:pPr>
                      <a:r>
                        <a:rPr lang="en-US" sz="1600" kern="100" dirty="0">
                          <a:effectLst/>
                        </a:rPr>
                        <a:t>{             </a:t>
                      </a:r>
                      <a:endParaRPr lang="zh-CN" sz="1600" kern="100" dirty="0">
                        <a:effectLst/>
                      </a:endParaRPr>
                    </a:p>
                    <a:p>
                      <a:pPr algn="just" hangingPunct="0">
                        <a:lnSpc>
                          <a:spcPct val="100000"/>
                        </a:lnSpc>
                        <a:tabLst>
                          <a:tab pos="2000250" algn="r"/>
                          <a:tab pos="2867025" algn="l"/>
                          <a:tab pos="4133850" algn="l"/>
                        </a:tabLst>
                      </a:pPr>
                      <a:r>
                        <a:rPr lang="en-US" sz="1600" kern="100" dirty="0">
                          <a:effectLst/>
                        </a:rPr>
                        <a:t>sum = sum + </a:t>
                      </a:r>
                      <a:r>
                        <a:rPr lang="en-US" sz="1600" kern="100" dirty="0" err="1">
                          <a:effectLst/>
                        </a:rPr>
                        <a:t>i</a:t>
                      </a:r>
                      <a:r>
                        <a:rPr lang="en-US" sz="1600" kern="100" dirty="0">
                          <a:effectLst/>
                        </a:rPr>
                        <a:t>;</a:t>
                      </a:r>
                      <a:endParaRPr lang="zh-CN" sz="1600" kern="100" dirty="0">
                        <a:effectLst/>
                      </a:endParaRPr>
                    </a:p>
                    <a:p>
                      <a:pPr algn="just" hangingPunct="0">
                        <a:lnSpc>
                          <a:spcPct val="100000"/>
                        </a:lnSpc>
                        <a:tabLst>
                          <a:tab pos="2000250" algn="r"/>
                          <a:tab pos="2867025" algn="l"/>
                          <a:tab pos="4133850" algn="l"/>
                        </a:tabLst>
                      </a:pPr>
                      <a:r>
                        <a:rPr lang="en-US" sz="1600" kern="100" dirty="0" err="1">
                          <a:effectLst/>
                        </a:rPr>
                        <a:t>i</a:t>
                      </a:r>
                      <a:r>
                        <a:rPr lang="en-US" sz="1600" kern="100" dirty="0">
                          <a:effectLst/>
                        </a:rPr>
                        <a:t>++;</a:t>
                      </a:r>
                      <a:endParaRPr lang="zh-CN" sz="1600" kern="100" dirty="0">
                        <a:effectLst/>
                      </a:endParaRPr>
                    </a:p>
                    <a:p>
                      <a:pPr algn="just" hangingPunct="0">
                        <a:lnSpc>
                          <a:spcPct val="100000"/>
                        </a:lnSpc>
                        <a:tabLst>
                          <a:tab pos="2000250" algn="r"/>
                          <a:tab pos="2867025" algn="l"/>
                          <a:tab pos="4133850" algn="l"/>
                        </a:tabLst>
                      </a:pPr>
                      <a:r>
                        <a:rPr lang="en-US" sz="1600" kern="100" dirty="0">
                          <a:effectLst/>
                        </a:rPr>
                        <a:t>}</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17959" marR="17959" marT="14178" marB="14178" anchor="ctr"/>
                </a:tc>
                <a:tc>
                  <a:txBody>
                    <a:bodyPr/>
                    <a:lstStyle/>
                    <a:p>
                      <a:pPr algn="just" hangingPunct="0">
                        <a:lnSpc>
                          <a:spcPct val="100000"/>
                        </a:lnSpc>
                        <a:tabLst>
                          <a:tab pos="2000250" algn="r"/>
                          <a:tab pos="2867025" algn="l"/>
                          <a:tab pos="4133850" algn="l"/>
                        </a:tabLst>
                      </a:pPr>
                      <a:r>
                        <a:rPr lang="zh-CN" sz="1600" kern="100">
                          <a:effectLst/>
                        </a:rPr>
                        <a:t>无递缩形式</a:t>
                      </a:r>
                      <a:r>
                        <a:rPr lang="en-US" sz="1600" kern="100">
                          <a:effectLst/>
                        </a:rPr>
                        <a:t> </a:t>
                      </a:r>
                      <a:r>
                        <a:rPr lang="zh-CN" sz="1600" kern="100">
                          <a:effectLst/>
                        </a:rPr>
                        <a:t>。程序的逻辑结构不清晰，可读性差，调试、维护困难</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17959" marR="17959" marT="14178" marB="14178" anchor="ctr"/>
                </a:tc>
                <a:extLst>
                  <a:ext uri="{0D108BD9-81ED-4DB2-BD59-A6C34878D82A}">
                    <a16:rowId xmlns:a16="http://schemas.microsoft.com/office/drawing/2014/main" val="2863340606"/>
                  </a:ext>
                </a:extLst>
              </a:tr>
              <a:tr h="1735132">
                <a:tc>
                  <a:txBody>
                    <a:bodyPr/>
                    <a:lstStyle/>
                    <a:p>
                      <a:pPr algn="just" hangingPunct="0">
                        <a:lnSpc>
                          <a:spcPct val="100000"/>
                        </a:lnSpc>
                        <a:tabLst>
                          <a:tab pos="2000250" algn="r"/>
                          <a:tab pos="2867025" algn="l"/>
                          <a:tab pos="4133850" algn="l"/>
                        </a:tabLst>
                      </a:pPr>
                      <a:r>
                        <a:rPr lang="zh-CN" sz="1600" kern="100">
                          <a:effectLst/>
                        </a:rPr>
                        <a:t>代码风格不规范</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17959" marR="17959" marT="14178" marB="14178" anchor="ctr"/>
                </a:tc>
                <a:tc>
                  <a:txBody>
                    <a:bodyPr/>
                    <a:lstStyle/>
                    <a:p>
                      <a:pPr algn="just" hangingPunct="0">
                        <a:lnSpc>
                          <a:spcPct val="100000"/>
                        </a:lnSpc>
                        <a:tabLst>
                          <a:tab pos="2000250" algn="r"/>
                          <a:tab pos="2867025" algn="l"/>
                          <a:tab pos="4133850" algn="l"/>
                        </a:tabLst>
                      </a:pPr>
                      <a:r>
                        <a:rPr lang="en-US" sz="1600" kern="100" dirty="0">
                          <a:effectLst/>
                        </a:rPr>
                        <a:t>if (</a:t>
                      </a:r>
                      <a:r>
                        <a:rPr lang="zh-CN" sz="1600" kern="100" dirty="0">
                          <a:effectLst/>
                        </a:rPr>
                        <a:t>条件</a:t>
                      </a:r>
                      <a:r>
                        <a:rPr lang="en-US" sz="1600" kern="100" dirty="0">
                          <a:effectLst/>
                        </a:rPr>
                        <a:t> 1)</a:t>
                      </a:r>
                      <a:endParaRPr lang="zh-CN" sz="1600" kern="100" dirty="0">
                        <a:effectLst/>
                      </a:endParaRPr>
                    </a:p>
                    <a:p>
                      <a:pPr algn="just" hangingPunct="0">
                        <a:lnSpc>
                          <a:spcPct val="100000"/>
                        </a:lnSpc>
                        <a:tabLst>
                          <a:tab pos="2000250" algn="r"/>
                          <a:tab pos="2867025" algn="l"/>
                          <a:tab pos="4133850" algn="l"/>
                        </a:tabLst>
                      </a:pPr>
                      <a:r>
                        <a:rPr lang="en-US" sz="1600" kern="100" dirty="0">
                          <a:effectLst/>
                        </a:rPr>
                        <a:t>   </a:t>
                      </a:r>
                      <a:r>
                        <a:rPr lang="zh-CN" sz="1600" kern="100" dirty="0">
                          <a:effectLst/>
                        </a:rPr>
                        <a:t>语句</a:t>
                      </a:r>
                      <a:r>
                        <a:rPr lang="en-US" sz="1600" kern="100" dirty="0">
                          <a:effectLst/>
                        </a:rPr>
                        <a:t> 1</a:t>
                      </a:r>
                      <a:r>
                        <a:rPr lang="en-US" altLang="zh-CN" sz="1600" kern="100" dirty="0">
                          <a:effectLst/>
                        </a:rPr>
                        <a:t>;</a:t>
                      </a:r>
                      <a:endParaRPr lang="zh-CN" sz="1600" kern="100" dirty="0">
                        <a:effectLst/>
                      </a:endParaRPr>
                    </a:p>
                    <a:p>
                      <a:pPr algn="just" hangingPunct="0">
                        <a:lnSpc>
                          <a:spcPct val="100000"/>
                        </a:lnSpc>
                        <a:tabLst>
                          <a:tab pos="2000250" algn="r"/>
                          <a:tab pos="2867025" algn="l"/>
                          <a:tab pos="4133850" algn="l"/>
                        </a:tabLst>
                      </a:pPr>
                      <a:r>
                        <a:rPr lang="en-US" sz="1600" kern="100" dirty="0">
                          <a:effectLst/>
                        </a:rPr>
                        <a:t>else if (</a:t>
                      </a:r>
                      <a:r>
                        <a:rPr lang="zh-CN" sz="1600" kern="100" dirty="0">
                          <a:effectLst/>
                        </a:rPr>
                        <a:t>条件</a:t>
                      </a:r>
                      <a:r>
                        <a:rPr lang="en-US" sz="1600" kern="100" dirty="0">
                          <a:effectLst/>
                        </a:rPr>
                        <a:t> 2) </a:t>
                      </a:r>
                      <a:endParaRPr lang="zh-CN" sz="1600" kern="100" dirty="0">
                        <a:effectLst/>
                      </a:endParaRPr>
                    </a:p>
                    <a:p>
                      <a:pPr algn="just" hangingPunct="0">
                        <a:lnSpc>
                          <a:spcPct val="100000"/>
                        </a:lnSpc>
                        <a:tabLst>
                          <a:tab pos="2000250" algn="r"/>
                          <a:tab pos="2867025" algn="l"/>
                          <a:tab pos="4133850" algn="l"/>
                        </a:tabLst>
                      </a:pPr>
                      <a:r>
                        <a:rPr lang="en-US" sz="1600" kern="100" dirty="0">
                          <a:effectLst/>
                        </a:rPr>
                        <a:t>       </a:t>
                      </a:r>
                      <a:r>
                        <a:rPr lang="zh-CN" sz="1600" kern="100" dirty="0">
                          <a:effectLst/>
                        </a:rPr>
                        <a:t>语句</a:t>
                      </a:r>
                      <a:r>
                        <a:rPr lang="en-US" sz="1600" kern="100" dirty="0">
                          <a:effectLst/>
                        </a:rPr>
                        <a:t> 2</a:t>
                      </a:r>
                      <a:r>
                        <a:rPr lang="en-US" altLang="zh-CN" sz="1600" kern="100" dirty="0">
                          <a:effectLst/>
                        </a:rPr>
                        <a:t>;</a:t>
                      </a:r>
                      <a:endParaRPr lang="zh-CN" sz="1600" kern="100" dirty="0">
                        <a:effectLst/>
                      </a:endParaRPr>
                    </a:p>
                    <a:p>
                      <a:pPr algn="just" hangingPunct="0">
                        <a:lnSpc>
                          <a:spcPct val="100000"/>
                        </a:lnSpc>
                        <a:tabLst>
                          <a:tab pos="2000250" algn="r"/>
                          <a:tab pos="2867025" algn="l"/>
                          <a:tab pos="4133850" algn="l"/>
                        </a:tabLst>
                      </a:pPr>
                      <a:r>
                        <a:rPr lang="en-US" sz="1600" kern="100" dirty="0">
                          <a:effectLst/>
                        </a:rPr>
                        <a:t>    else if (</a:t>
                      </a:r>
                      <a:r>
                        <a:rPr lang="zh-CN" sz="1600" kern="100" dirty="0">
                          <a:effectLst/>
                        </a:rPr>
                        <a:t>条件</a:t>
                      </a:r>
                      <a:r>
                        <a:rPr lang="en-US" sz="1600" kern="100" dirty="0">
                          <a:effectLst/>
                        </a:rPr>
                        <a:t> 3)</a:t>
                      </a:r>
                      <a:endParaRPr lang="zh-CN" sz="1600" kern="100" dirty="0">
                        <a:effectLst/>
                      </a:endParaRPr>
                    </a:p>
                    <a:p>
                      <a:pPr algn="just" hangingPunct="0">
                        <a:lnSpc>
                          <a:spcPct val="100000"/>
                        </a:lnSpc>
                        <a:tabLst>
                          <a:tab pos="2000250" algn="r"/>
                          <a:tab pos="2867025" algn="l"/>
                          <a:tab pos="4133850" algn="l"/>
                        </a:tabLst>
                      </a:pPr>
                      <a:r>
                        <a:rPr lang="en-US" sz="1600" kern="100" dirty="0">
                          <a:effectLst/>
                        </a:rPr>
                        <a:t>           </a:t>
                      </a:r>
                      <a:r>
                        <a:rPr lang="zh-CN" sz="1600" kern="100" dirty="0">
                          <a:effectLst/>
                        </a:rPr>
                        <a:t>语句</a:t>
                      </a:r>
                      <a:r>
                        <a:rPr lang="en-US" sz="1600" kern="100" dirty="0">
                          <a:effectLst/>
                        </a:rPr>
                        <a:t> 3</a:t>
                      </a:r>
                      <a:r>
                        <a:rPr lang="en-US" altLang="zh-CN" sz="1600" kern="100" dirty="0">
                          <a:effectLst/>
                        </a:rPr>
                        <a:t>;</a:t>
                      </a:r>
                      <a:endParaRPr lang="zh-CN" sz="1600" kern="100" dirty="0">
                        <a:effectLst/>
                      </a:endParaRPr>
                    </a:p>
                    <a:p>
                      <a:pPr algn="just" hangingPunct="0">
                        <a:lnSpc>
                          <a:spcPct val="100000"/>
                        </a:lnSpc>
                        <a:tabLst>
                          <a:tab pos="2000250" algn="r"/>
                          <a:tab pos="2867025" algn="l"/>
                          <a:tab pos="4133850" algn="l"/>
                        </a:tabLst>
                      </a:pPr>
                      <a:r>
                        <a:rPr lang="en-US" sz="1600" kern="100" dirty="0">
                          <a:effectLst/>
                        </a:rPr>
                        <a:t>       else if (</a:t>
                      </a:r>
                      <a:r>
                        <a:rPr lang="zh-CN" sz="1600" kern="100" dirty="0">
                          <a:effectLst/>
                        </a:rPr>
                        <a:t>条件</a:t>
                      </a:r>
                      <a:r>
                        <a:rPr lang="en-US" sz="1600" kern="100" dirty="0">
                          <a:effectLst/>
                        </a:rPr>
                        <a:t> 4)</a:t>
                      </a:r>
                      <a:endParaRPr lang="zh-CN" sz="1600" kern="100" dirty="0">
                        <a:effectLst/>
                      </a:endParaRPr>
                    </a:p>
                    <a:p>
                      <a:pPr algn="just" hangingPunct="0">
                        <a:lnSpc>
                          <a:spcPct val="100000"/>
                        </a:lnSpc>
                        <a:tabLst>
                          <a:tab pos="2000250" algn="r"/>
                          <a:tab pos="2867025" algn="l"/>
                          <a:tab pos="4133850" algn="l"/>
                        </a:tabLst>
                      </a:pPr>
                      <a:r>
                        <a:rPr lang="en-US" sz="1600" kern="100" dirty="0">
                          <a:effectLst/>
                        </a:rPr>
                        <a:t>          …</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17959" marR="17959" marT="14178" marB="14178" anchor="ctr"/>
                </a:tc>
                <a:tc>
                  <a:txBody>
                    <a:bodyPr/>
                    <a:lstStyle/>
                    <a:p>
                      <a:pPr algn="just" hangingPunct="0">
                        <a:lnSpc>
                          <a:spcPct val="100000"/>
                        </a:lnSpc>
                        <a:tabLst>
                          <a:tab pos="2000250" algn="r"/>
                          <a:tab pos="2867025" algn="l"/>
                          <a:tab pos="4133850" algn="l"/>
                        </a:tabLst>
                      </a:pPr>
                      <a:r>
                        <a:rPr lang="zh-CN" sz="1600" kern="100" spc="-40" dirty="0">
                          <a:effectLst/>
                        </a:rPr>
                        <a:t>当存在多路分支时，若每个</a:t>
                      </a:r>
                      <a:r>
                        <a:rPr lang="en-US" sz="1600" kern="100" spc="-40" dirty="0">
                          <a:effectLst/>
                        </a:rPr>
                        <a:t> if </a:t>
                      </a:r>
                      <a:r>
                        <a:rPr lang="zh-CN" sz="1600" kern="100" spc="-40" dirty="0">
                          <a:effectLst/>
                        </a:rPr>
                        <a:t>都比前一个</a:t>
                      </a:r>
                      <a:r>
                        <a:rPr lang="en-US" sz="1600" kern="100" spc="-40" dirty="0">
                          <a:effectLst/>
                        </a:rPr>
                        <a:t> else </a:t>
                      </a:r>
                      <a:r>
                        <a:rPr lang="zh-CN" sz="1600" kern="100" spc="-40" dirty="0">
                          <a:effectLst/>
                        </a:rPr>
                        <a:t>向内缩进，则在分支较多时可能会超出页面的右边界。建议采用如下形式</a:t>
                      </a:r>
                      <a:r>
                        <a:rPr lang="en-US" sz="1600" kern="100" dirty="0">
                          <a:effectLst/>
                        </a:rPr>
                        <a:t> </a:t>
                      </a:r>
                      <a:r>
                        <a:rPr lang="zh-CN" sz="1600" kern="100" spc="-40" dirty="0">
                          <a:effectLst/>
                        </a:rPr>
                        <a:t>：</a:t>
                      </a:r>
                      <a:endParaRPr lang="zh-CN" sz="1600" kern="100" dirty="0">
                        <a:effectLst/>
                      </a:endParaRPr>
                    </a:p>
                    <a:p>
                      <a:pPr algn="just" hangingPunct="0">
                        <a:lnSpc>
                          <a:spcPct val="100000"/>
                        </a:lnSpc>
                        <a:tabLst>
                          <a:tab pos="2000250" algn="r"/>
                          <a:tab pos="2867025" algn="l"/>
                          <a:tab pos="4133850" algn="l"/>
                        </a:tabLst>
                      </a:pPr>
                      <a:r>
                        <a:rPr lang="en-US" sz="1600" kern="100" dirty="0">
                          <a:effectLst/>
                        </a:rPr>
                        <a:t>if (</a:t>
                      </a:r>
                      <a:r>
                        <a:rPr lang="zh-CN" sz="1600" kern="100" dirty="0">
                          <a:effectLst/>
                        </a:rPr>
                        <a:t>条件</a:t>
                      </a:r>
                      <a:r>
                        <a:rPr lang="en-US" sz="1600" kern="100" dirty="0">
                          <a:effectLst/>
                        </a:rPr>
                        <a:t> 1)</a:t>
                      </a:r>
                      <a:endParaRPr lang="zh-CN" sz="1600" kern="100" dirty="0">
                        <a:effectLst/>
                      </a:endParaRPr>
                    </a:p>
                    <a:p>
                      <a:pPr algn="just" hangingPunct="0">
                        <a:lnSpc>
                          <a:spcPct val="100000"/>
                        </a:lnSpc>
                        <a:tabLst>
                          <a:tab pos="2000250" algn="r"/>
                          <a:tab pos="2867025" algn="l"/>
                          <a:tab pos="4133850" algn="l"/>
                        </a:tabLst>
                      </a:pPr>
                      <a:r>
                        <a:rPr lang="en-US" sz="1600" kern="100" dirty="0">
                          <a:effectLst/>
                        </a:rPr>
                        <a:t>    </a:t>
                      </a:r>
                      <a:r>
                        <a:rPr lang="zh-CN" sz="1600" kern="100" dirty="0">
                          <a:effectLst/>
                        </a:rPr>
                        <a:t>语句</a:t>
                      </a:r>
                      <a:r>
                        <a:rPr lang="en-US" sz="1600" kern="100" dirty="0">
                          <a:effectLst/>
                        </a:rPr>
                        <a:t> 1</a:t>
                      </a:r>
                      <a:r>
                        <a:rPr lang="en-US" altLang="zh-CN" sz="1600" kern="100" dirty="0">
                          <a:effectLst/>
                        </a:rPr>
                        <a:t>;</a:t>
                      </a:r>
                      <a:endParaRPr lang="zh-CN" sz="1600" kern="100" dirty="0">
                        <a:effectLst/>
                      </a:endParaRPr>
                    </a:p>
                    <a:p>
                      <a:pPr algn="just" hangingPunct="0">
                        <a:lnSpc>
                          <a:spcPct val="100000"/>
                        </a:lnSpc>
                        <a:tabLst>
                          <a:tab pos="2000250" algn="r"/>
                          <a:tab pos="2867025" algn="l"/>
                          <a:tab pos="4133850" algn="l"/>
                        </a:tabLst>
                      </a:pPr>
                      <a:r>
                        <a:rPr lang="en-US" sz="1600" kern="100" dirty="0">
                          <a:effectLst/>
                        </a:rPr>
                        <a:t>else if (</a:t>
                      </a:r>
                      <a:r>
                        <a:rPr lang="zh-CN" sz="1600" kern="100" dirty="0">
                          <a:effectLst/>
                        </a:rPr>
                        <a:t>条件</a:t>
                      </a:r>
                      <a:r>
                        <a:rPr lang="en-US" sz="1600" kern="100" dirty="0">
                          <a:effectLst/>
                        </a:rPr>
                        <a:t> 2)</a:t>
                      </a:r>
                      <a:endParaRPr lang="zh-CN" sz="1600" kern="100" dirty="0">
                        <a:effectLst/>
                      </a:endParaRPr>
                    </a:p>
                    <a:p>
                      <a:pPr algn="just" hangingPunct="0">
                        <a:lnSpc>
                          <a:spcPct val="100000"/>
                        </a:lnSpc>
                        <a:tabLst>
                          <a:tab pos="2000250" algn="r"/>
                          <a:tab pos="2867025" algn="l"/>
                          <a:tab pos="4133850" algn="l"/>
                        </a:tabLst>
                      </a:pPr>
                      <a:r>
                        <a:rPr lang="en-US" sz="1600" kern="100" dirty="0">
                          <a:effectLst/>
                        </a:rPr>
                        <a:t>    </a:t>
                      </a:r>
                      <a:r>
                        <a:rPr lang="zh-CN" sz="1600" kern="100" dirty="0">
                          <a:effectLst/>
                        </a:rPr>
                        <a:t>语句</a:t>
                      </a:r>
                      <a:r>
                        <a:rPr lang="en-US" sz="1600" kern="100" dirty="0">
                          <a:effectLst/>
                        </a:rPr>
                        <a:t> 2</a:t>
                      </a:r>
                      <a:r>
                        <a:rPr lang="en-US" altLang="zh-CN" sz="1600" kern="100" dirty="0">
                          <a:effectLst/>
                        </a:rPr>
                        <a:t>;</a:t>
                      </a:r>
                      <a:endParaRPr lang="zh-CN" sz="1600" kern="100" dirty="0">
                        <a:effectLst/>
                      </a:endParaRPr>
                    </a:p>
                    <a:p>
                      <a:pPr algn="just" hangingPunct="0">
                        <a:lnSpc>
                          <a:spcPct val="100000"/>
                        </a:lnSpc>
                        <a:tabLst>
                          <a:tab pos="2000250" algn="r"/>
                          <a:tab pos="2867025" algn="l"/>
                          <a:tab pos="4133850" algn="l"/>
                        </a:tabLst>
                      </a:pPr>
                      <a:r>
                        <a:rPr lang="en-US" sz="1600" kern="100" dirty="0">
                          <a:effectLst/>
                        </a:rPr>
                        <a:t>else if (</a:t>
                      </a:r>
                      <a:r>
                        <a:rPr lang="zh-CN" sz="1600" kern="100" dirty="0">
                          <a:effectLst/>
                        </a:rPr>
                        <a:t>条件</a:t>
                      </a:r>
                      <a:r>
                        <a:rPr lang="en-US" sz="1600" kern="100" dirty="0">
                          <a:effectLst/>
                        </a:rPr>
                        <a:t> 3)</a:t>
                      </a:r>
                      <a:endParaRPr lang="zh-CN" sz="1600" kern="100" dirty="0">
                        <a:effectLst/>
                      </a:endParaRPr>
                    </a:p>
                    <a:p>
                      <a:pPr algn="just" hangingPunct="0">
                        <a:lnSpc>
                          <a:spcPct val="100000"/>
                        </a:lnSpc>
                        <a:tabLst>
                          <a:tab pos="2000250" algn="r"/>
                          <a:tab pos="2867025" algn="l"/>
                          <a:tab pos="4133850" algn="l"/>
                        </a:tabLst>
                      </a:pPr>
                      <a:r>
                        <a:rPr lang="en-US" sz="1600" kern="100" dirty="0">
                          <a:effectLst/>
                        </a:rPr>
                        <a:t>    </a:t>
                      </a:r>
                      <a:r>
                        <a:rPr lang="zh-CN" sz="1600" kern="100" dirty="0">
                          <a:effectLst/>
                        </a:rPr>
                        <a:t>语句</a:t>
                      </a:r>
                      <a:r>
                        <a:rPr lang="en-US" sz="1600" kern="100" dirty="0">
                          <a:effectLst/>
                        </a:rPr>
                        <a:t> 3</a:t>
                      </a:r>
                      <a:r>
                        <a:rPr lang="en-US" altLang="zh-CN" sz="1600" kern="100" dirty="0">
                          <a:effectLst/>
                        </a:rPr>
                        <a:t>;</a:t>
                      </a:r>
                      <a:endParaRPr lang="zh-CN" sz="1600" kern="100" dirty="0">
                        <a:effectLst/>
                      </a:endParaRPr>
                    </a:p>
                    <a:p>
                      <a:pPr algn="just" hangingPunct="0">
                        <a:lnSpc>
                          <a:spcPct val="100000"/>
                        </a:lnSpc>
                        <a:tabLst>
                          <a:tab pos="2000250" algn="r"/>
                          <a:tab pos="2867025" algn="l"/>
                          <a:tab pos="4133850" algn="l"/>
                        </a:tabLst>
                      </a:pPr>
                      <a:r>
                        <a:rPr lang="en-US" sz="1600" kern="100" dirty="0">
                          <a:effectLst/>
                        </a:rPr>
                        <a:t>else if (</a:t>
                      </a:r>
                      <a:r>
                        <a:rPr lang="zh-CN" sz="1600" kern="100" dirty="0">
                          <a:effectLst/>
                        </a:rPr>
                        <a:t>条件</a:t>
                      </a:r>
                      <a:r>
                        <a:rPr lang="en-US" sz="1600" kern="100" dirty="0">
                          <a:effectLst/>
                        </a:rPr>
                        <a:t> 4)</a:t>
                      </a:r>
                      <a:endParaRPr lang="zh-CN" sz="1600" kern="100" dirty="0">
                        <a:effectLst/>
                      </a:endParaRPr>
                    </a:p>
                    <a:p>
                      <a:pPr algn="just" hangingPunct="0">
                        <a:lnSpc>
                          <a:spcPct val="100000"/>
                        </a:lnSpc>
                        <a:tabLst>
                          <a:tab pos="2000250" algn="r"/>
                          <a:tab pos="2867025" algn="l"/>
                          <a:tab pos="4133850" algn="l"/>
                        </a:tabLst>
                      </a:pPr>
                      <a:r>
                        <a:rPr lang="en-US" sz="1600" kern="100" dirty="0">
                          <a:effectLst/>
                        </a:rPr>
                        <a:t>    …</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17959" marR="17959" marT="14178" marB="14178" anchor="ctr"/>
                </a:tc>
                <a:extLst>
                  <a:ext uri="{0D108BD9-81ED-4DB2-BD59-A6C34878D82A}">
                    <a16:rowId xmlns:a16="http://schemas.microsoft.com/office/drawing/2014/main" val="3425546456"/>
                  </a:ext>
                </a:extLst>
              </a:tr>
            </a:tbl>
          </a:graphicData>
        </a:graphic>
      </p:graphicFrame>
      <p:sp>
        <p:nvSpPr>
          <p:cNvPr id="8" name="Rectangle 2">
            <a:extLst>
              <a:ext uri="{FF2B5EF4-FFF2-40B4-BE49-F238E27FC236}">
                <a16:creationId xmlns:a16="http://schemas.microsoft.com/office/drawing/2014/main" id="{FA21AC65-4DCD-4B8E-DFF2-255AA4843805}"/>
              </a:ext>
            </a:extLst>
          </p:cNvPr>
          <p:cNvSpPr>
            <a:spLocks noChangeArrowheads="1"/>
          </p:cNvSpPr>
          <p:nvPr/>
        </p:nvSpPr>
        <p:spPr bwMode="auto">
          <a:xfrm>
            <a:off x="3261242" y="2699159"/>
            <a:ext cx="4022725" cy="4762"/>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EAEAEA"/>
              </a:solidFill>
              <a:effectLst/>
              <a:uLnTx/>
              <a:uFillTx/>
              <a:latin typeface="Times New Roman"/>
              <a:ea typeface="宋体"/>
              <a:cs typeface="+mn-cs"/>
            </a:endParaRPr>
          </a:p>
        </p:txBody>
      </p:sp>
    </p:spTree>
    <p:extLst>
      <p:ext uri="{BB962C8B-B14F-4D97-AF65-F5344CB8AC3E}">
        <p14:creationId xmlns:p14="http://schemas.microsoft.com/office/powerpoint/2010/main" val="1867259008"/>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 name="Rectangle 2"/>
          <p:cNvSpPr txBox="1">
            <a:spLocks noChangeArrowheads="1"/>
          </p:cNvSpPr>
          <p:nvPr/>
        </p:nvSpPr>
        <p:spPr>
          <a:xfrm>
            <a:off x="812800" y="304800"/>
            <a:ext cx="10363200" cy="609600"/>
          </a:xfrm>
          <a:prstGeom prst="rect">
            <a:avLst/>
          </a:prstGeom>
        </p:spPr>
        <p:txBody>
          <a:bodyPr vert="horz" wrap="square" lIns="90170" tIns="46990" rIns="90170" bIns="46990" rtlCol="0" anchor="ctr" anchorCtr="0">
            <a:noAutofit/>
          </a:bodyPr>
          <a:lstStyle>
            <a:lvl1pPr marL="0" marR="0" algn="l" defTabSz="914400" rtl="0" eaLnBrk="1" fontAlgn="auto" latinLnBrk="0" hangingPunct="1">
              <a:lnSpc>
                <a:spcPct val="100000"/>
              </a:lnSpc>
              <a:spcBef>
                <a:spcPct val="0"/>
              </a:spcBef>
              <a:buNone/>
              <a:defRPr kumimoji="0" lang="zh-CN" altLang="en-US" sz="36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3600" b="1" i="0" u="none" strike="noStrike" kern="1200" cap="none" spc="200" normalizeH="0" baseline="0" noProof="1">
                <a:ln>
                  <a:noFill/>
                </a:ln>
                <a:solidFill>
                  <a:srgbClr val="000000"/>
                </a:solidFill>
                <a:effectLst/>
                <a:uLnTx/>
                <a:uFillTx/>
                <a:latin typeface="Arial" panose="020B0604020202020204" pitchFamily="34" charset="0"/>
                <a:ea typeface="微软雅黑" panose="020B0503020204020204" charset="-122"/>
                <a:cs typeface="+mj-cs"/>
                <a:sym typeface="+mn-ea"/>
              </a:rPr>
              <a:t>3.4</a:t>
            </a:r>
            <a:r>
              <a:rPr kumimoji="0" lang="zh-CN" altLang="en-US" sz="3600" b="1" i="0" u="none" strike="noStrike" kern="1200" cap="none" spc="200" normalizeH="0" baseline="0" noProof="1">
                <a:ln>
                  <a:noFill/>
                </a:ln>
                <a:solidFill>
                  <a:srgbClr val="000000"/>
                </a:solidFill>
                <a:effectLst/>
                <a:uLnTx/>
                <a:uFillTx/>
                <a:latin typeface="Arial" panose="020B0604020202020204" pitchFamily="34" charset="0"/>
                <a:ea typeface="微软雅黑" panose="020B0503020204020204" charset="-122"/>
                <a:cs typeface="+mj-cs"/>
                <a:sym typeface="+mn-ea"/>
              </a:rPr>
              <a:t>　使用控制结构与语句容易出现的问题</a:t>
            </a:r>
          </a:p>
        </p:txBody>
      </p:sp>
      <p:graphicFrame>
        <p:nvGraphicFramePr>
          <p:cNvPr id="6" name="表格 5">
            <a:extLst>
              <a:ext uri="{FF2B5EF4-FFF2-40B4-BE49-F238E27FC236}">
                <a16:creationId xmlns:a16="http://schemas.microsoft.com/office/drawing/2014/main" id="{9FF0A334-3AA3-A95B-FAC8-055365AD526C}"/>
              </a:ext>
            </a:extLst>
          </p:cNvPr>
          <p:cNvGraphicFramePr>
            <a:graphicFrameLocks noGrp="1"/>
          </p:cNvGraphicFramePr>
          <p:nvPr>
            <p:extLst>
              <p:ext uri="{D42A27DB-BD31-4B8C-83A1-F6EECF244321}">
                <p14:modId xmlns:p14="http://schemas.microsoft.com/office/powerpoint/2010/main" val="3898364906"/>
              </p:ext>
            </p:extLst>
          </p:nvPr>
        </p:nvGraphicFramePr>
        <p:xfrm>
          <a:off x="1005936" y="914400"/>
          <a:ext cx="9976928" cy="5665470"/>
        </p:xfrm>
        <a:graphic>
          <a:graphicData uri="http://schemas.openxmlformats.org/drawingml/2006/table">
            <a:tbl>
              <a:tblPr firstRow="1" firstCol="1" bandRow="1">
                <a:tableStyleId>{5C22544A-7EE6-4342-B048-85BDC9FD1C3A}</a:tableStyleId>
              </a:tblPr>
              <a:tblGrid>
                <a:gridCol w="2002320">
                  <a:extLst>
                    <a:ext uri="{9D8B030D-6E8A-4147-A177-3AD203B41FA5}">
                      <a16:colId xmlns:a16="http://schemas.microsoft.com/office/drawing/2014/main" val="3009283887"/>
                    </a:ext>
                  </a:extLst>
                </a:gridCol>
                <a:gridCol w="2488209">
                  <a:extLst>
                    <a:ext uri="{9D8B030D-6E8A-4147-A177-3AD203B41FA5}">
                      <a16:colId xmlns:a16="http://schemas.microsoft.com/office/drawing/2014/main" val="1476768452"/>
                    </a:ext>
                  </a:extLst>
                </a:gridCol>
                <a:gridCol w="5486399">
                  <a:extLst>
                    <a:ext uri="{9D8B030D-6E8A-4147-A177-3AD203B41FA5}">
                      <a16:colId xmlns:a16="http://schemas.microsoft.com/office/drawing/2014/main" val="3715112349"/>
                    </a:ext>
                  </a:extLst>
                </a:gridCol>
              </a:tblGrid>
              <a:tr h="0">
                <a:tc>
                  <a:txBody>
                    <a:bodyPr/>
                    <a:lstStyle/>
                    <a:p>
                      <a:pPr algn="ctr" hangingPunct="0">
                        <a:lnSpc>
                          <a:spcPct val="100000"/>
                        </a:lnSpc>
                        <a:tabLst>
                          <a:tab pos="2000250" algn="r"/>
                          <a:tab pos="2867025" algn="l"/>
                          <a:tab pos="4133850" algn="l"/>
                        </a:tabLst>
                      </a:pPr>
                      <a:r>
                        <a:rPr lang="zh-CN" sz="1600" kern="100" dirty="0">
                          <a:effectLst/>
                        </a:rPr>
                        <a:t>错误</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36195" marR="36195" marT="36195" marB="36195" anchor="ctr"/>
                </a:tc>
                <a:tc>
                  <a:txBody>
                    <a:bodyPr/>
                    <a:lstStyle/>
                    <a:p>
                      <a:pPr algn="ctr" hangingPunct="0">
                        <a:lnSpc>
                          <a:spcPct val="100000"/>
                        </a:lnSpc>
                        <a:tabLst>
                          <a:tab pos="2000250" algn="r"/>
                          <a:tab pos="2867025" algn="l"/>
                          <a:tab pos="4133850" algn="l"/>
                        </a:tabLst>
                      </a:pPr>
                      <a:r>
                        <a:rPr lang="zh-CN" sz="1600" kern="100" dirty="0">
                          <a:effectLst/>
                        </a:rPr>
                        <a:t>示例</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36195" marR="36195" marT="36195" marB="36195" anchor="ctr"/>
                </a:tc>
                <a:tc>
                  <a:txBody>
                    <a:bodyPr/>
                    <a:lstStyle/>
                    <a:p>
                      <a:pPr algn="ctr" hangingPunct="0">
                        <a:lnSpc>
                          <a:spcPct val="100000"/>
                        </a:lnSpc>
                        <a:tabLst>
                          <a:tab pos="2000250" algn="r"/>
                          <a:tab pos="2867025" algn="l"/>
                          <a:tab pos="4133850" algn="l"/>
                        </a:tabLst>
                      </a:pPr>
                      <a:r>
                        <a:rPr lang="zh-CN" sz="1600" kern="100">
                          <a:effectLst/>
                        </a:rPr>
                        <a:t>结果</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36195" marR="36195" marT="36195" marB="36195" anchor="ctr"/>
                </a:tc>
                <a:extLst>
                  <a:ext uri="{0D108BD9-81ED-4DB2-BD59-A6C34878D82A}">
                    <a16:rowId xmlns:a16="http://schemas.microsoft.com/office/drawing/2014/main" val="3998514986"/>
                  </a:ext>
                </a:extLst>
              </a:tr>
              <a:tr h="0">
                <a:tc rowSpan="2">
                  <a:txBody>
                    <a:bodyPr/>
                    <a:lstStyle/>
                    <a:p>
                      <a:pPr algn="just" hangingPunct="0">
                        <a:lnSpc>
                          <a:spcPct val="100000"/>
                        </a:lnSpc>
                        <a:tabLst>
                          <a:tab pos="2000250" algn="r"/>
                          <a:tab pos="2867025" algn="l"/>
                          <a:tab pos="4133850" algn="l"/>
                        </a:tabLst>
                      </a:pPr>
                      <a:r>
                        <a:rPr lang="zh-CN" sz="1600" kern="100">
                          <a:effectLst/>
                        </a:rPr>
                        <a:t>复合语句中漏加花括号，会导致发生不可预知的错误</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36195" marR="36195" marT="28575" marB="28575" anchor="ctr"/>
                </a:tc>
                <a:tc>
                  <a:txBody>
                    <a:bodyPr/>
                    <a:lstStyle/>
                    <a:p>
                      <a:pPr algn="just" hangingPunct="0">
                        <a:lnSpc>
                          <a:spcPct val="100000"/>
                        </a:lnSpc>
                        <a:tabLst>
                          <a:tab pos="2000250" algn="r"/>
                          <a:tab pos="2867025" algn="l"/>
                          <a:tab pos="4133850" algn="l"/>
                        </a:tabLst>
                      </a:pPr>
                      <a:r>
                        <a:rPr lang="en-US" sz="1600" kern="100" dirty="0" err="1">
                          <a:effectLst/>
                        </a:rPr>
                        <a:t>i</a:t>
                      </a:r>
                      <a:r>
                        <a:rPr lang="en-US" sz="1600" kern="100" dirty="0">
                          <a:effectLst/>
                        </a:rPr>
                        <a:t> = 0;</a:t>
                      </a:r>
                      <a:endParaRPr lang="zh-CN" sz="1600" kern="100" dirty="0">
                        <a:effectLst/>
                      </a:endParaRPr>
                    </a:p>
                    <a:p>
                      <a:pPr algn="just" hangingPunct="0">
                        <a:lnSpc>
                          <a:spcPct val="100000"/>
                        </a:lnSpc>
                        <a:tabLst>
                          <a:tab pos="2000250" algn="r"/>
                          <a:tab pos="2867025" algn="l"/>
                          <a:tab pos="4133850" algn="l"/>
                        </a:tabLst>
                      </a:pPr>
                      <a:r>
                        <a:rPr lang="en-US" sz="1600" kern="100" dirty="0">
                          <a:effectLst/>
                        </a:rPr>
                        <a:t>while ( </a:t>
                      </a:r>
                      <a:r>
                        <a:rPr lang="en-US" sz="1600" kern="100" dirty="0" err="1">
                          <a:effectLst/>
                        </a:rPr>
                        <a:t>i</a:t>
                      </a:r>
                      <a:r>
                        <a:rPr lang="en-US" sz="1600" kern="100" dirty="0">
                          <a:effectLst/>
                        </a:rPr>
                        <a:t> &lt; 100 )  </a:t>
                      </a:r>
                      <a:endParaRPr lang="zh-CN" sz="1600" kern="100" dirty="0">
                        <a:effectLst/>
                      </a:endParaRPr>
                    </a:p>
                    <a:p>
                      <a:pPr algn="just" hangingPunct="0">
                        <a:lnSpc>
                          <a:spcPct val="100000"/>
                        </a:lnSpc>
                        <a:tabLst>
                          <a:tab pos="2000250" algn="r"/>
                          <a:tab pos="2867025" algn="l"/>
                          <a:tab pos="4133850" algn="l"/>
                        </a:tabLst>
                      </a:pPr>
                      <a:r>
                        <a:rPr lang="en-US" sz="1600" kern="100" dirty="0">
                          <a:effectLst/>
                        </a:rPr>
                        <a:t>       sum = sum + </a:t>
                      </a:r>
                      <a:r>
                        <a:rPr lang="en-US" sz="1600" kern="100" dirty="0" err="1">
                          <a:effectLst/>
                        </a:rPr>
                        <a:t>i</a:t>
                      </a:r>
                      <a:r>
                        <a:rPr lang="en-US" sz="1600" kern="100" dirty="0">
                          <a:effectLst/>
                        </a:rPr>
                        <a:t>; </a:t>
                      </a:r>
                      <a:endParaRPr lang="zh-CN" sz="1600" kern="100" dirty="0">
                        <a:effectLst/>
                      </a:endParaRPr>
                    </a:p>
                    <a:p>
                      <a:pPr algn="just" hangingPunct="0">
                        <a:lnSpc>
                          <a:spcPct val="100000"/>
                        </a:lnSpc>
                        <a:tabLst>
                          <a:tab pos="2000250" algn="r"/>
                          <a:tab pos="2867025" algn="l"/>
                          <a:tab pos="4133850" algn="l"/>
                        </a:tabLst>
                      </a:pPr>
                      <a:r>
                        <a:rPr lang="en-US" sz="1600" kern="100" dirty="0">
                          <a:effectLst/>
                        </a:rPr>
                        <a:t>       </a:t>
                      </a:r>
                      <a:r>
                        <a:rPr lang="en-US" sz="1600" kern="100" dirty="0" err="1">
                          <a:effectLst/>
                        </a:rPr>
                        <a:t>i</a:t>
                      </a:r>
                      <a:r>
                        <a:rPr lang="en-US" sz="1600" kern="100" dirty="0">
                          <a:effectLst/>
                        </a:rPr>
                        <a:t>++;         </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36195" marR="36195" marT="28575" marB="28575" anchor="ctr"/>
                </a:tc>
                <a:tc>
                  <a:txBody>
                    <a:bodyPr/>
                    <a:lstStyle/>
                    <a:p>
                      <a:pPr algn="just" hangingPunct="0">
                        <a:lnSpc>
                          <a:spcPct val="100000"/>
                        </a:lnSpc>
                        <a:tabLst>
                          <a:tab pos="2000250" algn="r"/>
                          <a:tab pos="2867025" algn="l"/>
                          <a:tab pos="4133850" algn="l"/>
                        </a:tabLst>
                      </a:pPr>
                      <a:r>
                        <a:rPr lang="zh-CN" sz="1600" kern="100">
                          <a:effectLst/>
                          <a:highlight>
                            <a:srgbClr val="D3D3D3"/>
                          </a:highlight>
                        </a:rPr>
                        <a:t>漏加花括号，导致循环体内只有一条语句，修改</a:t>
                      </a:r>
                      <a:r>
                        <a:rPr lang="en-US" sz="1600" kern="100">
                          <a:effectLst/>
                          <a:highlight>
                            <a:srgbClr val="D3D3D3"/>
                          </a:highlight>
                        </a:rPr>
                        <a:t> i </a:t>
                      </a:r>
                      <a:r>
                        <a:rPr lang="zh-CN" sz="1600" kern="100">
                          <a:effectLst/>
                          <a:highlight>
                            <a:srgbClr val="D3D3D3"/>
                          </a:highlight>
                        </a:rPr>
                        <a:t>值的语句在循环之后，循环内的</a:t>
                      </a:r>
                      <a:r>
                        <a:rPr lang="en-US" sz="1600" kern="100">
                          <a:effectLst/>
                          <a:highlight>
                            <a:srgbClr val="D3D3D3"/>
                          </a:highlight>
                        </a:rPr>
                        <a:t> i </a:t>
                      </a:r>
                      <a:r>
                        <a:rPr lang="zh-CN" sz="1600" kern="100">
                          <a:effectLst/>
                          <a:highlight>
                            <a:srgbClr val="D3D3D3"/>
                          </a:highlight>
                        </a:rPr>
                        <a:t>值无法修改，出现死循环。</a:t>
                      </a:r>
                      <a:r>
                        <a:rPr lang="zh-CN" sz="1600" kern="100">
                          <a:effectLst/>
                        </a:rPr>
                        <a:t>建议</a:t>
                      </a:r>
                      <a:r>
                        <a:rPr lang="en-US" sz="1600" kern="100">
                          <a:effectLst/>
                        </a:rPr>
                        <a:t>while</a:t>
                      </a:r>
                      <a:r>
                        <a:rPr lang="zh-CN" sz="1600" kern="100">
                          <a:effectLst/>
                        </a:rPr>
                        <a:t>的循环体都加上花括号</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36195" marR="36195" marT="28575" marB="28575" anchor="ctr"/>
                </a:tc>
                <a:extLst>
                  <a:ext uri="{0D108BD9-81ED-4DB2-BD59-A6C34878D82A}">
                    <a16:rowId xmlns:a16="http://schemas.microsoft.com/office/drawing/2014/main" val="2427421484"/>
                  </a:ext>
                </a:extLst>
              </a:tr>
              <a:tr h="0">
                <a:tc vMerge="1">
                  <a:txBody>
                    <a:bodyPr/>
                    <a:lstStyle/>
                    <a:p>
                      <a:endParaRPr lang="zh-CN" altLang="en-US"/>
                    </a:p>
                  </a:txBody>
                  <a:tcPr/>
                </a:tc>
                <a:tc>
                  <a:txBody>
                    <a:bodyPr/>
                    <a:lstStyle/>
                    <a:p>
                      <a:pPr algn="just" hangingPunct="0">
                        <a:lnSpc>
                          <a:spcPct val="100000"/>
                        </a:lnSpc>
                        <a:tabLst>
                          <a:tab pos="2000250" algn="r"/>
                          <a:tab pos="2867025" algn="l"/>
                          <a:tab pos="4133850" algn="l"/>
                        </a:tabLst>
                      </a:pPr>
                      <a:r>
                        <a:rPr lang="en-US" sz="1600" kern="100" dirty="0">
                          <a:effectLst/>
                        </a:rPr>
                        <a:t>if ( </a:t>
                      </a:r>
                      <a:r>
                        <a:rPr lang="en-US" sz="1600" kern="100" dirty="0" err="1">
                          <a:effectLst/>
                        </a:rPr>
                        <a:t>i</a:t>
                      </a:r>
                      <a:r>
                        <a:rPr lang="en-US" sz="1600" kern="100" dirty="0">
                          <a:effectLst/>
                        </a:rPr>
                        <a:t> ==1)  </a:t>
                      </a:r>
                      <a:endParaRPr lang="zh-CN" sz="1600" kern="100" dirty="0">
                        <a:effectLst/>
                      </a:endParaRPr>
                    </a:p>
                    <a:p>
                      <a:pPr algn="just" hangingPunct="0">
                        <a:lnSpc>
                          <a:spcPct val="100000"/>
                        </a:lnSpc>
                        <a:tabLst>
                          <a:tab pos="2000250" algn="r"/>
                          <a:tab pos="2867025" algn="l"/>
                          <a:tab pos="4133850" algn="l"/>
                        </a:tabLst>
                      </a:pPr>
                      <a:r>
                        <a:rPr lang="en-US" sz="1600" kern="100" dirty="0">
                          <a:effectLst/>
                        </a:rPr>
                        <a:t>       x = 2 * </a:t>
                      </a:r>
                      <a:r>
                        <a:rPr lang="en-US" sz="1600" kern="100" dirty="0" err="1">
                          <a:effectLst/>
                        </a:rPr>
                        <a:t>i</a:t>
                      </a:r>
                      <a:r>
                        <a:rPr lang="en-US" sz="1600" kern="100" dirty="0">
                          <a:effectLst/>
                        </a:rPr>
                        <a:t> - 1</a:t>
                      </a:r>
                      <a:endParaRPr lang="zh-CN" sz="1600" kern="100" dirty="0">
                        <a:effectLst/>
                      </a:endParaRPr>
                    </a:p>
                    <a:p>
                      <a:pPr algn="just" hangingPunct="0">
                        <a:lnSpc>
                          <a:spcPct val="100000"/>
                        </a:lnSpc>
                        <a:tabLst>
                          <a:tab pos="2000250" algn="r"/>
                          <a:tab pos="2867025" algn="l"/>
                          <a:tab pos="4133850" algn="l"/>
                        </a:tabLst>
                      </a:pPr>
                      <a:r>
                        <a:rPr lang="en-US" sz="1600" kern="100" dirty="0">
                          <a:effectLst/>
                        </a:rPr>
                        <a:t>       y = 2 * </a:t>
                      </a:r>
                      <a:r>
                        <a:rPr lang="en-US" sz="1600" kern="100" dirty="0" err="1">
                          <a:effectLst/>
                        </a:rPr>
                        <a:t>i</a:t>
                      </a:r>
                      <a:r>
                        <a:rPr lang="en-US" sz="1600" kern="100" dirty="0">
                          <a:effectLst/>
                        </a:rPr>
                        <a:t> + 1;</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36195" marR="36195" marT="28575" marB="28575" anchor="ctr"/>
                </a:tc>
                <a:tc>
                  <a:txBody>
                    <a:bodyPr/>
                    <a:lstStyle/>
                    <a:p>
                      <a:pPr algn="just" hangingPunct="0">
                        <a:lnSpc>
                          <a:spcPct val="100000"/>
                        </a:lnSpc>
                        <a:tabLst>
                          <a:tab pos="2000250" algn="r"/>
                          <a:tab pos="2867025" algn="l"/>
                          <a:tab pos="4133850" algn="l"/>
                        </a:tabLst>
                      </a:pPr>
                      <a:r>
                        <a:rPr lang="zh-CN" sz="1600" kern="100" spc="-20" dirty="0">
                          <a:effectLst/>
                        </a:rPr>
                        <a:t>漏加花括号，导致在</a:t>
                      </a:r>
                      <a:r>
                        <a:rPr lang="en-US" sz="1600" kern="100" spc="-20" dirty="0">
                          <a:effectLst/>
                        </a:rPr>
                        <a:t> if </a:t>
                      </a:r>
                      <a:r>
                        <a:rPr lang="zh-CN" sz="1600" kern="100" spc="-20" dirty="0">
                          <a:effectLst/>
                        </a:rPr>
                        <a:t>的循环条件成立时，只执行其后的一条语句，而无论循环条件是否成立，都会执行第二条语句。建议</a:t>
                      </a:r>
                      <a:r>
                        <a:rPr lang="en-US" sz="1600" kern="100" spc="-20" dirty="0">
                          <a:effectLst/>
                        </a:rPr>
                        <a:t>if</a:t>
                      </a:r>
                      <a:r>
                        <a:rPr lang="zh-CN" sz="1600" kern="100" spc="-20" dirty="0">
                          <a:effectLst/>
                        </a:rPr>
                        <a:t>和</a:t>
                      </a:r>
                      <a:r>
                        <a:rPr lang="en-US" sz="1600" kern="100" spc="-20" dirty="0">
                          <a:effectLst/>
                        </a:rPr>
                        <a:t>else</a:t>
                      </a:r>
                      <a:r>
                        <a:rPr lang="zh-CN" sz="1600" kern="100" spc="-20" dirty="0">
                          <a:effectLst/>
                        </a:rPr>
                        <a:t>的下一级语句都加上花括号</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36195" marR="36195" marT="28575" marB="28575" anchor="ctr"/>
                </a:tc>
                <a:extLst>
                  <a:ext uri="{0D108BD9-81ED-4DB2-BD59-A6C34878D82A}">
                    <a16:rowId xmlns:a16="http://schemas.microsoft.com/office/drawing/2014/main" val="457598460"/>
                  </a:ext>
                </a:extLst>
              </a:tr>
              <a:tr h="0">
                <a:tc>
                  <a:txBody>
                    <a:bodyPr/>
                    <a:lstStyle/>
                    <a:p>
                      <a:pPr algn="just" hangingPunct="0">
                        <a:lnSpc>
                          <a:spcPct val="100000"/>
                        </a:lnSpc>
                        <a:tabLst>
                          <a:tab pos="2000250" algn="r"/>
                          <a:tab pos="2867025" algn="l"/>
                          <a:tab pos="4133850" algn="l"/>
                        </a:tabLst>
                      </a:pPr>
                      <a:r>
                        <a:rPr lang="en-US" sz="1600" kern="100" spc="-35">
                          <a:effectLst/>
                        </a:rPr>
                        <a:t>switch </a:t>
                      </a:r>
                      <a:r>
                        <a:rPr lang="zh-CN" sz="1600" kern="100" spc="-35">
                          <a:effectLst/>
                        </a:rPr>
                        <a:t>语句中漏掉</a:t>
                      </a:r>
                      <a:r>
                        <a:rPr lang="en-US" sz="1600" kern="100" spc="-35">
                          <a:effectLst/>
                        </a:rPr>
                        <a:t> break</a:t>
                      </a:r>
                      <a:r>
                        <a:rPr lang="zh-CN" sz="1600" kern="100" spc="-35">
                          <a:effectLst/>
                        </a:rPr>
                        <a:t>语句</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36195" marR="36195" marT="28575" marB="28575" anchor="ctr"/>
                </a:tc>
                <a:tc>
                  <a:txBody>
                    <a:bodyPr/>
                    <a:lstStyle/>
                    <a:p>
                      <a:pPr algn="just" hangingPunct="0">
                        <a:lnSpc>
                          <a:spcPct val="100000"/>
                        </a:lnSpc>
                        <a:tabLst>
                          <a:tab pos="2000250" algn="r"/>
                          <a:tab pos="2867025" algn="l"/>
                          <a:tab pos="4133850" algn="l"/>
                        </a:tabLst>
                      </a:pPr>
                      <a:r>
                        <a:rPr lang="en-US" sz="1600" kern="100" dirty="0">
                          <a:effectLst/>
                        </a:rPr>
                        <a:t>switch(x) {</a:t>
                      </a:r>
                      <a:endParaRPr lang="zh-CN" sz="1600" kern="100" dirty="0">
                        <a:effectLst/>
                      </a:endParaRPr>
                    </a:p>
                    <a:p>
                      <a:pPr algn="just" hangingPunct="0">
                        <a:lnSpc>
                          <a:spcPct val="100000"/>
                        </a:lnSpc>
                        <a:tabLst>
                          <a:tab pos="2000250" algn="r"/>
                          <a:tab pos="2867025" algn="l"/>
                          <a:tab pos="4133850" algn="l"/>
                        </a:tabLst>
                      </a:pPr>
                      <a:r>
                        <a:rPr lang="en-US" sz="1600" kern="100" dirty="0">
                          <a:effectLst/>
                        </a:rPr>
                        <a:t>       case 1: </a:t>
                      </a:r>
                      <a:r>
                        <a:rPr lang="en-US" sz="1600" kern="100" dirty="0" err="1">
                          <a:effectLst/>
                        </a:rPr>
                        <a:t>printf</a:t>
                      </a:r>
                      <a:r>
                        <a:rPr lang="en-US" sz="1600" kern="100" dirty="0">
                          <a:effectLst/>
                        </a:rPr>
                        <a:t>("x = 1");</a:t>
                      </a:r>
                      <a:endParaRPr lang="zh-CN" sz="1600" kern="100" dirty="0">
                        <a:effectLst/>
                      </a:endParaRPr>
                    </a:p>
                    <a:p>
                      <a:pPr algn="just" hangingPunct="0">
                        <a:lnSpc>
                          <a:spcPct val="100000"/>
                        </a:lnSpc>
                        <a:tabLst>
                          <a:tab pos="2000250" algn="r"/>
                          <a:tab pos="2867025" algn="l"/>
                          <a:tab pos="4133850" algn="l"/>
                        </a:tabLst>
                      </a:pPr>
                      <a:r>
                        <a:rPr lang="en-US" sz="1600" kern="100" dirty="0">
                          <a:effectLst/>
                        </a:rPr>
                        <a:t>                   break;</a:t>
                      </a:r>
                      <a:endParaRPr lang="zh-CN" sz="1600" kern="100" dirty="0">
                        <a:effectLst/>
                      </a:endParaRPr>
                    </a:p>
                    <a:p>
                      <a:pPr algn="just" hangingPunct="0">
                        <a:lnSpc>
                          <a:spcPct val="100000"/>
                        </a:lnSpc>
                        <a:tabLst>
                          <a:tab pos="2000250" algn="r"/>
                          <a:tab pos="2867025" algn="l"/>
                          <a:tab pos="4133850" algn="l"/>
                        </a:tabLst>
                      </a:pPr>
                      <a:r>
                        <a:rPr lang="en-US" sz="1600" kern="100" dirty="0">
                          <a:effectLst/>
                        </a:rPr>
                        <a:t>       case 2: </a:t>
                      </a:r>
                      <a:r>
                        <a:rPr lang="en-US" sz="1600" kern="100" dirty="0" err="1">
                          <a:effectLst/>
                        </a:rPr>
                        <a:t>printf</a:t>
                      </a:r>
                      <a:r>
                        <a:rPr lang="en-US" sz="1600" kern="100" dirty="0">
                          <a:effectLst/>
                        </a:rPr>
                        <a:t>("x = 2");</a:t>
                      </a:r>
                      <a:endParaRPr lang="zh-CN" sz="1600" kern="100" dirty="0">
                        <a:effectLst/>
                      </a:endParaRPr>
                    </a:p>
                    <a:p>
                      <a:pPr algn="just" hangingPunct="0">
                        <a:lnSpc>
                          <a:spcPct val="100000"/>
                        </a:lnSpc>
                        <a:tabLst>
                          <a:tab pos="2000250" algn="r"/>
                          <a:tab pos="2867025" algn="l"/>
                          <a:tab pos="4133850" algn="l"/>
                        </a:tabLst>
                      </a:pPr>
                      <a:r>
                        <a:rPr lang="en-US" sz="1600" kern="100" dirty="0">
                          <a:effectLst/>
                        </a:rPr>
                        <a:t>       case 3: </a:t>
                      </a:r>
                      <a:r>
                        <a:rPr lang="en-US" sz="1600" kern="100" dirty="0" err="1">
                          <a:effectLst/>
                        </a:rPr>
                        <a:t>printf</a:t>
                      </a:r>
                      <a:r>
                        <a:rPr lang="en-US" sz="1600" kern="100" dirty="0">
                          <a:effectLst/>
                        </a:rPr>
                        <a:t>("x = 3");</a:t>
                      </a:r>
                      <a:endParaRPr lang="zh-CN" sz="1600" kern="100" dirty="0">
                        <a:effectLst/>
                      </a:endParaRPr>
                    </a:p>
                    <a:p>
                      <a:pPr algn="just" hangingPunct="0">
                        <a:lnSpc>
                          <a:spcPct val="100000"/>
                        </a:lnSpc>
                        <a:tabLst>
                          <a:tab pos="2000250" algn="r"/>
                          <a:tab pos="2867025" algn="l"/>
                          <a:tab pos="4133850" algn="l"/>
                        </a:tabLst>
                      </a:pPr>
                      <a:r>
                        <a:rPr lang="en-US" sz="1600" kern="100" dirty="0">
                          <a:effectLst/>
                        </a:rPr>
                        <a:t>                   break;</a:t>
                      </a:r>
                      <a:endParaRPr lang="zh-CN" sz="1600" kern="100" dirty="0">
                        <a:effectLst/>
                      </a:endParaRPr>
                    </a:p>
                    <a:p>
                      <a:pPr algn="just" hangingPunct="0">
                        <a:lnSpc>
                          <a:spcPct val="100000"/>
                        </a:lnSpc>
                        <a:tabLst>
                          <a:tab pos="2000250" algn="r"/>
                          <a:tab pos="2867025" algn="l"/>
                          <a:tab pos="4133850" algn="l"/>
                        </a:tabLst>
                      </a:pPr>
                      <a:r>
                        <a:rPr lang="en-US" sz="1600" kern="100" dirty="0">
                          <a:effectLst/>
                        </a:rPr>
                        <a:t>}</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36195" marR="36195" marT="28575" marB="28575" anchor="ctr"/>
                </a:tc>
                <a:tc>
                  <a:txBody>
                    <a:bodyPr/>
                    <a:lstStyle/>
                    <a:p>
                      <a:pPr algn="just" hangingPunct="0">
                        <a:lnSpc>
                          <a:spcPct val="100000"/>
                        </a:lnSpc>
                        <a:tabLst>
                          <a:tab pos="2000250" algn="r"/>
                          <a:tab pos="2867025" algn="l"/>
                          <a:tab pos="4133850" algn="l"/>
                        </a:tabLst>
                      </a:pPr>
                      <a:r>
                        <a:rPr lang="zh-CN" sz="1600" kern="100">
                          <a:effectLst/>
                        </a:rPr>
                        <a:t>该程序段要求</a:t>
                      </a:r>
                      <a:r>
                        <a:rPr lang="en-US" sz="1600" kern="100">
                          <a:effectLst/>
                        </a:rPr>
                        <a:t> x </a:t>
                      </a:r>
                      <a:r>
                        <a:rPr lang="zh-CN" sz="1600" kern="100">
                          <a:effectLst/>
                        </a:rPr>
                        <a:t>值为</a:t>
                      </a:r>
                      <a:r>
                        <a:rPr lang="en-US" sz="1600" kern="100">
                          <a:effectLst/>
                        </a:rPr>
                        <a:t> 1 或 2 或 3 时</a:t>
                      </a:r>
                      <a:r>
                        <a:rPr lang="zh-CN" sz="1600" kern="100">
                          <a:effectLst/>
                        </a:rPr>
                        <a:t>，输出相应的字符串，但</a:t>
                      </a:r>
                      <a:r>
                        <a:rPr lang="en-US" sz="1600" kern="100">
                          <a:effectLst/>
                        </a:rPr>
                        <a:t> case 2 </a:t>
                      </a:r>
                      <a:r>
                        <a:rPr lang="zh-CN" sz="1600" kern="100">
                          <a:effectLst/>
                        </a:rPr>
                        <a:t>的语句内漏掉了</a:t>
                      </a:r>
                      <a:r>
                        <a:rPr lang="en-US" sz="1600" kern="100">
                          <a:effectLst/>
                        </a:rPr>
                        <a:t> break </a:t>
                      </a:r>
                      <a:r>
                        <a:rPr lang="zh-CN" sz="1600" kern="100">
                          <a:effectLst/>
                        </a:rPr>
                        <a:t>语句，导致在</a:t>
                      </a:r>
                      <a:r>
                        <a:rPr lang="en-US" sz="1600" kern="100">
                          <a:effectLst/>
                        </a:rPr>
                        <a:t> x </a:t>
                      </a:r>
                      <a:r>
                        <a:rPr lang="zh-CN" sz="1600" kern="100">
                          <a:effectLst/>
                        </a:rPr>
                        <a:t>为</a:t>
                      </a:r>
                      <a:r>
                        <a:rPr lang="en-US" sz="1600" kern="100">
                          <a:effectLst/>
                        </a:rPr>
                        <a:t> 2 </a:t>
                      </a:r>
                      <a:r>
                        <a:rPr lang="zh-CN" sz="1600" kern="100">
                          <a:effectLst/>
                        </a:rPr>
                        <a:t>时先输出</a:t>
                      </a:r>
                      <a:r>
                        <a:rPr lang="en-US" sz="1600" kern="100">
                          <a:effectLst/>
                        </a:rPr>
                        <a:t> x = 2</a:t>
                      </a:r>
                      <a:r>
                        <a:rPr lang="zh-CN" sz="1600" kern="100">
                          <a:effectLst/>
                        </a:rPr>
                        <a:t>，又输出</a:t>
                      </a:r>
                      <a:r>
                        <a:rPr lang="en-US" sz="1600" kern="100">
                          <a:effectLst/>
                        </a:rPr>
                        <a:t> x = 3</a:t>
                      </a:r>
                      <a:r>
                        <a:rPr lang="zh-CN" sz="1600" kern="100">
                          <a:effectLst/>
                        </a:rPr>
                        <a:t>。</a:t>
                      </a:r>
                    </a:p>
                    <a:p>
                      <a:pPr algn="just" hangingPunct="0">
                        <a:lnSpc>
                          <a:spcPct val="100000"/>
                        </a:lnSpc>
                        <a:tabLst>
                          <a:tab pos="2000250" algn="r"/>
                          <a:tab pos="2867025" algn="l"/>
                          <a:tab pos="4133850" algn="l"/>
                        </a:tabLst>
                      </a:pPr>
                      <a:r>
                        <a:rPr lang="zh-CN" sz="1600" kern="100">
                          <a:effectLst/>
                        </a:rPr>
                        <a:t>在只有少数</a:t>
                      </a:r>
                      <a:r>
                        <a:rPr lang="en-US" sz="1600" kern="100">
                          <a:effectLst/>
                        </a:rPr>
                        <a:t> case </a:t>
                      </a:r>
                      <a:r>
                        <a:rPr lang="zh-CN" sz="1600" kern="100">
                          <a:effectLst/>
                        </a:rPr>
                        <a:t>语句不需要</a:t>
                      </a:r>
                      <a:r>
                        <a:rPr lang="en-US" sz="1600" kern="100">
                          <a:effectLst/>
                        </a:rPr>
                        <a:t> break </a:t>
                      </a:r>
                      <a:r>
                        <a:rPr lang="zh-CN" sz="1600" kern="100">
                          <a:effectLst/>
                        </a:rPr>
                        <a:t>语句时，建议加上注释（</a:t>
                      </a:r>
                      <a:r>
                        <a:rPr lang="en-US" sz="1600" kern="100">
                          <a:effectLst/>
                        </a:rPr>
                        <a:t>//</a:t>
                      </a:r>
                      <a:r>
                        <a:rPr lang="zh-CN" sz="1600" kern="100">
                          <a:effectLst/>
                        </a:rPr>
                        <a:t>无</a:t>
                      </a:r>
                      <a:r>
                        <a:rPr lang="en-US" sz="1600" kern="100">
                          <a:effectLst/>
                        </a:rPr>
                        <a:t> break</a:t>
                      </a:r>
                      <a:r>
                        <a:rPr lang="zh-CN" sz="1600" kern="100">
                          <a:effectLst/>
                        </a:rPr>
                        <a:t>）</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36195" marR="36195" marT="28575" marB="28575" anchor="ctr"/>
                </a:tc>
                <a:extLst>
                  <a:ext uri="{0D108BD9-81ED-4DB2-BD59-A6C34878D82A}">
                    <a16:rowId xmlns:a16="http://schemas.microsoft.com/office/drawing/2014/main" val="1303737139"/>
                  </a:ext>
                </a:extLst>
              </a:tr>
              <a:tr h="0">
                <a:tc>
                  <a:txBody>
                    <a:bodyPr/>
                    <a:lstStyle/>
                    <a:p>
                      <a:pPr algn="just" hangingPunct="0">
                        <a:lnSpc>
                          <a:spcPct val="100000"/>
                        </a:lnSpc>
                        <a:tabLst>
                          <a:tab pos="2000250" algn="r"/>
                          <a:tab pos="2867025" algn="l"/>
                          <a:tab pos="4133850" algn="l"/>
                        </a:tabLst>
                      </a:pPr>
                      <a:r>
                        <a:rPr lang="zh-CN" sz="1600" kern="100">
                          <a:effectLst/>
                        </a:rPr>
                        <a:t>运算符优先级错误</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36195" marR="36195" marT="28575" marB="28575" anchor="ctr"/>
                </a:tc>
                <a:tc>
                  <a:txBody>
                    <a:bodyPr/>
                    <a:lstStyle/>
                    <a:p>
                      <a:pPr algn="just" hangingPunct="0">
                        <a:lnSpc>
                          <a:spcPct val="100000"/>
                        </a:lnSpc>
                        <a:tabLst>
                          <a:tab pos="2000250" algn="r"/>
                          <a:tab pos="2867025" algn="l"/>
                          <a:tab pos="4133850" algn="l"/>
                        </a:tabLst>
                      </a:pPr>
                      <a:r>
                        <a:rPr lang="en-US" sz="1600" kern="100" dirty="0">
                          <a:effectLst/>
                        </a:rPr>
                        <a:t>while( </a:t>
                      </a:r>
                      <a:r>
                        <a:rPr lang="en-US" sz="1600" kern="100" dirty="0" err="1">
                          <a:effectLst/>
                        </a:rPr>
                        <a:t>ch</a:t>
                      </a:r>
                      <a:r>
                        <a:rPr lang="en-US" sz="1600" kern="100" dirty="0">
                          <a:effectLst/>
                        </a:rPr>
                        <a:t> = </a:t>
                      </a:r>
                      <a:r>
                        <a:rPr lang="en-US" sz="1600" kern="100" dirty="0" err="1">
                          <a:effectLst/>
                        </a:rPr>
                        <a:t>getchar</a:t>
                      </a:r>
                      <a:r>
                        <a:rPr lang="en-US" sz="1600" kern="100" dirty="0">
                          <a:effectLst/>
                        </a:rPr>
                        <a:t>() != '*' )</a:t>
                      </a:r>
                      <a:endParaRPr lang="zh-CN" sz="1600" kern="100" dirty="0">
                        <a:effectLst/>
                      </a:endParaRPr>
                    </a:p>
                    <a:p>
                      <a:pPr algn="just" hangingPunct="0">
                        <a:lnSpc>
                          <a:spcPct val="100000"/>
                        </a:lnSpc>
                        <a:tabLst>
                          <a:tab pos="2000250" algn="r"/>
                          <a:tab pos="2867025" algn="l"/>
                          <a:tab pos="4133850" algn="l"/>
                        </a:tabLst>
                      </a:pPr>
                      <a:r>
                        <a:rPr lang="en-US" sz="1600" kern="100" dirty="0">
                          <a:effectLst/>
                        </a:rPr>
                        <a:t>       </a:t>
                      </a:r>
                      <a:r>
                        <a:rPr lang="en-US" sz="1600" kern="100" dirty="0" err="1">
                          <a:effectLst/>
                        </a:rPr>
                        <a:t>putchar</a:t>
                      </a:r>
                      <a:r>
                        <a:rPr lang="en-US" sz="1600" kern="100" dirty="0">
                          <a:effectLst/>
                        </a:rPr>
                        <a:t>(</a:t>
                      </a:r>
                      <a:r>
                        <a:rPr lang="en-US" sz="1600" kern="100" dirty="0" err="1">
                          <a:effectLst/>
                        </a:rPr>
                        <a:t>ch</a:t>
                      </a:r>
                      <a:r>
                        <a:rPr lang="en-US" sz="1600" kern="100" dirty="0">
                          <a:effectLst/>
                        </a:rPr>
                        <a:t>);</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36195" marR="36195" marT="28575" marB="28575" anchor="ctr"/>
                </a:tc>
                <a:tc>
                  <a:txBody>
                    <a:bodyPr/>
                    <a:lstStyle/>
                    <a:p>
                      <a:pPr marL="0" marR="0" lvl="0" indent="0" algn="just" defTabSz="914400" rtl="0" eaLnBrk="1" fontAlgn="auto" latinLnBrk="0" hangingPunct="0">
                        <a:lnSpc>
                          <a:spcPct val="100000"/>
                        </a:lnSpc>
                        <a:spcBef>
                          <a:spcPts val="0"/>
                        </a:spcBef>
                        <a:spcAft>
                          <a:spcPts val="0"/>
                        </a:spcAft>
                        <a:buClrTx/>
                        <a:buSzTx/>
                        <a:buFontTx/>
                        <a:buNone/>
                        <a:tabLst>
                          <a:tab pos="2000250" algn="r"/>
                          <a:tab pos="2867025" algn="l"/>
                          <a:tab pos="4133850" algn="l"/>
                        </a:tabLst>
                        <a:defRPr/>
                      </a:pPr>
                      <a:r>
                        <a:rPr lang="zh-CN" altLang="zh-CN" sz="1600" kern="100" dirty="0">
                          <a:effectLst/>
                        </a:rPr>
                        <a:t>希望读取并输出字符，直至读到字符</a:t>
                      </a:r>
                      <a:r>
                        <a:rPr lang="en-US" altLang="zh-CN" sz="1600" kern="100" dirty="0">
                          <a:effectLst/>
                        </a:rPr>
                        <a:t>*</a:t>
                      </a:r>
                      <a:r>
                        <a:rPr lang="zh-CN" altLang="zh-CN" sz="1600" kern="100" dirty="0">
                          <a:effectLst/>
                        </a:rPr>
                        <a:t>结束，但代码没考虑运算符的优先级</a:t>
                      </a:r>
                      <a:r>
                        <a:rPr lang="en-US" altLang="zh-CN" sz="1600" kern="100" dirty="0">
                          <a:effectLst/>
                        </a:rPr>
                        <a:t>;</a:t>
                      </a:r>
                      <a:r>
                        <a:rPr lang="zh-CN" altLang="zh-CN" sz="1600" kern="100" dirty="0">
                          <a:effectLst/>
                        </a:rPr>
                        <a:t>由于赋值运算符（</a:t>
                      </a:r>
                      <a:r>
                        <a:rPr lang="en-US" altLang="zh-CN" sz="1600" kern="100" dirty="0">
                          <a:effectLst/>
                        </a:rPr>
                        <a:t>=</a:t>
                      </a:r>
                      <a:r>
                        <a:rPr lang="zh-CN" altLang="zh-CN" sz="1600" kern="100" dirty="0">
                          <a:effectLst/>
                        </a:rPr>
                        <a:t>）的优先级低于关系运算符（</a:t>
                      </a:r>
                      <a:r>
                        <a:rPr lang="en-US" altLang="zh-CN" sz="1600" kern="100" dirty="0">
                          <a:effectLst/>
                        </a:rPr>
                        <a:t>!=</a:t>
                      </a:r>
                      <a:r>
                        <a:rPr lang="zh-CN" altLang="zh-CN" sz="1600" kern="100" dirty="0">
                          <a:effectLst/>
                        </a:rPr>
                        <a:t>），因此导致将读取的字符先与</a:t>
                      </a:r>
                      <a:r>
                        <a:rPr lang="en-US" altLang="zh-CN" sz="1600" kern="100" dirty="0">
                          <a:effectLst/>
                        </a:rPr>
                        <a:t>*</a:t>
                      </a:r>
                      <a:r>
                        <a:rPr lang="zh-CN" altLang="zh-CN" sz="1600" kern="100" dirty="0">
                          <a:effectLst/>
                        </a:rPr>
                        <a:t>比较，将得到的逻辑值（</a:t>
                      </a:r>
                      <a:r>
                        <a:rPr lang="en-US" altLang="zh-CN" sz="1600" kern="100" dirty="0">
                          <a:effectLst/>
                        </a:rPr>
                        <a:t>1 </a:t>
                      </a:r>
                      <a:r>
                        <a:rPr lang="zh-CN" altLang="zh-CN" sz="1600" kern="100" dirty="0">
                          <a:effectLst/>
                        </a:rPr>
                        <a:t>或</a:t>
                      </a:r>
                      <a:r>
                        <a:rPr lang="en-US" altLang="zh-CN" sz="1600" kern="100" dirty="0">
                          <a:effectLst/>
                        </a:rPr>
                        <a:t> 0</a:t>
                      </a:r>
                      <a:r>
                        <a:rPr lang="zh-CN" altLang="zh-CN" sz="1600" kern="100" dirty="0">
                          <a:effectLst/>
                        </a:rPr>
                        <a:t>）赋给</a:t>
                      </a:r>
                      <a:r>
                        <a:rPr lang="en-US" altLang="zh-CN" sz="1600" kern="100" dirty="0">
                          <a:effectLst/>
                        </a:rPr>
                        <a:t> </a:t>
                      </a:r>
                      <a:r>
                        <a:rPr lang="en-US" altLang="zh-CN" sz="1600" kern="100" dirty="0" err="1">
                          <a:effectLst/>
                        </a:rPr>
                        <a:t>ch</a:t>
                      </a:r>
                      <a:r>
                        <a:rPr lang="zh-CN" altLang="zh-CN" sz="1600" kern="100" dirty="0">
                          <a:effectLst/>
                        </a:rPr>
                        <a:t>，而不是先将读取的字符赋给</a:t>
                      </a:r>
                      <a:r>
                        <a:rPr lang="en-US" altLang="zh-CN" sz="1600" kern="100" dirty="0">
                          <a:effectLst/>
                        </a:rPr>
                        <a:t> </a:t>
                      </a:r>
                      <a:r>
                        <a:rPr lang="en-US" altLang="zh-CN" sz="1600" kern="100" dirty="0" err="1">
                          <a:effectLst/>
                        </a:rPr>
                        <a:t>ch</a:t>
                      </a:r>
                      <a:r>
                        <a:rPr lang="zh-CN" altLang="zh-CN" sz="1600" kern="100" dirty="0">
                          <a:effectLst/>
                        </a:rPr>
                        <a:t>，再与</a:t>
                      </a:r>
                      <a:r>
                        <a:rPr lang="en-US" altLang="zh-CN" sz="1600" kern="100" dirty="0">
                          <a:effectLst/>
                        </a:rPr>
                        <a:t>*</a:t>
                      </a:r>
                      <a:r>
                        <a:rPr lang="zh-CN" altLang="zh-CN" sz="1600" kern="100" dirty="0">
                          <a:effectLst/>
                        </a:rPr>
                        <a:t>比较。</a:t>
                      </a:r>
                      <a:r>
                        <a:rPr lang="zh-CN" sz="1600" kern="100" dirty="0">
                          <a:effectLst/>
                        </a:rPr>
                        <a:t>正确代码：</a:t>
                      </a:r>
                    </a:p>
                    <a:p>
                      <a:pPr algn="just" hangingPunct="0">
                        <a:lnSpc>
                          <a:spcPct val="100000"/>
                        </a:lnSpc>
                        <a:tabLst>
                          <a:tab pos="2000250" algn="r"/>
                          <a:tab pos="2867025" algn="l"/>
                          <a:tab pos="4133850" algn="l"/>
                        </a:tabLst>
                      </a:pPr>
                      <a:r>
                        <a:rPr lang="en-US" sz="1600" kern="100" dirty="0">
                          <a:effectLst/>
                        </a:rPr>
                        <a:t>while( (</a:t>
                      </a:r>
                      <a:r>
                        <a:rPr lang="en-US" sz="1600" kern="100" dirty="0" err="1">
                          <a:effectLst/>
                        </a:rPr>
                        <a:t>ch</a:t>
                      </a:r>
                      <a:r>
                        <a:rPr lang="en-US" sz="1600" kern="100" dirty="0">
                          <a:effectLst/>
                        </a:rPr>
                        <a:t> = </a:t>
                      </a:r>
                      <a:r>
                        <a:rPr lang="en-US" sz="1600" kern="100" dirty="0" err="1">
                          <a:effectLst/>
                        </a:rPr>
                        <a:t>getchar</a:t>
                      </a:r>
                      <a:r>
                        <a:rPr lang="en-US" sz="1600" kern="100" dirty="0">
                          <a:effectLst/>
                        </a:rPr>
                        <a:t>()) != '*' )</a:t>
                      </a:r>
                      <a:endParaRPr lang="zh-CN" sz="1600" kern="100" dirty="0">
                        <a:effectLst/>
                      </a:endParaRPr>
                    </a:p>
                    <a:p>
                      <a:pPr algn="just" hangingPunct="0">
                        <a:lnSpc>
                          <a:spcPct val="100000"/>
                        </a:lnSpc>
                        <a:tabLst>
                          <a:tab pos="2000250" algn="r"/>
                          <a:tab pos="2867025" algn="l"/>
                          <a:tab pos="4133850" algn="l"/>
                        </a:tabLst>
                      </a:pPr>
                      <a:r>
                        <a:rPr lang="en-US" sz="1600" kern="100" dirty="0">
                          <a:effectLst/>
                        </a:rPr>
                        <a:t>        </a:t>
                      </a:r>
                      <a:r>
                        <a:rPr lang="en-US" sz="1600" kern="100" dirty="0" err="1">
                          <a:effectLst/>
                        </a:rPr>
                        <a:t>putchar</a:t>
                      </a:r>
                      <a:r>
                        <a:rPr lang="en-US" sz="1600" kern="100" dirty="0">
                          <a:effectLst/>
                        </a:rPr>
                        <a:t>(</a:t>
                      </a:r>
                      <a:r>
                        <a:rPr lang="en-US" sz="1600" kern="100" dirty="0" err="1">
                          <a:effectLst/>
                        </a:rPr>
                        <a:t>ch</a:t>
                      </a:r>
                      <a:r>
                        <a:rPr lang="en-US" sz="1600" kern="100" dirty="0">
                          <a:effectLst/>
                        </a:rPr>
                        <a:t>);</a:t>
                      </a:r>
                      <a:endParaRPr lang="zh-CN" sz="1600" kern="100" dirty="0">
                        <a:effectLst/>
                      </a:endParaRPr>
                    </a:p>
                  </a:txBody>
                  <a:tcPr marL="36195" marR="36195" marT="28575" marB="28575" anchor="ctr"/>
                </a:tc>
                <a:extLst>
                  <a:ext uri="{0D108BD9-81ED-4DB2-BD59-A6C34878D82A}">
                    <a16:rowId xmlns:a16="http://schemas.microsoft.com/office/drawing/2014/main" val="2310612246"/>
                  </a:ext>
                </a:extLst>
              </a:tr>
            </a:tbl>
          </a:graphicData>
        </a:graphic>
      </p:graphicFrame>
      <p:sp>
        <p:nvSpPr>
          <p:cNvPr id="8" name="Rectangle 2">
            <a:extLst>
              <a:ext uri="{FF2B5EF4-FFF2-40B4-BE49-F238E27FC236}">
                <a16:creationId xmlns:a16="http://schemas.microsoft.com/office/drawing/2014/main" id="{FA21AC65-4DCD-4B8E-DFF2-255AA4843805}"/>
              </a:ext>
            </a:extLst>
          </p:cNvPr>
          <p:cNvSpPr>
            <a:spLocks noChangeArrowheads="1"/>
          </p:cNvSpPr>
          <p:nvPr/>
        </p:nvSpPr>
        <p:spPr bwMode="auto">
          <a:xfrm>
            <a:off x="3261242" y="2614096"/>
            <a:ext cx="4022725" cy="4762"/>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EAEAEA"/>
              </a:solidFill>
              <a:effectLst/>
              <a:uLnTx/>
              <a:uFillTx/>
              <a:latin typeface="Times New Roman"/>
              <a:ea typeface="宋体"/>
              <a:cs typeface="+mn-cs"/>
            </a:endParaRPr>
          </a:p>
        </p:txBody>
      </p:sp>
    </p:spTree>
    <p:extLst>
      <p:ext uri="{BB962C8B-B14F-4D97-AF65-F5344CB8AC3E}">
        <p14:creationId xmlns:p14="http://schemas.microsoft.com/office/powerpoint/2010/main" val="4247673715"/>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a:t>谢谢</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mU5YWU2YzllNGZmZTViNjUwYjAxYWNhZmY5MDU0M2QifQ=="/>
  <p:tag name="KSO_WPP_MARK_KEY" val="c34bcdfb-13dc-4e7f-b54f-4cde71d08e73"/>
</p:tagLst>
</file>

<file path=ppt/tags/tag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15035"/>
</p:tagLst>
</file>

<file path=ppt/tags/tag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15035"/>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TEMPLATE_CATEGORY" val="custom"/>
  <p:tag name="KSO_WM_TEMPLATE_INDEX" val="20215035"/>
</p:tagLst>
</file>

<file path=ppt/tags/tag5.xml><?xml version="1.0" encoding="utf-8"?>
<p:tagLst xmlns:a="http://schemas.openxmlformats.org/drawingml/2006/main" xmlns:r="http://schemas.openxmlformats.org/officeDocument/2006/relationships" xmlns:p="http://schemas.openxmlformats.org/presentationml/2006/main">
  <p:tag name="KSO_WM_UNIT_DEFAULT_FONT" val="18;28;2"/>
  <p:tag name="KSO_WM_UNIT_BLOCK" val="0"/>
  <p:tag name="KSO_WM_UNIT_ISCONTENTSTITLE" val="0"/>
  <p:tag name="KSO_WM_UNIT_ISNUMDGMTITLE" val="0"/>
  <p:tag name="KSO_WM_UNIT_PRESET_TEXT" val="单/击/此/处/添/加/副/标/题/内/容"/>
  <p:tag name="KSO_WM_UNIT_NOCLEAR" val="0"/>
  <p:tag name="KSO_WM_UNIT_VALUE" val="58"/>
  <p:tag name="KSO_WM_UNIT_HIGHLIGHT" val="0"/>
  <p:tag name="KSO_WM_UNIT_COMPATIBLE" val="0"/>
  <p:tag name="KSO_WM_UNIT_DIAGRAM_ISNUMVISUAL" val="0"/>
  <p:tag name="KSO_WM_UNIT_DIAGRAM_ISREFERUNIT" val="0"/>
  <p:tag name="KSO_WM_UNIT_TYPE" val="b"/>
  <p:tag name="KSO_WM_UNIT_INDEX" val="1"/>
  <p:tag name="KSO_WM_UNIT_ID" val="custom20215035_1*b*1"/>
  <p:tag name="KSO_WM_TEMPLATE_CATEGORY" val="custom"/>
  <p:tag name="KSO_WM_TEMPLATE_INDEX" val="20215035"/>
  <p:tag name="KSO_WM_UNIT_LAYERLEVEL" val="1"/>
  <p:tag name="KSO_WM_TAG_VERSION" val="1.0"/>
  <p:tag name="KSO_WM_BEAUTIFY_FLAG" val="#wm#"/>
  <p:tag name="KSO_WM_CHIP_GROUPID" val="5ebd04330ac41c4a0a525403"/>
  <p:tag name="KSO_WM_CHIP_XID" val="5ebd04330ac41c4a0a525404"/>
  <p:tag name="KSO_WM_UNIT_DEC_AREA_ID" val="a7eab4dc5908499b838b73a1fa3b2bb1"/>
  <p:tag name="KSO_WM_CHIP_FILLAREA_FILL_RULE" val="{&quot;fill_align&quot;:&quot;cm&quot;,&quot;fill_mode&quot;:&quot;adaptive&quot;,&quot;sacle_strategy&quot;:&quot;smart&quot;}"/>
  <p:tag name="KSO_WM_ASSEMBLE_CHIP_INDEX" val="ffbcb33553e5437999be5be7b3e28129"/>
  <p:tag name="KSO_WM_UNIT_TEXT_FILL_FORE_SCHEMECOLOR_INDEX_BRIGHTNESS" val="0.35"/>
  <p:tag name="KSO_WM_UNIT_TEXT_FILL_FORE_SCHEMECOLOR_INDEX" val="13"/>
  <p:tag name="KSO_WM_UNIT_TEXT_FILL_TYPE" val="1"/>
  <p:tag name="KSO_WM_TEMPLATE_ASSEMBLE_XID" val="5fab4958b46e6ebd9907b66b"/>
  <p:tag name="KSO_WM_TEMPLATE_ASSEMBLE_GROUPID" val="5faa52dd0ad14824cac57d3a"/>
</p:tagLst>
</file>

<file path=ppt/tags/tag6.xml><?xml version="1.0" encoding="utf-8"?>
<p:tagLst xmlns:a="http://schemas.openxmlformats.org/drawingml/2006/main" xmlns:r="http://schemas.openxmlformats.org/officeDocument/2006/relationships" xmlns:p="http://schemas.openxmlformats.org/presentationml/2006/main">
  <p:tag name="KSO_WM_UNIT_DEFAULT_FONT" val="60;74;4"/>
  <p:tag name="KSO_WM_UNIT_BLOCK" val="0"/>
  <p:tag name="KSO_WM_UNIT_ISCONTENTSTITLE" val="0"/>
  <p:tag name="KSO_WM_UNIT_ISNUMDGMTITLE" val="0"/>
  <p:tag name="KSO_WM_UNIT_PRESET_TEXT" val="大数据产品发布会"/>
  <p:tag name="KSO_WM_UNIT_NOCLEAR" val="0"/>
  <p:tag name="KSO_WM_UNIT_VALUE" val="11"/>
  <p:tag name="KSO_WM_UNIT_HIGHLIGHT" val="0"/>
  <p:tag name="KSO_WM_UNIT_COMPATIBLE" val="0"/>
  <p:tag name="KSO_WM_UNIT_DIAGRAM_ISNUMVISUAL" val="0"/>
  <p:tag name="KSO_WM_UNIT_DIAGRAM_ISREFERUNIT" val="0"/>
  <p:tag name="KSO_WM_UNIT_TYPE" val="a"/>
  <p:tag name="KSO_WM_UNIT_INDEX" val="1"/>
  <p:tag name="KSO_WM_UNIT_ID" val="custom20215035_1*a*1"/>
  <p:tag name="KSO_WM_TEMPLATE_CATEGORY" val="custom"/>
  <p:tag name="KSO_WM_TEMPLATE_INDEX" val="20215035"/>
  <p:tag name="KSO_WM_UNIT_LAYERLEVEL" val="1"/>
  <p:tag name="KSO_WM_TAG_VERSION" val="1.0"/>
  <p:tag name="KSO_WM_BEAUTIFY_FLAG" val="#wm#"/>
  <p:tag name="KSO_WM_CHIP_GROUPID" val="5ebd04330ac41c4a0a525403"/>
  <p:tag name="KSO_WM_CHIP_XID" val="5ebd04330ac41c4a0a525404"/>
  <p:tag name="KSO_WM_UNIT_DEC_AREA_ID" val="74e0bb5f67554d5ba3310756f96c4957"/>
  <p:tag name="KSO_WM_CHIP_FILLAREA_FILL_RULE" val="{&quot;fill_align&quot;:&quot;cm&quot;,&quot;fill_mode&quot;:&quot;adaptive&quot;,&quot;sacle_strategy&quot;:&quot;smart&quot;}"/>
  <p:tag name="KSO_WM_ASSEMBLE_CHIP_INDEX" val="ffbcb33553e5437999be5be7b3e28129"/>
  <p:tag name="KSO_WM_UNIT_TEXT_FILL_FORE_SCHEMECOLOR_INDEX_BRIGHTNESS" val="0.15"/>
  <p:tag name="KSO_WM_UNIT_TEXT_FILL_FORE_SCHEMECOLOR_INDEX" val="13"/>
  <p:tag name="KSO_WM_UNIT_TEXT_FILL_TYPE" val="1"/>
  <p:tag name="KSO_WM_TEMPLATE_ASSEMBLE_XID" val="5fab4958b46e6ebd9907b66b"/>
  <p:tag name="KSO_WM_TEMPLATE_ASSEMBLE_GROUPID" val="5faa52dd0ad14824cac57d3a"/>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hip20215035_4*i*1"/>
  <p:tag name="KSO_WM_TEMPLATE_CATEGORY" val="chip"/>
  <p:tag name="KSO_WM_TEMPLATE_INDEX" val="20215035"/>
  <p:tag name="KSO_WM_UNIT_LAYERLEVEL" val="1"/>
  <p:tag name="KSO_WM_TAG_VERSION" val="1.0"/>
  <p:tag name="KSO_WM_BEAUTIFY_FLAG" val="#wm#"/>
  <p:tag name="KSO_WM_UNIT_SUBTYPE" val="t"/>
  <p:tag name="KSO_WM_UNIT_TYPE" val="i"/>
  <p:tag name="KSO_WM_UNIT_INDEX" val="1"/>
  <p:tag name="KSO_WM_CHIP_GROUPID" val="5faa52dd0ad14824cac57d3a"/>
  <p:tag name="KSO_WM_CHIP_XID" val="5faa52dd0ad14824cac57d3e"/>
  <p:tag name="KSO_WM_UNIT_DEC_AREA_ID" val="e54d0f326d7646ff8277c3ae65b9c71b"/>
  <p:tag name="KSO_WM_UNIT_DECORATE_INFO" val=""/>
  <p:tag name="KSO_WM_UNIT_SM_LIMIT_TYPE" val=""/>
  <p:tag name="KSO_WM_CHIP_FILLAREA_FILL_RULE" val="{&quot;fill_align&quot;:&quot;cm&quot;,&quot;fill_effect&quot;:[],&quot;fill_mode&quot;:&quot;full&quot;,&quot;sacle_strategy&quot;:&quot;stretch&quot;}"/>
  <p:tag name="KSO_WM_ASSEMBLE_CHIP_INDEX" val="3fbcbfeee8e4487a97074207f33ce672"/>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hip20215035_4*i*1"/>
  <p:tag name="KSO_WM_TEMPLATE_CATEGORY" val="chip"/>
  <p:tag name="KSO_WM_TEMPLATE_INDEX" val="20215035"/>
  <p:tag name="KSO_WM_UNIT_LAYERLEVEL" val="1"/>
  <p:tag name="KSO_WM_TAG_VERSION" val="1.0"/>
  <p:tag name="KSO_WM_BEAUTIFY_FLAG" val="#wm#"/>
  <p:tag name="KSO_WM_UNIT_SUBTYPE" val="t"/>
  <p:tag name="KSO_WM_UNIT_TYPE" val="i"/>
  <p:tag name="KSO_WM_UNIT_INDEX" val="1"/>
  <p:tag name="KSO_WM_CHIP_GROUPID" val="5faa52dd0ad14824cac57d3a"/>
  <p:tag name="KSO_WM_CHIP_XID" val="5faa52dd0ad14824cac57d3e"/>
  <p:tag name="KSO_WM_UNIT_DEC_AREA_ID" val="e54d0f326d7646ff8277c3ae65b9c71b"/>
  <p:tag name="KSO_WM_UNIT_DECORATE_INFO" val=""/>
  <p:tag name="KSO_WM_UNIT_SM_LIMIT_TYPE" val=""/>
  <p:tag name="KSO_WM_CHIP_FILLAREA_FILL_RULE" val="{&quot;fill_align&quot;:&quot;cm&quot;,&quot;fill_effect&quot;:[],&quot;fill_mode&quot;:&quot;full&quot;,&quot;sacle_strategy&quot;:&quot;stretch&quot;}"/>
  <p:tag name="KSO_WM_ASSEMBLE_CHIP_INDEX" val="3fbcbfeee8e4487a97074207f33ce672"/>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hip20215035_4*i*1"/>
  <p:tag name="KSO_WM_TEMPLATE_CATEGORY" val="chip"/>
  <p:tag name="KSO_WM_TEMPLATE_INDEX" val="20215035"/>
  <p:tag name="KSO_WM_UNIT_LAYERLEVEL" val="1"/>
  <p:tag name="KSO_WM_TAG_VERSION" val="1.0"/>
  <p:tag name="KSO_WM_BEAUTIFY_FLAG" val="#wm#"/>
  <p:tag name="KSO_WM_UNIT_SUBTYPE" val="t"/>
  <p:tag name="KSO_WM_UNIT_TYPE" val="i"/>
  <p:tag name="KSO_WM_UNIT_INDEX" val="1"/>
  <p:tag name="KSO_WM_CHIP_GROUPID" val="5faa52dd0ad14824cac57d3a"/>
  <p:tag name="KSO_WM_CHIP_XID" val="5faa52dd0ad14824cac57d3e"/>
  <p:tag name="KSO_WM_UNIT_DEC_AREA_ID" val="0bfbdce0d6494e6fa218892f3a20235b"/>
  <p:tag name="KSO_WM_UNIT_DECORATE_INFO" val=""/>
  <p:tag name="KSO_WM_UNIT_SM_LIMIT_TYPE" val=""/>
  <p:tag name="KSO_WM_CHIP_FILLAREA_FILL_RULE" val="{&quot;fill_align&quot;:&quot;cm&quot;,&quot;fill_effect&quot;:[],&quot;fill_mode&quot;:&quot;full&quot;,&quot;sacle_strategy&quot;:&quot;stretch&quot;}"/>
  <p:tag name="KSO_WM_ASSEMBLE_CHIP_INDEX" val="521845bfda0c4d7f9e81721b313fda6e"/>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hip20215035_4*i*1"/>
  <p:tag name="KSO_WM_TEMPLATE_CATEGORY" val="chip"/>
  <p:tag name="KSO_WM_TEMPLATE_INDEX" val="20215035"/>
  <p:tag name="KSO_WM_UNIT_LAYERLEVEL" val="1"/>
  <p:tag name="KSO_WM_TAG_VERSION" val="1.0"/>
  <p:tag name="KSO_WM_BEAUTIFY_FLAG" val="#wm#"/>
  <p:tag name="KSO_WM_UNIT_SUBTYPE" val="t"/>
  <p:tag name="KSO_WM_UNIT_TYPE" val="i"/>
  <p:tag name="KSO_WM_UNIT_INDEX" val="1"/>
  <p:tag name="KSO_WM_CHIP_GROUPID" val="5faa52dd0ad14824cac57d3a"/>
  <p:tag name="KSO_WM_CHIP_XID" val="5faa52dd0ad14824cac57d3e"/>
  <p:tag name="KSO_WM_UNIT_DEC_AREA_ID" val="e54d0f326d7646ff8277c3ae65b9c71b"/>
  <p:tag name="KSO_WM_UNIT_DECORATE_INFO" val=""/>
  <p:tag name="KSO_WM_UNIT_SM_LIMIT_TYPE" val=""/>
  <p:tag name="KSO_WM_CHIP_FILLAREA_FILL_RULE" val="{&quot;fill_align&quot;:&quot;cm&quot;,&quot;fill_effect&quot;:[],&quot;fill_mode&quot;:&quot;full&quot;,&quot;sacle_strategy&quot;:&quot;stretch&quot;}"/>
  <p:tag name="KSO_WM_ASSEMBLE_CHIP_INDEX" val="3fbcbfeee8e4487a97074207f33ce672"/>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hip20215035_4*i*1"/>
  <p:tag name="KSO_WM_TEMPLATE_CATEGORY" val="chip"/>
  <p:tag name="KSO_WM_TEMPLATE_INDEX" val="20215035"/>
  <p:tag name="KSO_WM_UNIT_LAYERLEVEL" val="1"/>
  <p:tag name="KSO_WM_TAG_VERSION" val="1.0"/>
  <p:tag name="KSO_WM_BEAUTIFY_FLAG" val="#wm#"/>
  <p:tag name="KSO_WM_UNIT_SUBTYPE" val="t"/>
  <p:tag name="KSO_WM_UNIT_TYPE" val="i"/>
  <p:tag name="KSO_WM_UNIT_INDEX" val="1"/>
  <p:tag name="KSO_WM_CHIP_GROUPID" val="5faa52dd0ad14824cac57d3a"/>
  <p:tag name="KSO_WM_CHIP_XID" val="5faa52dd0ad14824cac57d3e"/>
  <p:tag name="KSO_WM_UNIT_DEC_AREA_ID" val="e54d0f326d7646ff8277c3ae65b9c71b"/>
  <p:tag name="KSO_WM_UNIT_DECORATE_INFO" val=""/>
  <p:tag name="KSO_WM_UNIT_SM_LIMIT_TYPE" val=""/>
  <p:tag name="KSO_WM_CHIP_FILLAREA_FILL_RULE" val="{&quot;fill_align&quot;:&quot;cm&quot;,&quot;fill_effect&quot;:[],&quot;fill_mode&quot;:&quot;full&quot;,&quot;sacle_strategy&quot;:&quot;stretch&quot;}"/>
  <p:tag name="KSO_WM_ASSEMBLE_CHIP_INDEX" val="3fbcbfeee8e4487a97074207f33ce672"/>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hip20215035_4*i*1"/>
  <p:tag name="KSO_WM_TEMPLATE_CATEGORY" val="chip"/>
  <p:tag name="KSO_WM_TEMPLATE_INDEX" val="20215035"/>
  <p:tag name="KSO_WM_UNIT_LAYERLEVEL" val="1"/>
  <p:tag name="KSO_WM_TAG_VERSION" val="1.0"/>
  <p:tag name="KSO_WM_BEAUTIFY_FLAG" val="#wm#"/>
  <p:tag name="KSO_WM_UNIT_SUBTYPE" val="t"/>
  <p:tag name="KSO_WM_UNIT_TYPE" val="i"/>
  <p:tag name="KSO_WM_UNIT_INDEX" val="1"/>
  <p:tag name="KSO_WM_CHIP_GROUPID" val="5faa52dd0ad14824cac57d3a"/>
  <p:tag name="KSO_WM_CHIP_XID" val="5faa52dd0ad14824cac57d3e"/>
  <p:tag name="KSO_WM_UNIT_DEC_AREA_ID" val="e54d0f326d7646ff8277c3ae65b9c71b"/>
  <p:tag name="KSO_WM_UNIT_DECORATE_INFO" val=""/>
  <p:tag name="KSO_WM_UNIT_SM_LIMIT_TYPE" val=""/>
  <p:tag name="KSO_WM_CHIP_FILLAREA_FILL_RULE" val="{&quot;fill_align&quot;:&quot;cm&quot;,&quot;fill_effect&quot;:[],&quot;fill_mode&quot;:&quot;full&quot;,&quot;sacle_strategy&quot;:&quot;stretch&quot;}"/>
  <p:tag name="KSO_WM_ASSEMBLE_CHIP_INDEX" val="3fbcbfeee8e4487a97074207f33ce672"/>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hip20215035_4*i*1"/>
  <p:tag name="KSO_WM_TEMPLATE_CATEGORY" val="chip"/>
  <p:tag name="KSO_WM_TEMPLATE_INDEX" val="20215035"/>
  <p:tag name="KSO_WM_UNIT_LAYERLEVEL" val="1"/>
  <p:tag name="KSO_WM_TAG_VERSION" val="1.0"/>
  <p:tag name="KSO_WM_BEAUTIFY_FLAG" val="#wm#"/>
  <p:tag name="KSO_WM_UNIT_SUBTYPE" val="t"/>
  <p:tag name="KSO_WM_UNIT_TYPE" val="i"/>
  <p:tag name="KSO_WM_UNIT_INDEX" val="1"/>
  <p:tag name="KSO_WM_CHIP_GROUPID" val="5faa52dd0ad14824cac57d3a"/>
  <p:tag name="KSO_WM_CHIP_XID" val="5faa52dd0ad14824cac57d3e"/>
  <p:tag name="KSO_WM_UNIT_DEC_AREA_ID" val="e54d0f326d7646ff8277c3ae65b9c71b"/>
  <p:tag name="KSO_WM_UNIT_DECORATE_INFO" val=""/>
  <p:tag name="KSO_WM_UNIT_SM_LIMIT_TYPE" val=""/>
  <p:tag name="KSO_WM_CHIP_FILLAREA_FILL_RULE" val="{&quot;fill_align&quot;:&quot;cm&quot;,&quot;fill_effect&quot;:[],&quot;fill_mode&quot;:&quot;full&quot;,&quot;sacle_strategy&quot;:&quot;stretch&quot;}"/>
  <p:tag name="KSO_WM_ASSEMBLE_CHIP_INDEX" val="3fbcbfeee8e4487a97074207f33ce672"/>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hip20215035_3*i*1"/>
  <p:tag name="KSO_WM_TEMPLATE_CATEGORY" val="chip"/>
  <p:tag name="KSO_WM_TEMPLATE_INDEX" val="20215035"/>
  <p:tag name="KSO_WM_UNIT_LAYERLEVEL" val="1"/>
  <p:tag name="KSO_WM_TAG_VERSION" val="1.0"/>
  <p:tag name="KSO_WM_BEAUTIFY_FLAG" val="#wm#"/>
  <p:tag name="KSO_WM_UNIT_SUBTYPE" val="t"/>
  <p:tag name="KSO_WM_UNIT_TYPE" val="i"/>
  <p:tag name="KSO_WM_UNIT_INDEX" val="1"/>
  <p:tag name="KSO_WM_CHIP_GROUPID" val="5faa52dd0ad14824cac57d3a"/>
  <p:tag name="KSO_WM_CHIP_XID" val="5faa52dd0ad14824cac57d3d"/>
  <p:tag name="KSO_WM_UNIT_DEC_AREA_ID" val="dee9a792411d45f58c6e5b99eb87e923"/>
  <p:tag name="KSO_WM_UNIT_DECORATE_INFO" val=""/>
  <p:tag name="KSO_WM_UNIT_SM_LIMIT_TYPE" val=""/>
  <p:tag name="KSO_WM_CHIP_FILLAREA_FILL_RULE" val="{&quot;fill_align&quot;:&quot;cm&quot;,&quot;fill_effect&quot;:[],&quot;fill_mode&quot;:&quot;full&quot;,&quot;sacle_strategy&quot;:&quot;stretch&quot;}"/>
  <p:tag name="KSO_WM_ASSEMBLE_CHIP_INDEX" val="1c69729ceb794182b0b48671241df94a"/>
  <p:tag name="KSO_WM_SLIDE_BACKGROUND_TYPE" val="belt"/>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hip20215035_4*i*1"/>
  <p:tag name="KSO_WM_TEMPLATE_CATEGORY" val="chip"/>
  <p:tag name="KSO_WM_TEMPLATE_INDEX" val="20215035"/>
  <p:tag name="KSO_WM_UNIT_LAYERLEVEL" val="1"/>
  <p:tag name="KSO_WM_TAG_VERSION" val="1.0"/>
  <p:tag name="KSO_WM_BEAUTIFY_FLAG" val="#wm#"/>
  <p:tag name="KSO_WM_UNIT_SUBTYPE" val="t"/>
  <p:tag name="KSO_WM_UNIT_TYPE" val="i"/>
  <p:tag name="KSO_WM_UNIT_INDEX" val="1"/>
  <p:tag name="KSO_WM_CHIP_GROUPID" val="5faa52dd0ad14824cac57d3a"/>
  <p:tag name="KSO_WM_CHIP_XID" val="5faa52dd0ad14824cac57d3e"/>
  <p:tag name="KSO_WM_UNIT_DEC_AREA_ID" val="b1da29c00c7f45aeb3e2a6197fbd5a6e"/>
  <p:tag name="KSO_WM_UNIT_DECORATE_INFO" val=""/>
  <p:tag name="KSO_WM_UNIT_SM_LIMIT_TYPE" val=""/>
  <p:tag name="KSO_WM_CHIP_FILLAREA_FILL_RULE" val="{&quot;fill_align&quot;:&quot;cm&quot;,&quot;fill_effect&quot;:[],&quot;fill_mode&quot;:&quot;full&quot;,&quot;sacle_strategy&quot;:&quot;stretch&quot;}"/>
  <p:tag name="KSO_WM_ASSEMBLE_CHIP_INDEX" val="698ba860c38645fbbad577258b122222"/>
  <p:tag name="KSO_WM_SLIDE_BACKGROUND_TYPE" val="belt"/>
</p:tagLst>
</file>

<file path=ppt/tags/tag16.xml><?xml version="1.0" encoding="utf-8"?>
<p:tagLst xmlns:a="http://schemas.openxmlformats.org/drawingml/2006/main" xmlns:r="http://schemas.openxmlformats.org/officeDocument/2006/relationships" xmlns:p="http://schemas.openxmlformats.org/presentationml/2006/main">
  <p:tag name="KSO_WM_SLIDE_BACKGROUND_TYPE" val="belt"/>
</p:tagLst>
</file>

<file path=ppt/tags/tag17.xml><?xml version="1.0" encoding="utf-8"?>
<p:tagLst xmlns:a="http://schemas.openxmlformats.org/drawingml/2006/main" xmlns:r="http://schemas.openxmlformats.org/officeDocument/2006/relationships" xmlns:p="http://schemas.openxmlformats.org/presentationml/2006/main">
  <p:tag name="KSO_WM_SLIDE_BACKGROUND_TYPE" val="belt"/>
</p:tagLst>
</file>

<file path=ppt/tags/tag18.xml><?xml version="1.0" encoding="utf-8"?>
<p:tagLst xmlns:a="http://schemas.openxmlformats.org/drawingml/2006/main" xmlns:r="http://schemas.openxmlformats.org/officeDocument/2006/relationships" xmlns:p="http://schemas.openxmlformats.org/presentationml/2006/main">
  <p:tag name="KSO_WM_SLIDE_BACKGROUND_TYPE" val="belt"/>
</p:tagLst>
</file>

<file path=ppt/tags/tag19.xml><?xml version="1.0" encoding="utf-8"?>
<p:tagLst xmlns:a="http://schemas.openxmlformats.org/drawingml/2006/main" xmlns:r="http://schemas.openxmlformats.org/officeDocument/2006/relationships" xmlns:p="http://schemas.openxmlformats.org/presentationml/2006/main">
  <p:tag name="KSO_WM_SLIDE_BACKGROUND_TYPE" val="belt"/>
</p:tagLst>
</file>

<file path=ppt/tags/tag20.xml><?xml version="1.0" encoding="utf-8"?>
<p:tagLst xmlns:a="http://schemas.openxmlformats.org/drawingml/2006/main" xmlns:r="http://schemas.openxmlformats.org/officeDocument/2006/relationships" xmlns:p="http://schemas.openxmlformats.org/presentationml/2006/main">
  <p:tag name="KSO_WM_SLIDE_BACKGROUND_TYPE" val="belt"/>
</p:tagLst>
</file>

<file path=ppt/tags/tag21.xml><?xml version="1.0" encoding="utf-8"?>
<p:tagLst xmlns:a="http://schemas.openxmlformats.org/drawingml/2006/main" xmlns:r="http://schemas.openxmlformats.org/officeDocument/2006/relationships" xmlns:p="http://schemas.openxmlformats.org/presentationml/2006/main">
  <p:tag name="DVSHAPEID" val="MgPxws7NhvhbKc5uNLan0F"/>
</p:tagLst>
</file>

<file path=ppt/tags/tag22.xml><?xml version="1.0" encoding="utf-8"?>
<p:tagLst xmlns:a="http://schemas.openxmlformats.org/drawingml/2006/main" xmlns:r="http://schemas.openxmlformats.org/officeDocument/2006/relationships" xmlns:p="http://schemas.openxmlformats.org/presentationml/2006/main">
  <p:tag name="DVSHAPEID" val="0OSkv5GBWjkr3ih17T6rUT"/>
</p:tagLst>
</file>

<file path=ppt/tags/tag23.xml><?xml version="1.0" encoding="utf-8"?>
<p:tagLst xmlns:a="http://schemas.openxmlformats.org/drawingml/2006/main" xmlns:r="http://schemas.openxmlformats.org/officeDocument/2006/relationships" xmlns:p="http://schemas.openxmlformats.org/presentationml/2006/main">
  <p:tag name="DVSHAPEID" val="PKS1caRcrT57g1EcX17GzY"/>
</p:tagLst>
</file>

<file path=ppt/tags/tag24.xml><?xml version="1.0" encoding="utf-8"?>
<p:tagLst xmlns:a="http://schemas.openxmlformats.org/drawingml/2006/main" xmlns:r="http://schemas.openxmlformats.org/officeDocument/2006/relationships" xmlns:p="http://schemas.openxmlformats.org/presentationml/2006/main">
  <p:tag name="DVSECTIONID" val="G82Y8sO4FCYzjqjhPBwjdn"/>
</p:tagLst>
</file>

<file path=ppt/tags/tag25.xml><?xml version="1.0" encoding="utf-8"?>
<p:tagLst xmlns:a="http://schemas.openxmlformats.org/drawingml/2006/main" xmlns:r="http://schemas.openxmlformats.org/officeDocument/2006/relationships" xmlns:p="http://schemas.openxmlformats.org/presentationml/2006/main">
  <p:tag name="DVSHAPEID" val="5kU7Uv0clv5gtU636POnE3"/>
</p:tagLst>
</file>

<file path=ppt/tags/tag26.xml><?xml version="1.0" encoding="utf-8"?>
<p:tagLst xmlns:a="http://schemas.openxmlformats.org/drawingml/2006/main" xmlns:r="http://schemas.openxmlformats.org/officeDocument/2006/relationships" xmlns:p="http://schemas.openxmlformats.org/presentationml/2006/main">
  <p:tag name="DVSHAPEID" val="cB77KhK68w6iIT6xkIvx2a"/>
</p:tagLst>
</file>

<file path=ppt/tags/tag27.xml><?xml version="1.0" encoding="utf-8"?>
<p:tagLst xmlns:a="http://schemas.openxmlformats.org/drawingml/2006/main" xmlns:r="http://schemas.openxmlformats.org/officeDocument/2006/relationships" xmlns:p="http://schemas.openxmlformats.org/presentationml/2006/main">
  <p:tag name="DVSHAPEID" val="I0HBKt3Ty0XMOmnih5K7eX"/>
</p:tagLst>
</file>

<file path=ppt/tags/tag28.xml><?xml version="1.0" encoding="utf-8"?>
<p:tagLst xmlns:a="http://schemas.openxmlformats.org/drawingml/2006/main" xmlns:r="http://schemas.openxmlformats.org/officeDocument/2006/relationships" xmlns:p="http://schemas.openxmlformats.org/presentationml/2006/main">
  <p:tag name="DVSHAPEID" val="zonFXOrdgRGtrfoL5xLJSj"/>
</p:tagLst>
</file>

<file path=ppt/tags/tag29.xml><?xml version="1.0" encoding="utf-8"?>
<p:tagLst xmlns:a="http://schemas.openxmlformats.org/drawingml/2006/main" xmlns:r="http://schemas.openxmlformats.org/officeDocument/2006/relationships" xmlns:p="http://schemas.openxmlformats.org/presentationml/2006/main">
  <p:tag name="DVSHAPEID" val="VszUICpSdCzKqie5werlK5"/>
</p:tagLst>
</file>

<file path=ppt/tags/tag30.xml><?xml version="1.0" encoding="utf-8"?>
<p:tagLst xmlns:a="http://schemas.openxmlformats.org/drawingml/2006/main" xmlns:r="http://schemas.openxmlformats.org/officeDocument/2006/relationships" xmlns:p="http://schemas.openxmlformats.org/presentationml/2006/main">
  <p:tag name="DVSHAPEID" val="UGP5x01xiwzPmeZAITS0h4"/>
</p:tagLst>
</file>

<file path=ppt/tags/tag31.xml><?xml version="1.0" encoding="utf-8"?>
<p:tagLst xmlns:a="http://schemas.openxmlformats.org/drawingml/2006/main" xmlns:r="http://schemas.openxmlformats.org/officeDocument/2006/relationships" xmlns:p="http://schemas.openxmlformats.org/presentationml/2006/main">
  <p:tag name="DVSHAPEID" val="F9PjYs7Cxmr2qdhOX0bNcy"/>
</p:tagLst>
</file>

<file path=ppt/tags/tag32.xml><?xml version="1.0" encoding="utf-8"?>
<p:tagLst xmlns:a="http://schemas.openxmlformats.org/drawingml/2006/main" xmlns:r="http://schemas.openxmlformats.org/officeDocument/2006/relationships" xmlns:p="http://schemas.openxmlformats.org/presentationml/2006/main">
  <p:tag name="DVSHAPEID" val="HDyR3w6UvEMP1Ggd1yqGZc"/>
</p:tagLst>
</file>

<file path=ppt/tags/tag33.xml><?xml version="1.0" encoding="utf-8"?>
<p:tagLst xmlns:a="http://schemas.openxmlformats.org/drawingml/2006/main" xmlns:r="http://schemas.openxmlformats.org/officeDocument/2006/relationships" xmlns:p="http://schemas.openxmlformats.org/presentationml/2006/main">
  <p:tag name="DVSHAPEID" val="okNMjUWRPtR7rbL7pBvDRN"/>
</p:tagLst>
</file>

<file path=ppt/tags/tag34.xml><?xml version="1.0" encoding="utf-8"?>
<p:tagLst xmlns:a="http://schemas.openxmlformats.org/drawingml/2006/main" xmlns:r="http://schemas.openxmlformats.org/officeDocument/2006/relationships" xmlns:p="http://schemas.openxmlformats.org/presentationml/2006/main">
  <p:tag name="DVSHAPEID" val="fAcByJZCnwzvfe3hdcYEOi"/>
</p:tagLst>
</file>

<file path=ppt/tags/tag35.xml><?xml version="1.0" encoding="utf-8"?>
<p:tagLst xmlns:a="http://schemas.openxmlformats.org/drawingml/2006/main" xmlns:r="http://schemas.openxmlformats.org/officeDocument/2006/relationships" xmlns:p="http://schemas.openxmlformats.org/presentationml/2006/main">
  <p:tag name="DVSHAPEID" val="YUe4sT9OamlB4dAHlcRc6l"/>
</p:tagLst>
</file>

<file path=ppt/tags/tag36.xml><?xml version="1.0" encoding="utf-8"?>
<p:tagLst xmlns:a="http://schemas.openxmlformats.org/drawingml/2006/main" xmlns:r="http://schemas.openxmlformats.org/officeDocument/2006/relationships" xmlns:p="http://schemas.openxmlformats.org/presentationml/2006/main">
  <p:tag name="DVSHAPEID" val="yWWx37ojFdYWChnth5sylc"/>
</p:tagLst>
</file>

<file path=ppt/tags/tag37.xml><?xml version="1.0" encoding="utf-8"?>
<p:tagLst xmlns:a="http://schemas.openxmlformats.org/drawingml/2006/main" xmlns:r="http://schemas.openxmlformats.org/officeDocument/2006/relationships" xmlns:p="http://schemas.openxmlformats.org/presentationml/2006/main">
  <p:tag name="DVSHAPEID" val="aD9QHvQLMCcDlh7VQ1qRH7"/>
</p:tagLst>
</file>

<file path=ppt/tags/tag38.xml><?xml version="1.0" encoding="utf-8"?>
<p:tagLst xmlns:a="http://schemas.openxmlformats.org/drawingml/2006/main" xmlns:r="http://schemas.openxmlformats.org/officeDocument/2006/relationships" xmlns:p="http://schemas.openxmlformats.org/presentationml/2006/main">
  <p:tag name="DVSHAPEID" val="D8AikRULJyZlMincqSsTql"/>
</p:tagLst>
</file>

<file path=ppt/tags/tag39.xml><?xml version="1.0" encoding="utf-8"?>
<p:tagLst xmlns:a="http://schemas.openxmlformats.org/drawingml/2006/main" xmlns:r="http://schemas.openxmlformats.org/officeDocument/2006/relationships" xmlns:p="http://schemas.openxmlformats.org/presentationml/2006/main">
  <p:tag name="DVSECTIONID" val="4mzldwcmi3b5HPFjCqtwgY"/>
</p:tagLst>
</file>

<file path=ppt/tags/tag40.xml><?xml version="1.0" encoding="utf-8"?>
<p:tagLst xmlns:a="http://schemas.openxmlformats.org/drawingml/2006/main" xmlns:r="http://schemas.openxmlformats.org/officeDocument/2006/relationships" xmlns:p="http://schemas.openxmlformats.org/presentationml/2006/main">
  <p:tag name="DVSHAPEID" val="Fmju2NrpmGBJjSRboc8Mgp"/>
</p:tagLst>
</file>

<file path=ppt/tags/tag41.xml><?xml version="1.0" encoding="utf-8"?>
<p:tagLst xmlns:a="http://schemas.openxmlformats.org/drawingml/2006/main" xmlns:r="http://schemas.openxmlformats.org/officeDocument/2006/relationships" xmlns:p="http://schemas.openxmlformats.org/presentationml/2006/main">
  <p:tag name="DVSHAPEID" val="1NKLQbdeRyid0cZAlOrZ5G"/>
</p:tagLst>
</file>

<file path=ppt/tags/tag42.xml><?xml version="1.0" encoding="utf-8"?>
<p:tagLst xmlns:a="http://schemas.openxmlformats.org/drawingml/2006/main" xmlns:r="http://schemas.openxmlformats.org/officeDocument/2006/relationships" xmlns:p="http://schemas.openxmlformats.org/presentationml/2006/main">
  <p:tag name="DVSHAPEID" val="nheQyaeRBsefkwJhXfb7P2"/>
</p:tagLst>
</file>

<file path=ppt/tags/tag43.xml><?xml version="1.0" encoding="utf-8"?>
<p:tagLst xmlns:a="http://schemas.openxmlformats.org/drawingml/2006/main" xmlns:r="http://schemas.openxmlformats.org/officeDocument/2006/relationships" xmlns:p="http://schemas.openxmlformats.org/presentationml/2006/main">
  <p:tag name="DVSHAPEID" val="q5SFcORklgklqsw0D30ZWQ"/>
</p:tagLst>
</file>

<file path=ppt/tags/tag44.xml><?xml version="1.0" encoding="utf-8"?>
<p:tagLst xmlns:a="http://schemas.openxmlformats.org/drawingml/2006/main" xmlns:r="http://schemas.openxmlformats.org/officeDocument/2006/relationships" xmlns:p="http://schemas.openxmlformats.org/presentationml/2006/main">
  <p:tag name="DVSECTIONID" val="czVw2uDYGIw2w2VvLuXl4K"/>
</p:tagLst>
</file>

<file path=ppt/tags/tag45.xml><?xml version="1.0" encoding="utf-8"?>
<p:tagLst xmlns:a="http://schemas.openxmlformats.org/drawingml/2006/main" xmlns:r="http://schemas.openxmlformats.org/officeDocument/2006/relationships" xmlns:p="http://schemas.openxmlformats.org/presentationml/2006/main">
  <p:tag name="DVSHAPEID" val="JN05CIu4DErVn1gBq6JuLx"/>
</p:tagLst>
</file>

<file path=ppt/tags/tag46.xml><?xml version="1.0" encoding="utf-8"?>
<p:tagLst xmlns:a="http://schemas.openxmlformats.org/drawingml/2006/main" xmlns:r="http://schemas.openxmlformats.org/officeDocument/2006/relationships" xmlns:p="http://schemas.openxmlformats.org/presentationml/2006/main">
  <p:tag name="DVSHAPEID" val="MdXexoqMQZDCZ50cGJQoTi"/>
</p:tagLst>
</file>

<file path=ppt/tags/tag47.xml><?xml version="1.0" encoding="utf-8"?>
<p:tagLst xmlns:a="http://schemas.openxmlformats.org/drawingml/2006/main" xmlns:r="http://schemas.openxmlformats.org/officeDocument/2006/relationships" xmlns:p="http://schemas.openxmlformats.org/presentationml/2006/main">
  <p:tag name="DVSHAPEID" val="MNjy7UdMOWXOOi52kWCqGq"/>
</p:tagLst>
</file>

<file path=ppt/tags/tag48.xml><?xml version="1.0" encoding="utf-8"?>
<p:tagLst xmlns:a="http://schemas.openxmlformats.org/drawingml/2006/main" xmlns:r="http://schemas.openxmlformats.org/officeDocument/2006/relationships" xmlns:p="http://schemas.openxmlformats.org/presentationml/2006/main">
  <p:tag name="DVSECTIONID" val="HVqEebNYgFXUCUKqm8XVb4"/>
</p:tagLst>
</file>

<file path=ppt/tags/tag49.xml><?xml version="1.0" encoding="utf-8"?>
<p:tagLst xmlns:a="http://schemas.openxmlformats.org/drawingml/2006/main" xmlns:r="http://schemas.openxmlformats.org/officeDocument/2006/relationships" xmlns:p="http://schemas.openxmlformats.org/presentationml/2006/main">
  <p:tag name="DVSHAPEID" val="fNUdXZ5pe8t5UHitlNa4jC"/>
</p:tagLst>
</file>

<file path=ppt/tags/tag50.xml><?xml version="1.0" encoding="utf-8"?>
<p:tagLst xmlns:a="http://schemas.openxmlformats.org/drawingml/2006/main" xmlns:r="http://schemas.openxmlformats.org/officeDocument/2006/relationships" xmlns:p="http://schemas.openxmlformats.org/presentationml/2006/main">
  <p:tag name="DVSECTIONID" val="8DieXs12BYCUqSFB50rQtZ"/>
</p:tagLst>
</file>

<file path=ppt/tags/tag51.xml><?xml version="1.0" encoding="utf-8"?>
<p:tagLst xmlns:a="http://schemas.openxmlformats.org/drawingml/2006/main" xmlns:r="http://schemas.openxmlformats.org/officeDocument/2006/relationships" xmlns:p="http://schemas.openxmlformats.org/presentationml/2006/main">
  <p:tag name="DVSHAPEID" val="Rq2ZcMyLlww99qHGkpLWyy"/>
</p:tagLst>
</file>

<file path=ppt/tags/tag52.xml><?xml version="1.0" encoding="utf-8"?>
<p:tagLst xmlns:a="http://schemas.openxmlformats.org/drawingml/2006/main" xmlns:r="http://schemas.openxmlformats.org/officeDocument/2006/relationships" xmlns:p="http://schemas.openxmlformats.org/presentationml/2006/main">
  <p:tag name="DVSHAPEID" val="sDTqDUk40G4bfrAzXmyCAL"/>
</p:tagLst>
</file>

<file path=ppt/tags/tag53.xml><?xml version="1.0" encoding="utf-8"?>
<p:tagLst xmlns:a="http://schemas.openxmlformats.org/drawingml/2006/main" xmlns:r="http://schemas.openxmlformats.org/officeDocument/2006/relationships" xmlns:p="http://schemas.openxmlformats.org/presentationml/2006/main">
  <p:tag name="DVSHAPEID" val="3ElOjPhDANUNBP5FG4OERy"/>
</p:tagLst>
</file>

<file path=ppt/tags/tag54.xml><?xml version="1.0" encoding="utf-8"?>
<p:tagLst xmlns:a="http://schemas.openxmlformats.org/drawingml/2006/main" xmlns:r="http://schemas.openxmlformats.org/officeDocument/2006/relationships" xmlns:p="http://schemas.openxmlformats.org/presentationml/2006/main">
  <p:tag name="DVSHAPEID" val="5DiJRi5F1iqGze4PAvNn6g"/>
</p:tagLst>
</file>

<file path=ppt/tags/tag55.xml><?xml version="1.0" encoding="utf-8"?>
<p:tagLst xmlns:a="http://schemas.openxmlformats.org/drawingml/2006/main" xmlns:r="http://schemas.openxmlformats.org/officeDocument/2006/relationships" xmlns:p="http://schemas.openxmlformats.org/presentationml/2006/main">
  <p:tag name="DVSHAPEID" val="3ElOjPhDANUNBP5FG4OERy"/>
</p:tagLst>
</file>

<file path=ppt/tags/tag56.xml><?xml version="1.0" encoding="utf-8"?>
<p:tagLst xmlns:a="http://schemas.openxmlformats.org/drawingml/2006/main" xmlns:r="http://schemas.openxmlformats.org/officeDocument/2006/relationships" xmlns:p="http://schemas.openxmlformats.org/presentationml/2006/main">
  <p:tag name="DVSHAPEID" val="KrfQkk2aI0dAoQlZFPL5dA"/>
</p:tagLst>
</file>

<file path=ppt/tags/tag57.xml><?xml version="1.0" encoding="utf-8"?>
<p:tagLst xmlns:a="http://schemas.openxmlformats.org/drawingml/2006/main" xmlns:r="http://schemas.openxmlformats.org/officeDocument/2006/relationships" xmlns:p="http://schemas.openxmlformats.org/presentationml/2006/main">
  <p:tag name="DVSECTIONID" val="P6nqej3KYXHKLKkFFikm89"/>
</p:tagLst>
</file>

<file path=ppt/tags/tag58.xml><?xml version="1.0" encoding="utf-8"?>
<p:tagLst xmlns:a="http://schemas.openxmlformats.org/drawingml/2006/main" xmlns:r="http://schemas.openxmlformats.org/officeDocument/2006/relationships" xmlns:p="http://schemas.openxmlformats.org/presentationml/2006/main">
  <p:tag name="DVSHAPEID" val="CVfQjHgAODLEBwCyKooBHG"/>
</p:tagLst>
</file>

<file path=ppt/tags/tag59.xml><?xml version="1.0" encoding="utf-8"?>
<p:tagLst xmlns:a="http://schemas.openxmlformats.org/drawingml/2006/main" xmlns:r="http://schemas.openxmlformats.org/officeDocument/2006/relationships" xmlns:p="http://schemas.openxmlformats.org/presentationml/2006/main">
  <p:tag name="DVSHAPEID" val="rS2O6zGgLtYRG0aLx7PlVN"/>
</p:tagLst>
</file>

<file path=ppt/tags/tag60.xml><?xml version="1.0" encoding="utf-8"?>
<p:tagLst xmlns:a="http://schemas.openxmlformats.org/drawingml/2006/main" xmlns:r="http://schemas.openxmlformats.org/officeDocument/2006/relationships" xmlns:p="http://schemas.openxmlformats.org/presentationml/2006/main">
  <p:tag name="DVSECTIONID" val="w1U5HpBQpWTsAYcs3TEknO"/>
</p:tagLst>
</file>

<file path=ppt/tags/tag61.xml><?xml version="1.0" encoding="utf-8"?>
<p:tagLst xmlns:a="http://schemas.openxmlformats.org/drawingml/2006/main" xmlns:r="http://schemas.openxmlformats.org/officeDocument/2006/relationships" xmlns:p="http://schemas.openxmlformats.org/presentationml/2006/main">
  <p:tag name="DVSHAPEID" val="dwIbpkSJletitcf4o9hGqo"/>
</p:tagLst>
</file>

<file path=ppt/tags/tag62.xml><?xml version="1.0" encoding="utf-8"?>
<p:tagLst xmlns:a="http://schemas.openxmlformats.org/drawingml/2006/main" xmlns:r="http://schemas.openxmlformats.org/officeDocument/2006/relationships" xmlns:p="http://schemas.openxmlformats.org/presentationml/2006/main">
  <p:tag name="DVSECTIONID" val="wYOAKGJepJHQh6KoLYRh74"/>
</p:tagLst>
</file>

<file path=ppt/tags/tag63.xml><?xml version="1.0" encoding="utf-8"?>
<p:tagLst xmlns:a="http://schemas.openxmlformats.org/drawingml/2006/main" xmlns:r="http://schemas.openxmlformats.org/officeDocument/2006/relationships" xmlns:p="http://schemas.openxmlformats.org/presentationml/2006/main">
  <p:tag name="DVSHAPEID" val="3mjpON9khyCZPuJPQvNkci"/>
</p:tagLst>
</file>

<file path=ppt/tags/tag64.xml><?xml version="1.0" encoding="utf-8"?>
<p:tagLst xmlns:a="http://schemas.openxmlformats.org/drawingml/2006/main" xmlns:r="http://schemas.openxmlformats.org/officeDocument/2006/relationships" xmlns:p="http://schemas.openxmlformats.org/presentationml/2006/main">
  <p:tag name="DVSHAPEID" val="B4WEkAEEB4JHmTSR82QmFW"/>
</p:tagLst>
</file>

<file path=ppt/tags/tag65.xml><?xml version="1.0" encoding="utf-8"?>
<p:tagLst xmlns:a="http://schemas.openxmlformats.org/drawingml/2006/main" xmlns:r="http://schemas.openxmlformats.org/officeDocument/2006/relationships" xmlns:p="http://schemas.openxmlformats.org/presentationml/2006/main">
  <p:tag name="DVSHAPEID" val="cUMLGsULUzoLKes9tyFDXy"/>
</p:tagLst>
</file>

<file path=ppt/tags/tag66.xml><?xml version="1.0" encoding="utf-8"?>
<p:tagLst xmlns:a="http://schemas.openxmlformats.org/drawingml/2006/main" xmlns:r="http://schemas.openxmlformats.org/officeDocument/2006/relationships" xmlns:p="http://schemas.openxmlformats.org/presentationml/2006/main">
  <p:tag name="DVSHAPEID" val="3mjpON9khyCZPuJPQvNkci"/>
</p:tagLst>
</file>

<file path=ppt/tags/tag67.xml><?xml version="1.0" encoding="utf-8"?>
<p:tagLst xmlns:a="http://schemas.openxmlformats.org/drawingml/2006/main" xmlns:r="http://schemas.openxmlformats.org/officeDocument/2006/relationships" xmlns:p="http://schemas.openxmlformats.org/presentationml/2006/main">
  <p:tag name="DVSECTIONID" val="Up0Fl9ADrP4IuWg6EV7axa"/>
</p:tagLst>
</file>

<file path=ppt/tags/tag68.xml><?xml version="1.0" encoding="utf-8"?>
<p:tagLst xmlns:a="http://schemas.openxmlformats.org/drawingml/2006/main" xmlns:r="http://schemas.openxmlformats.org/officeDocument/2006/relationships" xmlns:p="http://schemas.openxmlformats.org/presentationml/2006/main">
  <p:tag name="DVSHAPEID" val="f78PXZmLuQDFS2SyTcJPaa"/>
</p:tagLst>
</file>

<file path=ppt/tags/tag69.xml><?xml version="1.0" encoding="utf-8"?>
<p:tagLst xmlns:a="http://schemas.openxmlformats.org/drawingml/2006/main" xmlns:r="http://schemas.openxmlformats.org/officeDocument/2006/relationships" xmlns:p="http://schemas.openxmlformats.org/presentationml/2006/main">
  <p:tag name="DVSHAPEID" val="85mphUFtT8o5OwGjzncd9B"/>
</p:tagLst>
</file>

<file path=ppt/tags/tag70.xml><?xml version="1.0" encoding="utf-8"?>
<p:tagLst xmlns:a="http://schemas.openxmlformats.org/drawingml/2006/main" xmlns:r="http://schemas.openxmlformats.org/officeDocument/2006/relationships" xmlns:p="http://schemas.openxmlformats.org/presentationml/2006/main">
  <p:tag name="DVSHAPEID" val="FdodU1GOp06Lt3hZHECd8Q"/>
</p:tagLst>
</file>

<file path=ppt/tags/tag71.xml><?xml version="1.0" encoding="utf-8"?>
<p:tagLst xmlns:a="http://schemas.openxmlformats.org/drawingml/2006/main" xmlns:r="http://schemas.openxmlformats.org/officeDocument/2006/relationships" xmlns:p="http://schemas.openxmlformats.org/presentationml/2006/main">
  <p:tag name="DVSHAPEID" val="FdodU1GOp06Lt3hZHECd8Q"/>
</p:tagLst>
</file>

<file path=ppt/tags/tag72.xml><?xml version="1.0" encoding="utf-8"?>
<p:tagLst xmlns:a="http://schemas.openxmlformats.org/drawingml/2006/main" xmlns:r="http://schemas.openxmlformats.org/officeDocument/2006/relationships" xmlns:p="http://schemas.openxmlformats.org/presentationml/2006/main">
  <p:tag name="DVSHAPEID" val="78ZsXWyQeBWBhxsjrFNBQP"/>
</p:tagLst>
</file>

<file path=ppt/tags/tag73.xml><?xml version="1.0" encoding="utf-8"?>
<p:tagLst xmlns:a="http://schemas.openxmlformats.org/drawingml/2006/main" xmlns:r="http://schemas.openxmlformats.org/officeDocument/2006/relationships" xmlns:p="http://schemas.openxmlformats.org/presentationml/2006/main">
  <p:tag name="DVSHAPEID" val="T5JTpTRoUuOoQNnnLqTxqT"/>
</p:tagLst>
</file>

<file path=ppt/tags/tag74.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heme/theme1.xml><?xml version="1.0" encoding="utf-8"?>
<a:theme xmlns:a="http://schemas.openxmlformats.org/drawingml/2006/main" name="1_Office 主题​​">
  <a:themeElements>
    <a:clrScheme name="Adjacency">
      <a:dk1>
        <a:srgbClr val="000000"/>
      </a:dk1>
      <a:lt1>
        <a:srgbClr val="FFFFFF"/>
      </a:lt1>
      <a:dk2>
        <a:srgbClr val="F0F0F0"/>
      </a:dk2>
      <a:lt2>
        <a:srgbClr val="FFFFFF"/>
      </a:lt2>
      <a:accent1>
        <a:srgbClr val="54A5BF"/>
      </a:accent1>
      <a:accent2>
        <a:srgbClr val="5596CD"/>
      </a:accent2>
      <a:accent3>
        <a:srgbClr val="6784CF"/>
      </a:accent3>
      <a:accent4>
        <a:srgbClr val="8571BD"/>
      </a:accent4>
      <a:accent5>
        <a:srgbClr val="A7609B"/>
      </a:accent5>
      <a:accent6>
        <a:srgbClr val="BE5370"/>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6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alibri">
      <a:maj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noFill/>
        <a:ln w="9525" algn="ctr">
          <a:solidFill>
            <a:srgbClr val="0070C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a:spPr>
      <a:bodyPr lIns="0" tIns="0" rIns="0" bIns="0"/>
      <a:lstStyle>
        <a:defPPr algn="ctr">
          <a:spcBef>
            <a:spcPct val="0"/>
          </a:spcBef>
          <a:buClrTx/>
          <a:buSzTx/>
          <a:buFontTx/>
          <a:buNone/>
          <a:defRPr kumimoji="0" sz="2000">
            <a:solidFill>
              <a:srgbClr val="000000"/>
            </a:solidFill>
          </a:defRPr>
        </a:defPPr>
      </a:lst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5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Blue Diagonal">
  <a:themeElements>
    <a:clrScheme name="Blue Diagonal 1">
      <a:dk1>
        <a:srgbClr val="000000"/>
      </a:dk1>
      <a:lt1>
        <a:srgbClr val="FFFFFF"/>
      </a:lt1>
      <a:dk2>
        <a:srgbClr val="0066FF"/>
      </a:dk2>
      <a:lt2>
        <a:srgbClr val="FFFF00"/>
      </a:lt2>
      <a:accent1>
        <a:srgbClr val="00CCCC"/>
      </a:accent1>
      <a:accent2>
        <a:srgbClr val="FF33CC"/>
      </a:accent2>
      <a:accent3>
        <a:srgbClr val="AAB8FF"/>
      </a:accent3>
      <a:accent4>
        <a:srgbClr val="DADADA"/>
      </a:accent4>
      <a:accent5>
        <a:srgbClr val="AAE2E2"/>
      </a:accent5>
      <a:accent6>
        <a:srgbClr val="E72DB9"/>
      </a:accent6>
      <a:hlink>
        <a:srgbClr val="FF4568"/>
      </a:hlink>
      <a:folHlink>
        <a:srgbClr val="CCECFF"/>
      </a:folHlink>
    </a:clrScheme>
    <a:fontScheme name="Blue Diagonal">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Blue Diagonal 1">
        <a:dk1>
          <a:srgbClr val="000000"/>
        </a:dk1>
        <a:lt1>
          <a:srgbClr val="FFFFFF"/>
        </a:lt1>
        <a:dk2>
          <a:srgbClr val="0066FF"/>
        </a:dk2>
        <a:lt2>
          <a:srgbClr val="FFFF00"/>
        </a:lt2>
        <a:accent1>
          <a:srgbClr val="00CCCC"/>
        </a:accent1>
        <a:accent2>
          <a:srgbClr val="FF33CC"/>
        </a:accent2>
        <a:accent3>
          <a:srgbClr val="AAB8FF"/>
        </a:accent3>
        <a:accent4>
          <a:srgbClr val="DADADA"/>
        </a:accent4>
        <a:accent5>
          <a:srgbClr val="AAE2E2"/>
        </a:accent5>
        <a:accent6>
          <a:srgbClr val="E72DB9"/>
        </a:accent6>
        <a:hlink>
          <a:srgbClr val="FF4568"/>
        </a:hlink>
        <a:folHlink>
          <a:srgbClr val="CCECFF"/>
        </a:folHlink>
      </a:clrScheme>
      <a:clrMap bg1="dk2" tx1="lt1" bg2="dk1" tx2="lt2" accent1="accent1" accent2="accent2" accent3="accent3" accent4="accent4" accent5="accent5" accent6="accent6" hlink="hlink" folHlink="folHlink"/>
    </a:extraClrScheme>
    <a:extraClrScheme>
      <a:clrScheme name="Blue Diagonal 2">
        <a:dk1>
          <a:srgbClr val="000000"/>
        </a:dk1>
        <a:lt1>
          <a:srgbClr val="9999FF"/>
        </a:lt1>
        <a:dk2>
          <a:srgbClr val="6600FF"/>
        </a:dk2>
        <a:lt2>
          <a:srgbClr val="FFFFFF"/>
        </a:lt2>
        <a:accent1>
          <a:srgbClr val="CCCCFF"/>
        </a:accent1>
        <a:accent2>
          <a:srgbClr val="FF99FF"/>
        </a:accent2>
        <a:accent3>
          <a:srgbClr val="CACAFF"/>
        </a:accent3>
        <a:accent4>
          <a:srgbClr val="000000"/>
        </a:accent4>
        <a:accent5>
          <a:srgbClr val="E2E2FF"/>
        </a:accent5>
        <a:accent6>
          <a:srgbClr val="E78AE7"/>
        </a:accent6>
        <a:hlink>
          <a:srgbClr val="00CC66"/>
        </a:hlink>
        <a:folHlink>
          <a:srgbClr val="CCECFF"/>
        </a:folHlink>
      </a:clrScheme>
      <a:clrMap bg1="lt1" tx1="dk1" bg2="lt2" tx2="dk2" accent1="accent1" accent2="accent2" accent3="accent3" accent4="accent4" accent5="accent5" accent6="accent6" hlink="hlink" folHlink="folHlink"/>
    </a:extraClrScheme>
    <a:extraClrScheme>
      <a:clrScheme name="Blue Diagonal 3">
        <a:dk1>
          <a:srgbClr val="000000"/>
        </a:dk1>
        <a:lt1>
          <a:srgbClr val="FFFFFF"/>
        </a:lt1>
        <a:dk2>
          <a:srgbClr val="000000"/>
        </a:dk2>
        <a:lt2>
          <a:srgbClr val="CBCBCB"/>
        </a:lt2>
        <a:accent1>
          <a:srgbClr val="DDDDDD"/>
        </a:accent1>
        <a:accent2>
          <a:srgbClr val="B2B2B2"/>
        </a:accent2>
        <a:accent3>
          <a:srgbClr val="FFFFFF"/>
        </a:accent3>
        <a:accent4>
          <a:srgbClr val="000000"/>
        </a:accent4>
        <a:accent5>
          <a:srgbClr val="EBEBEB"/>
        </a:accent5>
        <a:accent6>
          <a:srgbClr val="A1A1A1"/>
        </a:accent6>
        <a:hlink>
          <a:srgbClr val="4D4D4D"/>
        </a:hlink>
        <a:folHlink>
          <a:srgbClr val="777777"/>
        </a:folHlink>
      </a:clrScheme>
      <a:clrMap bg1="lt1" tx1="dk1" bg2="lt2" tx2="dk2" accent1="accent1" accent2="accent2" accent3="accent3" accent4="accent4" accent5="accent5" accent6="accent6" hlink="hlink" folHlink="folHlink"/>
    </a:extraClrScheme>
    <a:extraClrScheme>
      <a:clrScheme name="Blue Diagonal 4">
        <a:dk1>
          <a:srgbClr val="000000"/>
        </a:dk1>
        <a:lt1>
          <a:srgbClr val="FFFFFF"/>
        </a:lt1>
        <a:dk2>
          <a:srgbClr val="990066"/>
        </a:dk2>
        <a:lt2>
          <a:srgbClr val="FFFF00"/>
        </a:lt2>
        <a:accent1>
          <a:srgbClr val="996633"/>
        </a:accent1>
        <a:accent2>
          <a:srgbClr val="CC6600"/>
        </a:accent2>
        <a:accent3>
          <a:srgbClr val="CAAAB8"/>
        </a:accent3>
        <a:accent4>
          <a:srgbClr val="DADADA"/>
        </a:accent4>
        <a:accent5>
          <a:srgbClr val="CAB8AD"/>
        </a:accent5>
        <a:accent6>
          <a:srgbClr val="B95C00"/>
        </a:accent6>
        <a:hlink>
          <a:srgbClr val="999933"/>
        </a:hlink>
        <a:folHlink>
          <a:srgbClr val="CCCCFF"/>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Soaring">
  <a:themeElements>
    <a:clrScheme name="Soaring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fontScheme name="Soaring">
      <a:majorFont>
        <a:latin typeface="Arial"/>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1"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1"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Soaring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clrMap bg1="dk2" tx1="lt1" bg2="dk1" tx2="lt2" accent1="accent1" accent2="accent2" accent3="accent3" accent4="accent4" accent5="accent5" accent6="accent6" hlink="hlink" folHlink="folHlink"/>
    </a:extraClrScheme>
    <a:extraClrScheme>
      <a:clrScheme name="Soaring 2">
        <a:dk1>
          <a:srgbClr val="000000"/>
        </a:dk1>
        <a:lt1>
          <a:srgbClr val="FFFFFF"/>
        </a:lt1>
        <a:dk2>
          <a:srgbClr val="000000"/>
        </a:dk2>
        <a:lt2>
          <a:srgbClr val="CCECFF"/>
        </a:lt2>
        <a:accent1>
          <a:srgbClr val="6699FF"/>
        </a:accent1>
        <a:accent2>
          <a:srgbClr val="66CCFF"/>
        </a:accent2>
        <a:accent3>
          <a:srgbClr val="FFFFFF"/>
        </a:accent3>
        <a:accent4>
          <a:srgbClr val="000000"/>
        </a:accent4>
        <a:accent5>
          <a:srgbClr val="B8CAFF"/>
        </a:accent5>
        <a:accent6>
          <a:srgbClr val="5CB9E7"/>
        </a:accent6>
        <a:hlink>
          <a:srgbClr val="CC99FF"/>
        </a:hlink>
        <a:folHlink>
          <a:srgbClr val="00CCCC"/>
        </a:folHlink>
      </a:clrScheme>
      <a:clrMap bg1="lt1" tx1="dk1" bg2="lt2" tx2="dk2" accent1="accent1" accent2="accent2" accent3="accent3" accent4="accent4" accent5="accent5" accent6="accent6" hlink="hlink" folHlink="folHlink"/>
    </a:extraClrScheme>
    <a:extraClrScheme>
      <a:clrScheme name="Soaring 3">
        <a:dk1>
          <a:srgbClr val="000000"/>
        </a:dk1>
        <a:lt1>
          <a:srgbClr val="FFFFFF"/>
        </a:lt1>
        <a:dk2>
          <a:srgbClr val="000000"/>
        </a:dk2>
        <a:lt2>
          <a:srgbClr val="FFFFFF"/>
        </a:lt2>
        <a:accent1>
          <a:srgbClr val="CBCBCB"/>
        </a:accent1>
        <a:accent2>
          <a:srgbClr val="EAEAEA"/>
        </a:accent2>
        <a:accent3>
          <a:srgbClr val="FFFFFF"/>
        </a:accent3>
        <a:accent4>
          <a:srgbClr val="000000"/>
        </a:accent4>
        <a:accent5>
          <a:srgbClr val="E2E2E2"/>
        </a:accent5>
        <a:accent6>
          <a:srgbClr val="D4D4D4"/>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Soaring 4">
        <a:dk1>
          <a:srgbClr val="000000"/>
        </a:dk1>
        <a:lt1>
          <a:srgbClr val="FFFFFF"/>
        </a:lt1>
        <a:dk2>
          <a:srgbClr val="008080"/>
        </a:dk2>
        <a:lt2>
          <a:srgbClr val="FFCC66"/>
        </a:lt2>
        <a:accent1>
          <a:srgbClr val="0099CC"/>
        </a:accent1>
        <a:accent2>
          <a:srgbClr val="009999"/>
        </a:accent2>
        <a:accent3>
          <a:srgbClr val="AAC0C0"/>
        </a:accent3>
        <a:accent4>
          <a:srgbClr val="DADADA"/>
        </a:accent4>
        <a:accent5>
          <a:srgbClr val="AACAE2"/>
        </a:accent5>
        <a:accent6>
          <a:srgbClr val="008A8A"/>
        </a:accent6>
        <a:hlink>
          <a:srgbClr val="6600CC"/>
        </a:hlink>
        <a:folHlink>
          <a:srgbClr val="FFFF00"/>
        </a:folHlink>
      </a:clrScheme>
      <a:clrMap bg1="dk2" tx1="lt1" bg2="dk1" tx2="lt2" accent1="accent1" accent2="accent2" accent3="accent3" accent4="accent4" accent5="accent5" accent6="accent6" hlink="hlink" folHlink="folHlink"/>
    </a:extraClrScheme>
    <a:extraClrScheme>
      <a:clrScheme name="Soaring 5">
        <a:dk1>
          <a:srgbClr val="000000"/>
        </a:dk1>
        <a:lt1>
          <a:srgbClr val="FFFFFF"/>
        </a:lt1>
        <a:dk2>
          <a:srgbClr val="993300"/>
        </a:dk2>
        <a:lt2>
          <a:srgbClr val="FFCC66"/>
        </a:lt2>
        <a:accent1>
          <a:srgbClr val="FF6633"/>
        </a:accent1>
        <a:accent2>
          <a:srgbClr val="CC6600"/>
        </a:accent2>
        <a:accent3>
          <a:srgbClr val="CAADAA"/>
        </a:accent3>
        <a:accent4>
          <a:srgbClr val="DADADA"/>
        </a:accent4>
        <a:accent5>
          <a:srgbClr val="FFB8AD"/>
        </a:accent5>
        <a:accent6>
          <a:srgbClr val="B95C00"/>
        </a:accent6>
        <a:hlink>
          <a:srgbClr val="CC0000"/>
        </a:hlink>
        <a:folHlink>
          <a:srgbClr val="FFFF0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sample">
  <a:themeElements>
    <a:clrScheme name="sample 3">
      <a:dk1>
        <a:srgbClr val="000000"/>
      </a:dk1>
      <a:lt1>
        <a:srgbClr val="FFFFFF"/>
      </a:lt1>
      <a:dk2>
        <a:srgbClr val="173D89"/>
      </a:dk2>
      <a:lt2>
        <a:srgbClr val="969696"/>
      </a:lt2>
      <a:accent1>
        <a:srgbClr val="9181E1"/>
      </a:accent1>
      <a:accent2>
        <a:srgbClr val="4CD2AF"/>
      </a:accent2>
      <a:accent3>
        <a:srgbClr val="FFFFFF"/>
      </a:accent3>
      <a:accent4>
        <a:srgbClr val="000000"/>
      </a:accent4>
      <a:accent5>
        <a:srgbClr val="C7C1EE"/>
      </a:accent5>
      <a:accent6>
        <a:srgbClr val="44BE9E"/>
      </a:accent6>
      <a:hlink>
        <a:srgbClr val="5FB6F1"/>
      </a:hlink>
      <a:folHlink>
        <a:srgbClr val="94B1EC"/>
      </a:folHlink>
    </a:clrScheme>
    <a:fontScheme name="sample">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800" b="1"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800" b="1" i="0" u="none" strike="noStrike" cap="none" normalizeH="0" baseline="0" smtClean="0">
            <a:ln>
              <a:noFill/>
            </a:ln>
            <a:solidFill>
              <a:schemeClr val="tx1"/>
            </a:solidFill>
            <a:effectLst/>
            <a:latin typeface="Arial" pitchFamily="34" charset="0"/>
          </a:defRPr>
        </a:defPPr>
      </a:lstStyle>
    </a:lnDef>
  </a:objectDefaults>
  <a:extraClrSchemeLst>
    <a:extraClrScheme>
      <a:clrScheme name="sample 1">
        <a:dk1>
          <a:srgbClr val="000000"/>
        </a:dk1>
        <a:lt1>
          <a:srgbClr val="FFFFFF"/>
        </a:lt1>
        <a:dk2>
          <a:srgbClr val="7E6256"/>
        </a:dk2>
        <a:lt2>
          <a:srgbClr val="969696"/>
        </a:lt2>
        <a:accent1>
          <a:srgbClr val="E4CF84"/>
        </a:accent1>
        <a:accent2>
          <a:srgbClr val="92A5E0"/>
        </a:accent2>
        <a:accent3>
          <a:srgbClr val="FFFFFF"/>
        </a:accent3>
        <a:accent4>
          <a:srgbClr val="000000"/>
        </a:accent4>
        <a:accent5>
          <a:srgbClr val="EFE4C2"/>
        </a:accent5>
        <a:accent6>
          <a:srgbClr val="8495CB"/>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sample 2">
        <a:dk1>
          <a:srgbClr val="000000"/>
        </a:dk1>
        <a:lt1>
          <a:srgbClr val="FFFFFF"/>
        </a:lt1>
        <a:dk2>
          <a:srgbClr val="515F7B"/>
        </a:dk2>
        <a:lt2>
          <a:srgbClr val="808080"/>
        </a:lt2>
        <a:accent1>
          <a:srgbClr val="9FCAD3"/>
        </a:accent1>
        <a:accent2>
          <a:srgbClr val="8DB1F3"/>
        </a:accent2>
        <a:accent3>
          <a:srgbClr val="FFFFFF"/>
        </a:accent3>
        <a:accent4>
          <a:srgbClr val="000000"/>
        </a:accent4>
        <a:accent5>
          <a:srgbClr val="CDE1E6"/>
        </a:accent5>
        <a:accent6>
          <a:srgbClr val="7FA0DC"/>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sample 3">
        <a:dk1>
          <a:srgbClr val="000000"/>
        </a:dk1>
        <a:lt1>
          <a:srgbClr val="FFFFFF"/>
        </a:lt1>
        <a:dk2>
          <a:srgbClr val="173D89"/>
        </a:dk2>
        <a:lt2>
          <a:srgbClr val="969696"/>
        </a:lt2>
        <a:accent1>
          <a:srgbClr val="9181E1"/>
        </a:accent1>
        <a:accent2>
          <a:srgbClr val="4CD2AF"/>
        </a:accent2>
        <a:accent3>
          <a:srgbClr val="FFFFFF"/>
        </a:accent3>
        <a:accent4>
          <a:srgbClr val="000000"/>
        </a:accent4>
        <a:accent5>
          <a:srgbClr val="C7C1EE"/>
        </a:accent5>
        <a:accent6>
          <a:srgbClr val="44BE9E"/>
        </a:accent6>
        <a:hlink>
          <a:srgbClr val="5FB6F1"/>
        </a:hlink>
        <a:folHlink>
          <a:srgbClr val="94B1EC"/>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Azure">
  <a:themeElements>
    <a:clrScheme name="Azure 1">
      <a:dk1>
        <a:srgbClr val="000000"/>
      </a:dk1>
      <a:lt1>
        <a:srgbClr val="FFFFFF"/>
      </a:lt1>
      <a:dk2>
        <a:srgbClr val="3333FF"/>
      </a:dk2>
      <a:lt2>
        <a:srgbClr val="00FFFF"/>
      </a:lt2>
      <a:accent1>
        <a:srgbClr val="00CCCC"/>
      </a:accent1>
      <a:accent2>
        <a:srgbClr val="6666FF"/>
      </a:accent2>
      <a:accent3>
        <a:srgbClr val="ADADFF"/>
      </a:accent3>
      <a:accent4>
        <a:srgbClr val="DADADA"/>
      </a:accent4>
      <a:accent5>
        <a:srgbClr val="AAE2E2"/>
      </a:accent5>
      <a:accent6>
        <a:srgbClr val="5C5CE7"/>
      </a:accent6>
      <a:hlink>
        <a:srgbClr val="CCCCFF"/>
      </a:hlink>
      <a:folHlink>
        <a:srgbClr val="CC99FF"/>
      </a:folHlink>
    </a:clrScheme>
    <a:fontScheme name="Azure">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Azure 1">
        <a:dk1>
          <a:srgbClr val="000000"/>
        </a:dk1>
        <a:lt1>
          <a:srgbClr val="FFFFFF"/>
        </a:lt1>
        <a:dk2>
          <a:srgbClr val="3333FF"/>
        </a:dk2>
        <a:lt2>
          <a:srgbClr val="00FFFF"/>
        </a:lt2>
        <a:accent1>
          <a:srgbClr val="00CCCC"/>
        </a:accent1>
        <a:accent2>
          <a:srgbClr val="6666FF"/>
        </a:accent2>
        <a:accent3>
          <a:srgbClr val="ADADFF"/>
        </a:accent3>
        <a:accent4>
          <a:srgbClr val="DADADA"/>
        </a:accent4>
        <a:accent5>
          <a:srgbClr val="AAE2E2"/>
        </a:accent5>
        <a:accent6>
          <a:srgbClr val="5C5CE7"/>
        </a:accent6>
        <a:hlink>
          <a:srgbClr val="CCCCFF"/>
        </a:hlink>
        <a:folHlink>
          <a:srgbClr val="CC99FF"/>
        </a:folHlink>
      </a:clrScheme>
      <a:clrMap bg1="dk2" tx1="lt1" bg2="dk1" tx2="lt2" accent1="accent1" accent2="accent2" accent3="accent3" accent4="accent4" accent5="accent5" accent6="accent6" hlink="hlink" folHlink="folHlink"/>
    </a:extraClrScheme>
    <a:extraClrScheme>
      <a:clrScheme name="Azure 2">
        <a:dk1>
          <a:srgbClr val="000000"/>
        </a:dk1>
        <a:lt1>
          <a:srgbClr val="CCECFF"/>
        </a:lt1>
        <a:dk2>
          <a:srgbClr val="330099"/>
        </a:dk2>
        <a:lt2>
          <a:srgbClr val="0099CC"/>
        </a:lt2>
        <a:accent1>
          <a:srgbClr val="009999"/>
        </a:accent1>
        <a:accent2>
          <a:srgbClr val="FF99CC"/>
        </a:accent2>
        <a:accent3>
          <a:srgbClr val="E2F4FF"/>
        </a:accent3>
        <a:accent4>
          <a:srgbClr val="000000"/>
        </a:accent4>
        <a:accent5>
          <a:srgbClr val="AACACA"/>
        </a:accent5>
        <a:accent6>
          <a:srgbClr val="E78AB9"/>
        </a:accent6>
        <a:hlink>
          <a:srgbClr val="6600CC"/>
        </a:hlink>
        <a:folHlink>
          <a:srgbClr val="3366FF"/>
        </a:folHlink>
      </a:clrScheme>
      <a:clrMap bg1="lt1" tx1="dk1" bg2="lt2" tx2="dk2" accent1="accent1" accent2="accent2" accent3="accent3" accent4="accent4" accent5="accent5" accent6="accent6" hlink="hlink" folHlink="folHlink"/>
    </a:extraClrScheme>
    <a:extraClrScheme>
      <a:clrScheme name="Azure 3">
        <a:dk1>
          <a:srgbClr val="000000"/>
        </a:dk1>
        <a:lt1>
          <a:srgbClr val="FFFFFF"/>
        </a:lt1>
        <a:dk2>
          <a:srgbClr val="000000"/>
        </a:dk2>
        <a:lt2>
          <a:srgbClr val="CBCBCB"/>
        </a:lt2>
        <a:accent1>
          <a:srgbClr val="B2B2B2"/>
        </a:accent1>
        <a:accent2>
          <a:srgbClr val="DDDDDD"/>
        </a:accent2>
        <a:accent3>
          <a:srgbClr val="FFFFFF"/>
        </a:accent3>
        <a:accent4>
          <a:srgbClr val="000000"/>
        </a:accent4>
        <a:accent5>
          <a:srgbClr val="D5D5D5"/>
        </a:accent5>
        <a:accent6>
          <a:srgbClr val="C8C8C8"/>
        </a:accent6>
        <a:hlink>
          <a:srgbClr val="5F5F5F"/>
        </a:hlink>
        <a:folHlink>
          <a:srgbClr val="969696"/>
        </a:folHlink>
      </a:clrScheme>
      <a:clrMap bg1="lt1" tx1="dk1" bg2="lt2" tx2="dk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1_Radar">
  <a:themeElements>
    <a:clrScheme name="Radar 1">
      <a:dk1>
        <a:srgbClr val="000000"/>
      </a:dk1>
      <a:lt1>
        <a:srgbClr val="EAEAEA"/>
      </a:lt1>
      <a:dk2>
        <a:srgbClr val="000066"/>
      </a:dk2>
      <a:lt2>
        <a:srgbClr val="FFFFFF"/>
      </a:lt2>
      <a:accent1>
        <a:srgbClr val="003399"/>
      </a:accent1>
      <a:accent2>
        <a:srgbClr val="99CCFF"/>
      </a:accent2>
      <a:accent3>
        <a:srgbClr val="AAAAB8"/>
      </a:accent3>
      <a:accent4>
        <a:srgbClr val="C8C8C8"/>
      </a:accent4>
      <a:accent5>
        <a:srgbClr val="AAADCA"/>
      </a:accent5>
      <a:accent6>
        <a:srgbClr val="8AB9E7"/>
      </a:accent6>
      <a:hlink>
        <a:srgbClr val="CC9900"/>
      </a:hlink>
      <a:folHlink>
        <a:srgbClr val="996600"/>
      </a:folHlink>
    </a:clrScheme>
    <a:fontScheme name="Radar">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Radar 1">
        <a:dk1>
          <a:srgbClr val="000000"/>
        </a:dk1>
        <a:lt1>
          <a:srgbClr val="EAEAEA"/>
        </a:lt1>
        <a:dk2>
          <a:srgbClr val="000066"/>
        </a:dk2>
        <a:lt2>
          <a:srgbClr val="FFFFFF"/>
        </a:lt2>
        <a:accent1>
          <a:srgbClr val="003399"/>
        </a:accent1>
        <a:accent2>
          <a:srgbClr val="99CCFF"/>
        </a:accent2>
        <a:accent3>
          <a:srgbClr val="AAAAB8"/>
        </a:accent3>
        <a:accent4>
          <a:srgbClr val="C8C8C8"/>
        </a:accent4>
        <a:accent5>
          <a:srgbClr val="AAADCA"/>
        </a:accent5>
        <a:accent6>
          <a:srgbClr val="8AB9E7"/>
        </a:accent6>
        <a:hlink>
          <a:srgbClr val="CC9900"/>
        </a:hlink>
        <a:folHlink>
          <a:srgbClr val="996600"/>
        </a:folHlink>
      </a:clrScheme>
      <a:clrMap bg1="dk2" tx1="lt1" bg2="dk1" tx2="lt2" accent1="accent1" accent2="accent2" accent3="accent3" accent4="accent4" accent5="accent5" accent6="accent6" hlink="hlink" folHlink="folHlink"/>
    </a:extraClrScheme>
    <a:extraClrScheme>
      <a:clrScheme name="Radar 2">
        <a:dk1>
          <a:srgbClr val="666699"/>
        </a:dk1>
        <a:lt1>
          <a:srgbClr val="CCCCFF"/>
        </a:lt1>
        <a:dk2>
          <a:srgbClr val="000040"/>
        </a:dk2>
        <a:lt2>
          <a:srgbClr val="A4A4C2"/>
        </a:lt2>
        <a:accent1>
          <a:srgbClr val="003399"/>
        </a:accent1>
        <a:accent2>
          <a:srgbClr val="0099FF"/>
        </a:accent2>
        <a:accent3>
          <a:srgbClr val="E2E2FF"/>
        </a:accent3>
        <a:accent4>
          <a:srgbClr val="565682"/>
        </a:accent4>
        <a:accent5>
          <a:srgbClr val="AAADCA"/>
        </a:accent5>
        <a:accent6>
          <a:srgbClr val="008AE7"/>
        </a:accent6>
        <a:hlink>
          <a:srgbClr val="B68600"/>
        </a:hlink>
        <a:folHlink>
          <a:srgbClr val="8A5C00"/>
        </a:folHlink>
      </a:clrScheme>
      <a:clrMap bg1="lt1" tx1="dk1" bg2="lt2" tx2="dk2" accent1="accent1" accent2="accent2" accent3="accent3" accent4="accent4" accent5="accent5" accent6="accent6" hlink="hlink" folHlink="folHlink"/>
    </a:extraClrScheme>
    <a:extraClrScheme>
      <a:clrScheme name="Radar 3">
        <a:dk1>
          <a:srgbClr val="000000"/>
        </a:dk1>
        <a:lt1>
          <a:srgbClr val="EAEAEA"/>
        </a:lt1>
        <a:dk2>
          <a:srgbClr val="000000"/>
        </a:dk2>
        <a:lt2>
          <a:srgbClr val="B2B2B2"/>
        </a:lt2>
        <a:accent1>
          <a:srgbClr val="777777"/>
        </a:accent1>
        <a:accent2>
          <a:srgbClr val="B2B2B2"/>
        </a:accent2>
        <a:accent3>
          <a:srgbClr val="F3F3F3"/>
        </a:accent3>
        <a:accent4>
          <a:srgbClr val="000000"/>
        </a:accent4>
        <a:accent5>
          <a:srgbClr val="BDBDBD"/>
        </a:accent5>
        <a:accent6>
          <a:srgbClr val="A1A1A1"/>
        </a:accent6>
        <a:hlink>
          <a:srgbClr val="808080"/>
        </a:hlink>
        <a:folHlink>
          <a:srgbClr val="5F5F5F"/>
        </a:folHlink>
      </a:clrScheme>
      <a:clrMap bg1="lt1" tx1="dk1" bg2="lt2" tx2="dk2" accent1="accent1" accent2="accent2" accent3="accent3" accent4="accent4" accent5="accent5" accent6="accent6" hlink="hlink" folHlink="folHlink"/>
    </a:extraClrScheme>
    <a:extraClrScheme>
      <a:clrScheme name="Radar 4">
        <a:dk1>
          <a:srgbClr val="333333"/>
        </a:dk1>
        <a:lt1>
          <a:srgbClr val="FFFF66"/>
        </a:lt1>
        <a:dk2>
          <a:srgbClr val="000000"/>
        </a:dk2>
        <a:lt2>
          <a:srgbClr val="CC3300"/>
        </a:lt2>
        <a:accent1>
          <a:srgbClr val="5F5F5F"/>
        </a:accent1>
        <a:accent2>
          <a:srgbClr val="3399FF"/>
        </a:accent2>
        <a:accent3>
          <a:srgbClr val="AAAAAA"/>
        </a:accent3>
        <a:accent4>
          <a:srgbClr val="DADA56"/>
        </a:accent4>
        <a:accent5>
          <a:srgbClr val="B6B6B6"/>
        </a:accent5>
        <a:accent6>
          <a:srgbClr val="2D8AE7"/>
        </a:accent6>
        <a:hlink>
          <a:srgbClr val="008000"/>
        </a:hlink>
        <a:folHlink>
          <a:srgbClr val="CCECFF"/>
        </a:folHlink>
      </a:clrScheme>
      <a:clrMap bg1="dk2" tx1="lt1" bg2="dk1" tx2="lt2" accent1="accent1" accent2="accent2" accent3="accent3" accent4="accent4" accent5="accent5" accent6="accent6" hlink="hlink" folHlink="folHlink"/>
    </a:extraClrScheme>
    <a:extraClrScheme>
      <a:clrScheme name="Radar 5">
        <a:dk1>
          <a:srgbClr val="003300"/>
        </a:dk1>
        <a:lt1>
          <a:srgbClr val="FFFFCC"/>
        </a:lt1>
        <a:dk2>
          <a:srgbClr val="006600"/>
        </a:dk2>
        <a:lt2>
          <a:srgbClr val="FFFF00"/>
        </a:lt2>
        <a:accent1>
          <a:srgbClr val="008000"/>
        </a:accent1>
        <a:accent2>
          <a:srgbClr val="3399FF"/>
        </a:accent2>
        <a:accent3>
          <a:srgbClr val="AAB8AA"/>
        </a:accent3>
        <a:accent4>
          <a:srgbClr val="DADAAE"/>
        </a:accent4>
        <a:accent5>
          <a:srgbClr val="AAC0AA"/>
        </a:accent5>
        <a:accent6>
          <a:srgbClr val="2D8AE7"/>
        </a:accent6>
        <a:hlink>
          <a:srgbClr val="6666FF"/>
        </a:hlink>
        <a:folHlink>
          <a:srgbClr val="CCECFF"/>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otalTime>23145</TotalTime>
  <Words>6838</Words>
  <Application>Microsoft Office PowerPoint</Application>
  <PresentationFormat>宽屏</PresentationFormat>
  <Paragraphs>1091</Paragraphs>
  <Slides>47</Slides>
  <Notes>38</Notes>
  <HiddenSlides>0</HiddenSlides>
  <MMClips>0</MMClips>
  <ScaleCrop>false</ScaleCrop>
  <HeadingPairs>
    <vt:vector size="8" baseType="variant">
      <vt:variant>
        <vt:lpstr>已用的字体</vt:lpstr>
      </vt:variant>
      <vt:variant>
        <vt:i4>14</vt:i4>
      </vt:variant>
      <vt:variant>
        <vt:lpstr>主题</vt:lpstr>
      </vt:variant>
      <vt:variant>
        <vt:i4>8</vt:i4>
      </vt:variant>
      <vt:variant>
        <vt:lpstr>嵌入 OLE 服务器</vt:lpstr>
      </vt:variant>
      <vt:variant>
        <vt:i4>1</vt:i4>
      </vt:variant>
      <vt:variant>
        <vt:lpstr>幻灯片标题</vt:lpstr>
      </vt:variant>
      <vt:variant>
        <vt:i4>47</vt:i4>
      </vt:variant>
    </vt:vector>
  </HeadingPairs>
  <TitlesOfParts>
    <vt:vector size="70" baseType="lpstr">
      <vt:lpstr>Monotype Sorts</vt:lpstr>
      <vt:lpstr>等线</vt:lpstr>
      <vt:lpstr>等线 Light</vt:lpstr>
      <vt:lpstr>楷体</vt:lpstr>
      <vt:lpstr>楷体_GB2312</vt:lpstr>
      <vt:lpstr>锐字潮牌真言简2.0免费 大粗</vt:lpstr>
      <vt:lpstr>宋体</vt:lpstr>
      <vt:lpstr>微软雅黑</vt:lpstr>
      <vt:lpstr>Arial</vt:lpstr>
      <vt:lpstr>Calibri</vt:lpstr>
      <vt:lpstr>Tahoma</vt:lpstr>
      <vt:lpstr>Times New Roman</vt:lpstr>
      <vt:lpstr>Verdana</vt:lpstr>
      <vt:lpstr>Wingdings</vt:lpstr>
      <vt:lpstr>1_Office 主题​​</vt:lpstr>
      <vt:lpstr>6_Office 主题​​</vt:lpstr>
      <vt:lpstr>5_Office 主题​​</vt:lpstr>
      <vt:lpstr>Blue Diagonal</vt:lpstr>
      <vt:lpstr>Soaring</vt:lpstr>
      <vt:lpstr>sample</vt:lpstr>
      <vt:lpstr>Azure</vt:lpstr>
      <vt:lpstr>1_Radar</vt:lpstr>
      <vt:lpstr>公式</vt:lpstr>
      <vt:lpstr>第3章 控制结构与语句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谢谢</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《C语言程序设计》</dc:title>
  <dc:creator>Administrator</dc:creator>
  <cp:lastModifiedBy>燕敏 陈</cp:lastModifiedBy>
  <cp:revision>317</cp:revision>
  <dcterms:created xsi:type="dcterms:W3CDTF">2022-07-08T03:32:00Z</dcterms:created>
  <dcterms:modified xsi:type="dcterms:W3CDTF">2025-09-03T12:57:48Z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BFD466564B3A47D89E7AF80165FC8B71</vt:lpwstr>
  </property>
  <property fmtid="{D5CDD505-2E9C-101B-9397-08002B2CF9AE}" pid="3" name="KSOProductBuildVer">
    <vt:lpwstr>2052-11.1.0.11875</vt:lpwstr>
  </property>
</Properties>
</file>